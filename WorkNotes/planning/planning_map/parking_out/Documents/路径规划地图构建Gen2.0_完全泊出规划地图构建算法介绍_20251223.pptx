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2.xml" ContentType="application/vnd.openxmlformats-officedocument.presentationml.notesSlide+xml"/>
  <Override PartName="/ppt/tags/tag9.xml" ContentType="application/vnd.openxmlformats-officedocument.presentationml.tags+xml"/>
  <Override PartName="/ppt/notesSlides/notesSlide3.xml" ContentType="application/vnd.openxmlformats-officedocument.presentationml.notesSlide+xml"/>
  <Override PartName="/ppt/tags/tag10.xml" ContentType="application/vnd.openxmlformats-officedocument.presentationml.tags+xml"/>
  <Override PartName="/ppt/notesSlides/notesSlide4.xml" ContentType="application/vnd.openxmlformats-officedocument.presentationml.notesSlide+xml"/>
  <Override PartName="/ppt/tags/tag11.xml" ContentType="application/vnd.openxmlformats-officedocument.presentationml.tags+xml"/>
  <Override PartName="/ppt/notesSlides/notesSlide5.xml" ContentType="application/vnd.openxmlformats-officedocument.presentationml.notesSlide+xml"/>
  <Override PartName="/ppt/tags/tag12.xml" ContentType="application/vnd.openxmlformats-officedocument.presentationml.tags+xml"/>
  <Override PartName="/ppt/notesSlides/notesSlide6.xml" ContentType="application/vnd.openxmlformats-officedocument.presentationml.notesSlide+xml"/>
  <Override PartName="/ppt/tags/tag13.xml" ContentType="application/vnd.openxmlformats-officedocument.presentationml.tags+xml"/>
  <Override PartName="/ppt/notesSlides/notesSlide7.xml" ContentType="application/vnd.openxmlformats-officedocument.presentationml.notesSlide+xml"/>
  <Override PartName="/ppt/tags/tag14.xml" ContentType="application/vnd.openxmlformats-officedocument.presentationml.tags+xml"/>
  <Override PartName="/ppt/notesSlides/notesSlide8.xml" ContentType="application/vnd.openxmlformats-officedocument.presentationml.notesSlide+xml"/>
  <Override PartName="/ppt/tags/tag15.xml" ContentType="application/vnd.openxmlformats-officedocument.presentationml.tags+xml"/>
  <Override PartName="/ppt/notesSlides/notesSlide9.xml" ContentType="application/vnd.openxmlformats-officedocument.presentationml.notesSlide+xml"/>
  <Override PartName="/ppt/tags/tag16.xml" ContentType="application/vnd.openxmlformats-officedocument.presentationml.tags+xml"/>
  <Override PartName="/ppt/notesSlides/notesSlide10.xml" ContentType="application/vnd.openxmlformats-officedocument.presentationml.notesSlide+xml"/>
  <Override PartName="/ppt/tags/tag17.xml" ContentType="application/vnd.openxmlformats-officedocument.presentationml.tags+xml"/>
  <Override PartName="/ppt/notesSlides/notesSlide11.xml" ContentType="application/vnd.openxmlformats-officedocument.presentationml.notesSlide+xml"/>
  <Override PartName="/ppt/tags/tag18.xml" ContentType="application/vnd.openxmlformats-officedocument.presentationml.tags+xml"/>
  <Override PartName="/ppt/notesSlides/notesSlide12.xml" ContentType="application/vnd.openxmlformats-officedocument.presentationml.notesSlide+xml"/>
  <Override PartName="/ppt/tags/tag19.xml" ContentType="application/vnd.openxmlformats-officedocument.presentationml.tags+xml"/>
  <Override PartName="/ppt/notesSlides/notesSlide13.xml" ContentType="application/vnd.openxmlformats-officedocument.presentationml.notesSlide+xml"/>
  <Override PartName="/ppt/tags/tag20.xml" ContentType="application/vnd.openxmlformats-officedocument.presentationml.tags+xml"/>
  <Override PartName="/ppt/notesSlides/notesSlide14.xml" ContentType="application/vnd.openxmlformats-officedocument.presentationml.notesSlide+xml"/>
  <Override PartName="/ppt/tags/tag21.xml" ContentType="application/vnd.openxmlformats-officedocument.presentationml.tags+xml"/>
  <Override PartName="/ppt/notesSlides/notesSlide15.xml" ContentType="application/vnd.openxmlformats-officedocument.presentationml.notesSlide+xml"/>
  <Override PartName="/ppt/tags/tag22.xml" ContentType="application/vnd.openxmlformats-officedocument.presentationml.tags+xml"/>
  <Override PartName="/ppt/notesSlides/notesSlide16.xml" ContentType="application/vnd.openxmlformats-officedocument.presentationml.notesSlide+xml"/>
  <Override PartName="/ppt/tags/tag23.xml" ContentType="application/vnd.openxmlformats-officedocument.presentationml.tags+xml"/>
  <Override PartName="/ppt/notesSlides/notesSlide17.xml" ContentType="application/vnd.openxmlformats-officedocument.presentationml.notesSlide+xml"/>
  <Override PartName="/ppt/tags/tag24.xml" ContentType="application/vnd.openxmlformats-officedocument.presentationml.tags+xml"/>
  <Override PartName="/ppt/notesSlides/notesSlide18.xml" ContentType="application/vnd.openxmlformats-officedocument.presentationml.notesSlide+xml"/>
  <Override PartName="/ppt/tags/tag25.xml" ContentType="application/vnd.openxmlformats-officedocument.presentationml.tags+xml"/>
  <Override PartName="/ppt/notesSlides/notesSlide19.xml" ContentType="application/vnd.openxmlformats-officedocument.presentationml.notesSlide+xml"/>
  <Override PartName="/ppt/tags/tag26.xml" ContentType="application/vnd.openxmlformats-officedocument.presentationml.tags+xml"/>
  <Override PartName="/ppt/notesSlides/notesSlide20.xml" ContentType="application/vnd.openxmlformats-officedocument.presentationml.notesSlide+xml"/>
  <Override PartName="/ppt/tags/tag27.xml" ContentType="application/vnd.openxmlformats-officedocument.presentationml.tags+xml"/>
  <Override PartName="/ppt/notesSlides/notesSlide21.xml" ContentType="application/vnd.openxmlformats-officedocument.presentationml.notesSlide+xml"/>
  <Override PartName="/ppt/tags/tag28.xml" ContentType="application/vnd.openxmlformats-officedocument.presentationml.tags+xml"/>
  <Override PartName="/ppt/notesSlides/notesSlide22.xml" ContentType="application/vnd.openxmlformats-officedocument.presentationml.notesSlide+xml"/>
  <Override PartName="/ppt/tags/tag29.xml" ContentType="application/vnd.openxmlformats-officedocument.presentationml.tags+xml"/>
  <Override PartName="/ppt/notesSlides/notesSlide23.xml" ContentType="application/vnd.openxmlformats-officedocument.presentationml.notesSlide+xml"/>
  <Override PartName="/ppt/tags/tag30.xml" ContentType="application/vnd.openxmlformats-officedocument.presentationml.tags+xml"/>
  <Override PartName="/ppt/notesSlides/notesSlide24.xml" ContentType="application/vnd.openxmlformats-officedocument.presentationml.notesSlide+xml"/>
  <Override PartName="/ppt/tags/tag31.xml" ContentType="application/vnd.openxmlformats-officedocument.presentationml.tags+xml"/>
  <Override PartName="/ppt/notesSlides/notesSlide25.xml" ContentType="application/vnd.openxmlformats-officedocument.presentationml.notesSlide+xml"/>
  <Override PartName="/ppt/tags/tag32.xml" ContentType="application/vnd.openxmlformats-officedocument.presentationml.tags+xml"/>
  <Override PartName="/ppt/notesSlides/notesSlide26.xml" ContentType="application/vnd.openxmlformats-officedocument.presentationml.notesSlide+xml"/>
  <Override PartName="/ppt/tags/tag33.xml" ContentType="application/vnd.openxmlformats-officedocument.presentationml.tags+xml"/>
  <Override PartName="/ppt/notesSlides/notesSlide27.xml" ContentType="application/vnd.openxmlformats-officedocument.presentationml.notesSlide+xml"/>
  <Override PartName="/ppt/tags/tag34.xml" ContentType="application/vnd.openxmlformats-officedocument.presentationml.tags+xml"/>
  <Override PartName="/ppt/notesSlides/notesSlide28.xml" ContentType="application/vnd.openxmlformats-officedocument.presentationml.notesSlide+xml"/>
  <Override PartName="/ppt/tags/tag35.xml" ContentType="application/vnd.openxmlformats-officedocument.presentationml.tags+xml"/>
  <Override PartName="/ppt/notesSlides/notesSlide29.xml" ContentType="application/vnd.openxmlformats-officedocument.presentationml.notesSlide+xml"/>
  <Override PartName="/ppt/tags/tag36.xml" ContentType="application/vnd.openxmlformats-officedocument.presentationml.tags+xml"/>
  <Override PartName="/ppt/notesSlides/notesSlide30.xml" ContentType="application/vnd.openxmlformats-officedocument.presentationml.notesSlide+xml"/>
  <Override PartName="/ppt/tags/tag37.xml" ContentType="application/vnd.openxmlformats-officedocument.presentationml.tags+xml"/>
  <Override PartName="/ppt/notesSlides/notesSlide31.xml" ContentType="application/vnd.openxmlformats-officedocument.presentationml.notesSlide+xml"/>
  <Override PartName="/ppt/tags/tag38.xml" ContentType="application/vnd.openxmlformats-officedocument.presentationml.tags+xml"/>
  <Override PartName="/ppt/notesSlides/notesSlide32.xml" ContentType="application/vnd.openxmlformats-officedocument.presentationml.notesSlide+xml"/>
  <Override PartName="/ppt/tags/tag39.xml" ContentType="application/vnd.openxmlformats-officedocument.presentationml.tags+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36"/>
  </p:notesMasterIdLst>
  <p:handoutMasterIdLst>
    <p:handoutMasterId r:id="rId37"/>
  </p:handoutMasterIdLst>
  <p:sldIdLst>
    <p:sldId id="443" r:id="rId2"/>
    <p:sldId id="416" r:id="rId3"/>
    <p:sldId id="448" r:id="rId4"/>
    <p:sldId id="519" r:id="rId5"/>
    <p:sldId id="521" r:id="rId6"/>
    <p:sldId id="524" r:id="rId7"/>
    <p:sldId id="525" r:id="rId8"/>
    <p:sldId id="529" r:id="rId9"/>
    <p:sldId id="531" r:id="rId10"/>
    <p:sldId id="532" r:id="rId11"/>
    <p:sldId id="530" r:id="rId12"/>
    <p:sldId id="541" r:id="rId13"/>
    <p:sldId id="534" r:id="rId14"/>
    <p:sldId id="549" r:id="rId15"/>
    <p:sldId id="533" r:id="rId16"/>
    <p:sldId id="526" r:id="rId17"/>
    <p:sldId id="527" r:id="rId18"/>
    <p:sldId id="528" r:id="rId19"/>
    <p:sldId id="550" r:id="rId20"/>
    <p:sldId id="520" r:id="rId21"/>
    <p:sldId id="522" r:id="rId22"/>
    <p:sldId id="523" r:id="rId23"/>
    <p:sldId id="535" r:id="rId24"/>
    <p:sldId id="539" r:id="rId25"/>
    <p:sldId id="537" r:id="rId26"/>
    <p:sldId id="540" r:id="rId27"/>
    <p:sldId id="542" r:id="rId28"/>
    <p:sldId id="544" r:id="rId29"/>
    <p:sldId id="545" r:id="rId30"/>
    <p:sldId id="546" r:id="rId31"/>
    <p:sldId id="547" r:id="rId32"/>
    <p:sldId id="548" r:id="rId33"/>
    <p:sldId id="543" r:id="rId34"/>
    <p:sldId id="337" r:id="rId35"/>
  </p:sldIdLst>
  <p:sldSz cx="9144000" cy="5715000" type="screen16x10"/>
  <p:notesSz cx="7099300" cy="10234613"/>
  <p:defaultTextStyle>
    <a:defPPr>
      <a:defRPr lang="zh-CN"/>
    </a:defPPr>
    <a:lvl1pPr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1pPr>
    <a:lvl2pPr marL="455930" indent="-444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2pPr>
    <a:lvl3pPr marL="913130" indent="-92075"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3pPr>
    <a:lvl4pPr marL="1370330" indent="-13843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4pPr>
    <a:lvl5pPr marL="1825625" indent="-1841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717">
          <p15:clr>
            <a:srgbClr val="A4A3A4"/>
          </p15:clr>
        </p15:guide>
        <p15:guide id="2" pos="2900">
          <p15:clr>
            <a:srgbClr val="A4A3A4"/>
          </p15:clr>
        </p15:guide>
      </p15:sldGuideLst>
    </p:ext>
    <p:ext uri="{2D200454-40CA-4A62-9FC3-DE9A4176ACB9}">
      <p15:notesGuideLst xmlns:p15="http://schemas.microsoft.com/office/powerpoint/2012/main">
        <p15:guide id="1" orient="horz" pos="3074">
          <p15:clr>
            <a:srgbClr val="A4A3A4"/>
          </p15:clr>
        </p15:guide>
        <p15:guide id="2" pos="225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xmtte" initials="x"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6EC0"/>
    <a:srgbClr val="60A5D8"/>
    <a:srgbClr val="4D4D4D"/>
    <a:srgbClr val="7F7F7F"/>
    <a:srgbClr val="0B4895"/>
    <a:srgbClr val="4F81BD"/>
    <a:srgbClr val="5E4080"/>
    <a:srgbClr val="0099FF"/>
    <a:srgbClr val="0099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44" autoAdjust="0"/>
    <p:restoredTop sz="81818" autoAdjust="0"/>
  </p:normalViewPr>
  <p:slideViewPr>
    <p:cSldViewPr snapToGrid="0" snapToObjects="1">
      <p:cViewPr varScale="1">
        <p:scale>
          <a:sx n="108" d="100"/>
          <a:sy n="108" d="100"/>
        </p:scale>
        <p:origin x="690" y="102"/>
      </p:cViewPr>
      <p:guideLst>
        <p:guide orient="horz" pos="1717"/>
        <p:guide pos="290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notesViewPr>
    <p:cSldViewPr snapToGrid="0" snapToObjects="1">
      <p:cViewPr varScale="1">
        <p:scale>
          <a:sx n="64" d="100"/>
          <a:sy n="64" d="100"/>
        </p:scale>
        <p:origin x="-3342" y="-120"/>
      </p:cViewPr>
      <p:guideLst>
        <p:guide orient="horz" pos="3074"/>
        <p:guide pos="2252"/>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1"/>
            <a:ext cx="3076363" cy="511731"/>
          </a:xfrm>
          <a:prstGeom prst="rect">
            <a:avLst/>
          </a:prstGeom>
        </p:spPr>
        <p:txBody>
          <a:bodyPr vert="horz" lIns="99030" tIns="49515" rIns="99030" bIns="49515" rtlCol="0"/>
          <a:lstStyle>
            <a:lvl1pPr algn="l" eaLnBrk="0" hangingPunct="0">
              <a:defRPr sz="1300">
                <a:ea typeface="宋体" panose="02010600030101010101" pitchFamily="2" charset="-122"/>
              </a:defRPr>
            </a:lvl1pPr>
          </a:lstStyle>
          <a:p>
            <a:pPr>
              <a:defRPr/>
            </a:pPr>
            <a:endParaRPr lang="zh-CN" altLang="en-US"/>
          </a:p>
        </p:txBody>
      </p:sp>
      <p:sp>
        <p:nvSpPr>
          <p:cNvPr id="3" name="日期占位符 2"/>
          <p:cNvSpPr>
            <a:spLocks noGrp="1"/>
          </p:cNvSpPr>
          <p:nvPr>
            <p:ph type="dt" sz="quarter" idx="1"/>
          </p:nvPr>
        </p:nvSpPr>
        <p:spPr>
          <a:xfrm>
            <a:off x="4021295" y="1"/>
            <a:ext cx="3076363" cy="511731"/>
          </a:xfrm>
          <a:prstGeom prst="rect">
            <a:avLst/>
          </a:prstGeom>
        </p:spPr>
        <p:txBody>
          <a:bodyPr vert="horz" lIns="99030" tIns="49515" rIns="99030" bIns="49515" rtlCol="0"/>
          <a:lstStyle>
            <a:lvl1pPr algn="r" eaLnBrk="0" hangingPunct="0">
              <a:defRPr sz="1300">
                <a:ea typeface="宋体" panose="02010600030101010101" pitchFamily="2" charset="-122"/>
              </a:defRPr>
            </a:lvl1pPr>
          </a:lstStyle>
          <a:p>
            <a:pPr>
              <a:defRPr/>
            </a:pPr>
            <a:fld id="{C80A639E-662F-4767-9921-0465D429435A}" type="datetimeFigureOut">
              <a:rPr lang="zh-CN" altLang="en-US"/>
              <a:t>2026/1/21</a:t>
            </a:fld>
            <a:endParaRPr lang="zh-CN" altLang="en-US"/>
          </a:p>
        </p:txBody>
      </p:sp>
      <p:sp>
        <p:nvSpPr>
          <p:cNvPr id="4" name="页脚占位符 3"/>
          <p:cNvSpPr>
            <a:spLocks noGrp="1"/>
          </p:cNvSpPr>
          <p:nvPr>
            <p:ph type="ftr" sz="quarter" idx="2"/>
          </p:nvPr>
        </p:nvSpPr>
        <p:spPr>
          <a:xfrm>
            <a:off x="1" y="9721107"/>
            <a:ext cx="3076363" cy="511731"/>
          </a:xfrm>
          <a:prstGeom prst="rect">
            <a:avLst/>
          </a:prstGeom>
        </p:spPr>
        <p:txBody>
          <a:bodyPr vert="horz" lIns="99030" tIns="49515" rIns="99030" bIns="49515" rtlCol="0" anchor="b"/>
          <a:lstStyle>
            <a:lvl1pPr algn="l" eaLnBrk="0" hangingPunct="0">
              <a:defRPr sz="1300">
                <a:ea typeface="宋体" panose="02010600030101010101" pitchFamily="2" charset="-122"/>
              </a:defRPr>
            </a:lvl1pPr>
          </a:lstStyle>
          <a:p>
            <a:pPr>
              <a:defRPr/>
            </a:pPr>
            <a:endParaRPr lang="zh-CN" altLang="en-US"/>
          </a:p>
        </p:txBody>
      </p:sp>
      <p:sp>
        <p:nvSpPr>
          <p:cNvPr id="5" name="灯片编号占位符 4"/>
          <p:cNvSpPr>
            <a:spLocks noGrp="1"/>
          </p:cNvSpPr>
          <p:nvPr>
            <p:ph type="sldNum" sz="quarter" idx="3"/>
          </p:nvPr>
        </p:nvSpPr>
        <p:spPr>
          <a:xfrm>
            <a:off x="4021295" y="9721107"/>
            <a:ext cx="3076363" cy="511731"/>
          </a:xfrm>
          <a:prstGeom prst="rect">
            <a:avLst/>
          </a:prstGeom>
        </p:spPr>
        <p:txBody>
          <a:bodyPr vert="horz" lIns="99030" tIns="49515" rIns="99030" bIns="49515" rtlCol="0" anchor="b"/>
          <a:lstStyle>
            <a:lvl1pPr algn="r" eaLnBrk="0" hangingPunct="0">
              <a:defRPr sz="1300">
                <a:ea typeface="宋体" panose="02010600030101010101" pitchFamily="2" charset="-122"/>
              </a:defRPr>
            </a:lvl1pPr>
          </a:lstStyle>
          <a:p>
            <a:pPr>
              <a:defRPr/>
            </a:pPr>
            <a:fld id="{BE622DEC-D79D-48F6-898B-ADF0A1A8D1C8}" type="slidenum">
              <a:rPr lang="zh-CN" altLang="en-US"/>
              <a:t>‹#›</a:t>
            </a:fld>
            <a:endParaRPr lang="zh-CN" altLang="en-US"/>
          </a:p>
        </p:txBody>
      </p:sp>
    </p:spTree>
    <p:extLst>
      <p:ext uri="{BB962C8B-B14F-4D97-AF65-F5344CB8AC3E}">
        <p14:creationId xmlns:p14="http://schemas.microsoft.com/office/powerpoint/2010/main" val="318515126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1"/>
            <a:ext cx="3076363" cy="511731"/>
          </a:xfrm>
          <a:prstGeom prst="rect">
            <a:avLst/>
          </a:prstGeom>
        </p:spPr>
        <p:txBody>
          <a:bodyPr vert="horz" lIns="99030" tIns="49515" rIns="99030" bIns="49515" rtlCol="0"/>
          <a:lstStyle>
            <a:lvl1pPr algn="l" defTabSz="494030" eaLnBrk="1" hangingPunct="1">
              <a:defRPr sz="1300">
                <a:latin typeface="Calibri" panose="020F0502020204030204" pitchFamily="34" charset="0"/>
                <a:ea typeface="宋体" panose="02010600030101010101" pitchFamily="2" charset="-122"/>
                <a:cs typeface="宋体" panose="02010600030101010101" pitchFamily="2" charset="-122"/>
              </a:defRPr>
            </a:lvl1pPr>
          </a:lstStyle>
          <a:p>
            <a:pPr>
              <a:defRPr/>
            </a:pPr>
            <a:endParaRPr lang="zh-CN" altLang="en-US"/>
          </a:p>
        </p:txBody>
      </p:sp>
      <p:sp>
        <p:nvSpPr>
          <p:cNvPr id="3" name="日期占位符 2"/>
          <p:cNvSpPr>
            <a:spLocks noGrp="1"/>
          </p:cNvSpPr>
          <p:nvPr>
            <p:ph type="dt" idx="1"/>
          </p:nvPr>
        </p:nvSpPr>
        <p:spPr>
          <a:xfrm>
            <a:off x="4021295" y="1"/>
            <a:ext cx="3076363" cy="511731"/>
          </a:xfrm>
          <a:prstGeom prst="rect">
            <a:avLst/>
          </a:prstGeom>
        </p:spPr>
        <p:txBody>
          <a:bodyPr vert="horz" wrap="square" lIns="99030" tIns="49515" rIns="99030" bIns="49515" numCol="1" anchor="t" anchorCtr="0" compatLnSpc="1"/>
          <a:lstStyle>
            <a:lvl1pPr algn="r" eaLnBrk="1" hangingPunct="1">
              <a:defRPr sz="1300">
                <a:ea typeface="宋体" panose="02010600030101010101" pitchFamily="2" charset="-122"/>
              </a:defRPr>
            </a:lvl1pPr>
          </a:lstStyle>
          <a:p>
            <a:pPr>
              <a:defRPr/>
            </a:pPr>
            <a:fld id="{CC188808-DE15-4CA0-8181-10351127E7FD}" type="datetimeFigureOut">
              <a:rPr lang="zh-CN" altLang="en-US"/>
              <a:t>2026/1/21</a:t>
            </a:fld>
            <a:endParaRPr lang="zh-CN" altLang="en-US"/>
          </a:p>
        </p:txBody>
      </p:sp>
      <p:sp>
        <p:nvSpPr>
          <p:cNvPr id="4" name="幻灯片图像占位符 3"/>
          <p:cNvSpPr>
            <a:spLocks noGrp="1" noRot="1" noChangeAspect="1"/>
          </p:cNvSpPr>
          <p:nvPr>
            <p:ph type="sldImg" idx="2"/>
          </p:nvPr>
        </p:nvSpPr>
        <p:spPr>
          <a:xfrm>
            <a:off x="479425" y="766763"/>
            <a:ext cx="6140450" cy="3838575"/>
          </a:xfrm>
          <a:prstGeom prst="rect">
            <a:avLst/>
          </a:prstGeom>
          <a:noFill/>
          <a:ln w="12700">
            <a:solidFill>
              <a:prstClr val="black"/>
            </a:solidFill>
          </a:ln>
        </p:spPr>
        <p:txBody>
          <a:bodyPr vert="horz" lIns="99030" tIns="49515" rIns="99030" bIns="49515" rtlCol="0" anchor="ctr"/>
          <a:lstStyle/>
          <a:p>
            <a:pPr lvl="0"/>
            <a:endParaRPr lang="zh-CN" altLang="en-US" noProof="0" smtClean="0"/>
          </a:p>
        </p:txBody>
      </p:sp>
      <p:sp>
        <p:nvSpPr>
          <p:cNvPr id="5" name="备注占位符 4"/>
          <p:cNvSpPr>
            <a:spLocks noGrp="1"/>
          </p:cNvSpPr>
          <p:nvPr>
            <p:ph type="body" sz="quarter" idx="3"/>
          </p:nvPr>
        </p:nvSpPr>
        <p:spPr>
          <a:xfrm>
            <a:off x="709931" y="4861442"/>
            <a:ext cx="5679440" cy="4605576"/>
          </a:xfrm>
          <a:prstGeom prst="rect">
            <a:avLst/>
          </a:prstGeom>
        </p:spPr>
        <p:txBody>
          <a:bodyPr vert="horz" wrap="square" lIns="99030" tIns="49515" rIns="99030" bIns="49515" numCol="1" anchor="t" anchorCtr="0" compatLnSpc="1"/>
          <a:lstStyle/>
          <a:p>
            <a:pPr lvl="0"/>
            <a:r>
              <a:rPr lang="zh-CN" altLang="en-US" noProof="0" smtClean="0"/>
              <a:t>单击此处编辑母版文本样式</a:t>
            </a:r>
          </a:p>
          <a:p>
            <a:pPr lvl="1"/>
            <a:r>
              <a:rPr lang="zh-CN" altLang="en-US" noProof="0" smtClean="0"/>
              <a:t>二级</a:t>
            </a:r>
          </a:p>
          <a:p>
            <a:pPr lvl="2"/>
            <a:r>
              <a:rPr lang="zh-CN" altLang="en-US" noProof="0" smtClean="0"/>
              <a:t>三级</a:t>
            </a:r>
          </a:p>
          <a:p>
            <a:pPr lvl="3"/>
            <a:r>
              <a:rPr lang="zh-CN" altLang="en-US" noProof="0" smtClean="0"/>
              <a:t>四级</a:t>
            </a:r>
          </a:p>
          <a:p>
            <a:pPr lvl="4"/>
            <a:r>
              <a:rPr lang="zh-CN" altLang="en-US" noProof="0" smtClean="0"/>
              <a:t>五级</a:t>
            </a:r>
          </a:p>
        </p:txBody>
      </p:sp>
      <p:sp>
        <p:nvSpPr>
          <p:cNvPr id="6" name="页脚占位符 5"/>
          <p:cNvSpPr>
            <a:spLocks noGrp="1"/>
          </p:cNvSpPr>
          <p:nvPr>
            <p:ph type="ftr" sz="quarter" idx="4"/>
          </p:nvPr>
        </p:nvSpPr>
        <p:spPr>
          <a:xfrm>
            <a:off x="1" y="9721107"/>
            <a:ext cx="3076363" cy="511731"/>
          </a:xfrm>
          <a:prstGeom prst="rect">
            <a:avLst/>
          </a:prstGeom>
        </p:spPr>
        <p:txBody>
          <a:bodyPr vert="horz" lIns="99030" tIns="49515" rIns="99030" bIns="49515" rtlCol="0" anchor="b"/>
          <a:lstStyle>
            <a:lvl1pPr algn="l" defTabSz="494030" eaLnBrk="1" hangingPunct="1">
              <a:defRPr sz="1300">
                <a:latin typeface="Calibri" panose="020F0502020204030204" pitchFamily="34" charset="0"/>
                <a:ea typeface="宋体" panose="02010600030101010101" pitchFamily="2" charset="-122"/>
                <a:cs typeface="宋体" panose="02010600030101010101" pitchFamily="2" charset="-122"/>
              </a:defRPr>
            </a:lvl1pPr>
          </a:lstStyle>
          <a:p>
            <a:pPr>
              <a:defRPr/>
            </a:pPr>
            <a:endParaRPr lang="zh-CN" altLang="en-US"/>
          </a:p>
        </p:txBody>
      </p:sp>
      <p:sp>
        <p:nvSpPr>
          <p:cNvPr id="7" name="幻灯片编号占位符 6"/>
          <p:cNvSpPr>
            <a:spLocks noGrp="1"/>
          </p:cNvSpPr>
          <p:nvPr>
            <p:ph type="sldNum" sz="quarter" idx="5"/>
          </p:nvPr>
        </p:nvSpPr>
        <p:spPr>
          <a:xfrm>
            <a:off x="4021295" y="9721107"/>
            <a:ext cx="3076363" cy="511731"/>
          </a:xfrm>
          <a:prstGeom prst="rect">
            <a:avLst/>
          </a:prstGeom>
        </p:spPr>
        <p:txBody>
          <a:bodyPr vert="horz" wrap="square" lIns="99030" tIns="49515" rIns="99030" bIns="49515" numCol="1" anchor="b" anchorCtr="0" compatLnSpc="1"/>
          <a:lstStyle>
            <a:lvl1pPr algn="r" eaLnBrk="1" hangingPunct="1">
              <a:defRPr sz="1300">
                <a:ea typeface="宋体" panose="02010600030101010101" pitchFamily="2" charset="-122"/>
              </a:defRPr>
            </a:lvl1pPr>
          </a:lstStyle>
          <a:p>
            <a:pPr>
              <a:defRPr/>
            </a:pPr>
            <a:fld id="{077E23C7-9318-4B66-A97C-F22364AF5237}" type="slidenum">
              <a:rPr lang="zh-CN" altLang="en-US"/>
              <a:t>‹#›</a:t>
            </a:fld>
            <a:endParaRPr lang="zh-CN" altLang="en-US"/>
          </a:p>
        </p:txBody>
      </p:sp>
    </p:spTree>
    <p:extLst>
      <p:ext uri="{BB962C8B-B14F-4D97-AF65-F5344CB8AC3E}">
        <p14:creationId xmlns:p14="http://schemas.microsoft.com/office/powerpoint/2010/main" val="3237860534"/>
      </p:ext>
    </p:extLst>
  </p:cSld>
  <p:clrMap bg1="lt1" tx1="dk1" bg2="lt2" tx2="dk2" accent1="accent1" accent2="accent2" accent3="accent3" accent4="accent4" accent5="accent5" accent6="accent6" hlink="hlink" folHlink="folHlink"/>
  <p:hf hdr="0" ftr="0" dt="0"/>
  <p:notesStyle>
    <a:lvl1pPr algn="l" defTabSz="409575" rtl="0" eaLnBrk="0" fontAlgn="base" hangingPunct="0">
      <a:spcBef>
        <a:spcPct val="30000"/>
      </a:spcBef>
      <a:spcAft>
        <a:spcPct val="0"/>
      </a:spcAft>
      <a:defRPr kumimoji="1" sz="1100" kern="1200">
        <a:solidFill>
          <a:schemeClr val="tx1"/>
        </a:solidFill>
        <a:latin typeface="+mn-lt"/>
        <a:ea typeface="+mn-ea"/>
        <a:cs typeface="宋体" panose="02010600030101010101" pitchFamily="2" charset="-122"/>
      </a:defRPr>
    </a:lvl1pPr>
    <a:lvl2pPr marL="409575" algn="l" defTabSz="409575" rtl="0" eaLnBrk="0" fontAlgn="base" hangingPunct="0">
      <a:spcBef>
        <a:spcPct val="30000"/>
      </a:spcBef>
      <a:spcAft>
        <a:spcPct val="0"/>
      </a:spcAft>
      <a:defRPr kumimoji="1" sz="1100" kern="1200">
        <a:solidFill>
          <a:schemeClr val="tx1"/>
        </a:solidFill>
        <a:latin typeface="+mn-lt"/>
        <a:ea typeface="+mn-ea"/>
        <a:cs typeface="+mn-cs"/>
      </a:defRPr>
    </a:lvl2pPr>
    <a:lvl3pPr marL="821055" algn="l" defTabSz="409575" rtl="0" eaLnBrk="0" fontAlgn="base" hangingPunct="0">
      <a:spcBef>
        <a:spcPct val="30000"/>
      </a:spcBef>
      <a:spcAft>
        <a:spcPct val="0"/>
      </a:spcAft>
      <a:defRPr kumimoji="1" sz="1100" kern="1200">
        <a:solidFill>
          <a:schemeClr val="tx1"/>
        </a:solidFill>
        <a:latin typeface="+mn-lt"/>
        <a:ea typeface="+mn-ea"/>
        <a:cs typeface="+mn-cs"/>
      </a:defRPr>
    </a:lvl3pPr>
    <a:lvl4pPr marL="1230630" algn="l" defTabSz="409575" rtl="0" eaLnBrk="0" fontAlgn="base" hangingPunct="0">
      <a:spcBef>
        <a:spcPct val="30000"/>
      </a:spcBef>
      <a:spcAft>
        <a:spcPct val="0"/>
      </a:spcAft>
      <a:defRPr kumimoji="1" sz="1100" kern="1200">
        <a:solidFill>
          <a:schemeClr val="tx1"/>
        </a:solidFill>
        <a:latin typeface="+mn-lt"/>
        <a:ea typeface="+mn-ea"/>
        <a:cs typeface="+mn-cs"/>
      </a:defRPr>
    </a:lvl4pPr>
    <a:lvl5pPr marL="1641475" algn="l" defTabSz="409575" rtl="0" eaLnBrk="0" fontAlgn="base" hangingPunct="0">
      <a:spcBef>
        <a:spcPct val="30000"/>
      </a:spcBef>
      <a:spcAft>
        <a:spcPct val="0"/>
      </a:spcAft>
      <a:defRPr kumimoji="1" sz="1100" kern="1200">
        <a:solidFill>
          <a:schemeClr val="tx1"/>
        </a:solidFill>
        <a:latin typeface="+mn-lt"/>
        <a:ea typeface="+mn-ea"/>
        <a:cs typeface="+mn-cs"/>
      </a:defRPr>
    </a:lvl5pPr>
    <a:lvl6pPr marL="2052320" algn="l" defTabSz="410210" rtl="0" eaLnBrk="1" latinLnBrk="0" hangingPunct="1">
      <a:defRPr sz="1100" kern="1200">
        <a:solidFill>
          <a:schemeClr val="tx1"/>
        </a:solidFill>
        <a:latin typeface="+mn-lt"/>
        <a:ea typeface="+mn-ea"/>
        <a:cs typeface="+mn-cs"/>
      </a:defRPr>
    </a:lvl6pPr>
    <a:lvl7pPr marL="2462530" algn="l" defTabSz="410210" rtl="0" eaLnBrk="1" latinLnBrk="0" hangingPunct="1">
      <a:defRPr sz="1100" kern="1200">
        <a:solidFill>
          <a:schemeClr val="tx1"/>
        </a:solidFill>
        <a:latin typeface="+mn-lt"/>
        <a:ea typeface="+mn-ea"/>
        <a:cs typeface="+mn-cs"/>
      </a:defRPr>
    </a:lvl7pPr>
    <a:lvl8pPr marL="2873375" algn="l" defTabSz="410210" rtl="0" eaLnBrk="1" latinLnBrk="0" hangingPunct="1">
      <a:defRPr sz="1100" kern="1200">
        <a:solidFill>
          <a:schemeClr val="tx1"/>
        </a:solidFill>
        <a:latin typeface="+mn-lt"/>
        <a:ea typeface="+mn-ea"/>
        <a:cs typeface="+mn-cs"/>
      </a:defRPr>
    </a:lvl8pPr>
    <a:lvl9pPr marL="3283585" algn="l" defTabSz="410210" rtl="0" eaLnBrk="1" latinLnBrk="0" hangingPunct="1">
      <a:defRPr sz="11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77E23C7-9318-4B66-A97C-F22364AF5237}" type="slidenum">
              <a:rPr lang="zh-CN" altLang="en-US"/>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87400" y="1279525"/>
            <a:ext cx="5524500" cy="345281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3271971-2C66-405E-A74D-7E371BACBA1C}"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87400" y="1279525"/>
            <a:ext cx="5524500" cy="345281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3271971-2C66-405E-A74D-7E371BACBA1C}"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87400" y="1279525"/>
            <a:ext cx="5524500" cy="345281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3271971-2C66-405E-A74D-7E371BACBA1C}" type="slidenum">
              <a:rPr lang="zh-CN" altLang="en-US" smtClean="0"/>
              <a:t>4</a:t>
            </a:fld>
            <a:endParaRPr lang="zh-CN" altLang="en-US"/>
          </a:p>
        </p:txBody>
      </p:sp>
    </p:spTree>
    <p:extLst>
      <p:ext uri="{BB962C8B-B14F-4D97-AF65-F5344CB8AC3E}">
        <p14:creationId xmlns:p14="http://schemas.microsoft.com/office/powerpoint/2010/main" val="38594295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87400" y="1279525"/>
            <a:ext cx="5524500" cy="345281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3271971-2C66-405E-A74D-7E371BACBA1C}" type="slidenum">
              <a:rPr lang="zh-CN" altLang="en-US" smtClean="0"/>
              <a:t>5</a:t>
            </a:fld>
            <a:endParaRPr lang="zh-CN" altLang="en-US"/>
          </a:p>
        </p:txBody>
      </p:sp>
    </p:spTree>
    <p:extLst>
      <p:ext uri="{BB962C8B-B14F-4D97-AF65-F5344CB8AC3E}">
        <p14:creationId xmlns:p14="http://schemas.microsoft.com/office/powerpoint/2010/main" val="5602739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87400" y="1279525"/>
            <a:ext cx="5524500" cy="345281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3271971-2C66-405E-A74D-7E371BACBA1C}" type="slidenum">
              <a:rPr lang="zh-CN" altLang="en-US" smtClean="0"/>
              <a:t>6</a:t>
            </a:fld>
            <a:endParaRPr lang="zh-CN" altLang="en-US"/>
          </a:p>
        </p:txBody>
      </p:sp>
    </p:spTree>
    <p:extLst>
      <p:ext uri="{BB962C8B-B14F-4D97-AF65-F5344CB8AC3E}">
        <p14:creationId xmlns:p14="http://schemas.microsoft.com/office/powerpoint/2010/main" val="36991224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87400" y="1279525"/>
            <a:ext cx="5524500" cy="345281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3271971-2C66-405E-A74D-7E371BACBA1C}" type="slidenum">
              <a:rPr lang="zh-CN" altLang="en-US" smtClean="0"/>
              <a:t>7</a:t>
            </a:fld>
            <a:endParaRPr lang="zh-CN" altLang="en-US"/>
          </a:p>
        </p:txBody>
      </p:sp>
    </p:spTree>
    <p:extLst>
      <p:ext uri="{BB962C8B-B14F-4D97-AF65-F5344CB8AC3E}">
        <p14:creationId xmlns:p14="http://schemas.microsoft.com/office/powerpoint/2010/main" val="26350885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87400" y="1279525"/>
            <a:ext cx="5524500" cy="345281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3271971-2C66-405E-A74D-7E371BACBA1C}" type="slidenum">
              <a:rPr lang="zh-CN" altLang="en-US" smtClean="0"/>
              <a:t>8</a:t>
            </a:fld>
            <a:endParaRPr lang="zh-CN" altLang="en-US"/>
          </a:p>
        </p:txBody>
      </p:sp>
    </p:spTree>
    <p:extLst>
      <p:ext uri="{BB962C8B-B14F-4D97-AF65-F5344CB8AC3E}">
        <p14:creationId xmlns:p14="http://schemas.microsoft.com/office/powerpoint/2010/main" val="11036638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87400" y="1279525"/>
            <a:ext cx="5524500" cy="345281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3271971-2C66-405E-A74D-7E371BACBA1C}" type="slidenum">
              <a:rPr lang="zh-CN" altLang="en-US" smtClean="0"/>
              <a:t>9</a:t>
            </a:fld>
            <a:endParaRPr lang="zh-CN" altLang="en-US"/>
          </a:p>
        </p:txBody>
      </p:sp>
    </p:spTree>
    <p:extLst>
      <p:ext uri="{BB962C8B-B14F-4D97-AF65-F5344CB8AC3E}">
        <p14:creationId xmlns:p14="http://schemas.microsoft.com/office/powerpoint/2010/main" val="10350207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87400" y="1279525"/>
            <a:ext cx="5524500" cy="345281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3271971-2C66-405E-A74D-7E371BACBA1C}" type="slidenum">
              <a:rPr lang="zh-CN" altLang="en-US" smtClean="0"/>
              <a:t>10</a:t>
            </a:fld>
            <a:endParaRPr lang="zh-CN" altLang="en-US"/>
          </a:p>
        </p:txBody>
      </p:sp>
    </p:spTree>
    <p:extLst>
      <p:ext uri="{BB962C8B-B14F-4D97-AF65-F5344CB8AC3E}">
        <p14:creationId xmlns:p14="http://schemas.microsoft.com/office/powerpoint/2010/main" val="9543304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87400" y="1279525"/>
            <a:ext cx="5524500" cy="345281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3271971-2C66-405E-A74D-7E371BACBA1C}" type="slidenum">
              <a:rPr lang="zh-CN" altLang="en-US" smtClean="0"/>
              <a:t>11</a:t>
            </a:fld>
            <a:endParaRPr lang="zh-CN" altLang="en-US"/>
          </a:p>
        </p:txBody>
      </p:sp>
    </p:spTree>
    <p:extLst>
      <p:ext uri="{BB962C8B-B14F-4D97-AF65-F5344CB8AC3E}">
        <p14:creationId xmlns:p14="http://schemas.microsoft.com/office/powerpoint/2010/main" val="33225556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87400" y="1279525"/>
            <a:ext cx="5524500" cy="345281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3271971-2C66-405E-A74D-7E371BACBA1C}" type="slidenum">
              <a:rPr lang="zh-CN" altLang="en-US" smtClean="0"/>
              <a:t>12</a:t>
            </a:fld>
            <a:endParaRPr lang="zh-CN" altLang="en-US"/>
          </a:p>
        </p:txBody>
      </p:sp>
    </p:spTree>
    <p:extLst>
      <p:ext uri="{BB962C8B-B14F-4D97-AF65-F5344CB8AC3E}">
        <p14:creationId xmlns:p14="http://schemas.microsoft.com/office/powerpoint/2010/main" val="41237263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87400" y="1279525"/>
            <a:ext cx="5524500" cy="345281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3271971-2C66-405E-A74D-7E371BACBA1C}" type="slidenum">
              <a:rPr lang="zh-CN" altLang="en-US" smtClean="0"/>
              <a:t>13</a:t>
            </a:fld>
            <a:endParaRPr lang="zh-CN" altLang="en-US"/>
          </a:p>
        </p:txBody>
      </p:sp>
    </p:spTree>
    <p:extLst>
      <p:ext uri="{BB962C8B-B14F-4D97-AF65-F5344CB8AC3E}">
        <p14:creationId xmlns:p14="http://schemas.microsoft.com/office/powerpoint/2010/main" val="37160757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87400" y="1279525"/>
            <a:ext cx="5524500" cy="345281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3271971-2C66-405E-A74D-7E371BACBA1C}" type="slidenum">
              <a:rPr lang="zh-CN" altLang="en-US" smtClean="0"/>
              <a:t>14</a:t>
            </a:fld>
            <a:endParaRPr lang="zh-CN" altLang="en-US"/>
          </a:p>
        </p:txBody>
      </p:sp>
    </p:spTree>
    <p:extLst>
      <p:ext uri="{BB962C8B-B14F-4D97-AF65-F5344CB8AC3E}">
        <p14:creationId xmlns:p14="http://schemas.microsoft.com/office/powerpoint/2010/main" val="6163111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87400" y="1279525"/>
            <a:ext cx="5524500" cy="345281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3271971-2C66-405E-A74D-7E371BACBA1C}" type="slidenum">
              <a:rPr lang="zh-CN" altLang="en-US" smtClean="0"/>
              <a:t>15</a:t>
            </a:fld>
            <a:endParaRPr lang="zh-CN" altLang="en-US"/>
          </a:p>
        </p:txBody>
      </p:sp>
    </p:spTree>
    <p:extLst>
      <p:ext uri="{BB962C8B-B14F-4D97-AF65-F5344CB8AC3E}">
        <p14:creationId xmlns:p14="http://schemas.microsoft.com/office/powerpoint/2010/main" val="22027255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87400" y="1279525"/>
            <a:ext cx="5524500" cy="345281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3271971-2C66-405E-A74D-7E371BACBA1C}" type="slidenum">
              <a:rPr lang="zh-CN" altLang="en-US" smtClean="0"/>
              <a:t>16</a:t>
            </a:fld>
            <a:endParaRPr lang="zh-CN" altLang="en-US"/>
          </a:p>
        </p:txBody>
      </p:sp>
    </p:spTree>
    <p:extLst>
      <p:ext uri="{BB962C8B-B14F-4D97-AF65-F5344CB8AC3E}">
        <p14:creationId xmlns:p14="http://schemas.microsoft.com/office/powerpoint/2010/main" val="41310473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87400" y="1279525"/>
            <a:ext cx="5524500" cy="345281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3271971-2C66-405E-A74D-7E371BACBA1C}" type="slidenum">
              <a:rPr lang="zh-CN" altLang="en-US" smtClean="0"/>
              <a:t>17</a:t>
            </a:fld>
            <a:endParaRPr lang="zh-CN" altLang="en-US"/>
          </a:p>
        </p:txBody>
      </p:sp>
    </p:spTree>
    <p:extLst>
      <p:ext uri="{BB962C8B-B14F-4D97-AF65-F5344CB8AC3E}">
        <p14:creationId xmlns:p14="http://schemas.microsoft.com/office/powerpoint/2010/main" val="35206713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87400" y="1279525"/>
            <a:ext cx="5524500" cy="345281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3271971-2C66-405E-A74D-7E371BACBA1C}" type="slidenum">
              <a:rPr lang="zh-CN" altLang="en-US" smtClean="0"/>
              <a:t>18</a:t>
            </a:fld>
            <a:endParaRPr lang="zh-CN" altLang="en-US"/>
          </a:p>
        </p:txBody>
      </p:sp>
    </p:spTree>
    <p:extLst>
      <p:ext uri="{BB962C8B-B14F-4D97-AF65-F5344CB8AC3E}">
        <p14:creationId xmlns:p14="http://schemas.microsoft.com/office/powerpoint/2010/main" val="20363276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87400" y="1279525"/>
            <a:ext cx="5524500" cy="345281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3271971-2C66-405E-A74D-7E371BACBA1C}" type="slidenum">
              <a:rPr lang="zh-CN" altLang="en-US" smtClean="0"/>
              <a:t>19</a:t>
            </a:fld>
            <a:endParaRPr lang="zh-CN" altLang="en-US"/>
          </a:p>
        </p:txBody>
      </p:sp>
    </p:spTree>
    <p:extLst>
      <p:ext uri="{BB962C8B-B14F-4D97-AF65-F5344CB8AC3E}">
        <p14:creationId xmlns:p14="http://schemas.microsoft.com/office/powerpoint/2010/main" val="18660820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87400" y="1279525"/>
            <a:ext cx="5524500" cy="345281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3271971-2C66-405E-A74D-7E371BACBA1C}" type="slidenum">
              <a:rPr lang="zh-CN" altLang="en-US" smtClean="0"/>
              <a:t>20</a:t>
            </a:fld>
            <a:endParaRPr lang="zh-CN" altLang="en-US"/>
          </a:p>
        </p:txBody>
      </p:sp>
    </p:spTree>
    <p:extLst>
      <p:ext uri="{BB962C8B-B14F-4D97-AF65-F5344CB8AC3E}">
        <p14:creationId xmlns:p14="http://schemas.microsoft.com/office/powerpoint/2010/main" val="748788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87400" y="1279525"/>
            <a:ext cx="5524500" cy="345281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3271971-2C66-405E-A74D-7E371BACBA1C}" type="slidenum">
              <a:rPr lang="zh-CN" altLang="en-US" smtClean="0"/>
              <a:t>21</a:t>
            </a:fld>
            <a:endParaRPr lang="zh-CN" altLang="en-US"/>
          </a:p>
        </p:txBody>
      </p:sp>
    </p:spTree>
    <p:extLst>
      <p:ext uri="{BB962C8B-B14F-4D97-AF65-F5344CB8AC3E}">
        <p14:creationId xmlns:p14="http://schemas.microsoft.com/office/powerpoint/2010/main" val="38185426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87400" y="1279525"/>
            <a:ext cx="5524500" cy="345281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3271971-2C66-405E-A74D-7E371BACBA1C}" type="slidenum">
              <a:rPr lang="zh-CN" altLang="en-US" smtClean="0"/>
              <a:t>22</a:t>
            </a:fld>
            <a:endParaRPr lang="zh-CN" altLang="en-US"/>
          </a:p>
        </p:txBody>
      </p:sp>
    </p:spTree>
    <p:extLst>
      <p:ext uri="{BB962C8B-B14F-4D97-AF65-F5344CB8AC3E}">
        <p14:creationId xmlns:p14="http://schemas.microsoft.com/office/powerpoint/2010/main" val="25928380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87400" y="1279525"/>
            <a:ext cx="5524500" cy="345281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3271971-2C66-405E-A74D-7E371BACBA1C}" type="slidenum">
              <a:rPr lang="zh-CN" altLang="en-US" smtClean="0"/>
              <a:t>23</a:t>
            </a:fld>
            <a:endParaRPr lang="zh-CN" altLang="en-US"/>
          </a:p>
        </p:txBody>
      </p:sp>
    </p:spTree>
    <p:extLst>
      <p:ext uri="{BB962C8B-B14F-4D97-AF65-F5344CB8AC3E}">
        <p14:creationId xmlns:p14="http://schemas.microsoft.com/office/powerpoint/2010/main" val="14036330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87400" y="1279525"/>
            <a:ext cx="5524500" cy="345281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3271971-2C66-405E-A74D-7E371BACBA1C}" type="slidenum">
              <a:rPr lang="zh-CN" altLang="en-US" smtClean="0"/>
              <a:t>24</a:t>
            </a:fld>
            <a:endParaRPr lang="zh-CN" altLang="en-US"/>
          </a:p>
        </p:txBody>
      </p:sp>
    </p:spTree>
    <p:extLst>
      <p:ext uri="{BB962C8B-B14F-4D97-AF65-F5344CB8AC3E}">
        <p14:creationId xmlns:p14="http://schemas.microsoft.com/office/powerpoint/2010/main" val="24550798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87400" y="1279525"/>
            <a:ext cx="5524500" cy="345281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3271971-2C66-405E-A74D-7E371BACBA1C}" type="slidenum">
              <a:rPr lang="zh-CN" altLang="en-US" smtClean="0"/>
              <a:t>25</a:t>
            </a:fld>
            <a:endParaRPr lang="zh-CN" altLang="en-US"/>
          </a:p>
        </p:txBody>
      </p:sp>
    </p:spTree>
    <p:extLst>
      <p:ext uri="{BB962C8B-B14F-4D97-AF65-F5344CB8AC3E}">
        <p14:creationId xmlns:p14="http://schemas.microsoft.com/office/powerpoint/2010/main" val="16942494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87400" y="1279525"/>
            <a:ext cx="5524500" cy="345281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3271971-2C66-405E-A74D-7E371BACBA1C}" type="slidenum">
              <a:rPr lang="zh-CN" altLang="en-US" smtClean="0"/>
              <a:t>26</a:t>
            </a:fld>
            <a:endParaRPr lang="zh-CN" altLang="en-US"/>
          </a:p>
        </p:txBody>
      </p:sp>
    </p:spTree>
    <p:extLst>
      <p:ext uri="{BB962C8B-B14F-4D97-AF65-F5344CB8AC3E}">
        <p14:creationId xmlns:p14="http://schemas.microsoft.com/office/powerpoint/2010/main" val="5438053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87400" y="1279525"/>
            <a:ext cx="5524500" cy="345281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3271971-2C66-405E-A74D-7E371BACBA1C}" type="slidenum">
              <a:rPr lang="zh-CN" altLang="en-US" smtClean="0"/>
              <a:t>27</a:t>
            </a:fld>
            <a:endParaRPr lang="zh-CN" altLang="en-US"/>
          </a:p>
        </p:txBody>
      </p:sp>
    </p:spTree>
    <p:extLst>
      <p:ext uri="{BB962C8B-B14F-4D97-AF65-F5344CB8AC3E}">
        <p14:creationId xmlns:p14="http://schemas.microsoft.com/office/powerpoint/2010/main" val="3614967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87400" y="1279525"/>
            <a:ext cx="5524500" cy="345281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3271971-2C66-405E-A74D-7E371BACBA1C}" type="slidenum">
              <a:rPr lang="zh-CN" altLang="en-US" smtClean="0"/>
              <a:t>28</a:t>
            </a:fld>
            <a:endParaRPr lang="zh-CN" altLang="en-US"/>
          </a:p>
        </p:txBody>
      </p:sp>
    </p:spTree>
    <p:extLst>
      <p:ext uri="{BB962C8B-B14F-4D97-AF65-F5344CB8AC3E}">
        <p14:creationId xmlns:p14="http://schemas.microsoft.com/office/powerpoint/2010/main" val="3156169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87400" y="1279525"/>
            <a:ext cx="5524500" cy="345281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3271971-2C66-405E-A74D-7E371BACBA1C}" type="slidenum">
              <a:rPr lang="zh-CN" altLang="en-US" smtClean="0"/>
              <a:t>29</a:t>
            </a:fld>
            <a:endParaRPr lang="zh-CN" altLang="en-US"/>
          </a:p>
        </p:txBody>
      </p:sp>
    </p:spTree>
    <p:extLst>
      <p:ext uri="{BB962C8B-B14F-4D97-AF65-F5344CB8AC3E}">
        <p14:creationId xmlns:p14="http://schemas.microsoft.com/office/powerpoint/2010/main" val="35297580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87400" y="1279525"/>
            <a:ext cx="5524500" cy="345281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3271971-2C66-405E-A74D-7E371BACBA1C}" type="slidenum">
              <a:rPr lang="zh-CN" altLang="en-US" smtClean="0"/>
              <a:t>30</a:t>
            </a:fld>
            <a:endParaRPr lang="zh-CN" altLang="en-US"/>
          </a:p>
        </p:txBody>
      </p:sp>
    </p:spTree>
    <p:extLst>
      <p:ext uri="{BB962C8B-B14F-4D97-AF65-F5344CB8AC3E}">
        <p14:creationId xmlns:p14="http://schemas.microsoft.com/office/powerpoint/2010/main" val="7307188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87400" y="1279525"/>
            <a:ext cx="5524500" cy="345281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3271971-2C66-405E-A74D-7E371BACBA1C}" type="slidenum">
              <a:rPr lang="zh-CN" altLang="en-US" smtClean="0"/>
              <a:t>31</a:t>
            </a:fld>
            <a:endParaRPr lang="zh-CN" altLang="en-US"/>
          </a:p>
        </p:txBody>
      </p:sp>
    </p:spTree>
    <p:extLst>
      <p:ext uri="{BB962C8B-B14F-4D97-AF65-F5344CB8AC3E}">
        <p14:creationId xmlns:p14="http://schemas.microsoft.com/office/powerpoint/2010/main" val="6459688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87400" y="1279525"/>
            <a:ext cx="5524500" cy="345281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3271971-2C66-405E-A74D-7E371BACBA1C}" type="slidenum">
              <a:rPr lang="zh-CN" altLang="en-US" smtClean="0"/>
              <a:t>32</a:t>
            </a:fld>
            <a:endParaRPr lang="zh-CN" altLang="en-US"/>
          </a:p>
        </p:txBody>
      </p:sp>
    </p:spTree>
    <p:extLst>
      <p:ext uri="{BB962C8B-B14F-4D97-AF65-F5344CB8AC3E}">
        <p14:creationId xmlns:p14="http://schemas.microsoft.com/office/powerpoint/2010/main" val="1865171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87400" y="1279525"/>
            <a:ext cx="5524500" cy="345281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3271971-2C66-405E-A74D-7E371BACBA1C}" type="slidenum">
              <a:rPr lang="zh-CN" altLang="en-US" smtClean="0"/>
              <a:t>33</a:t>
            </a:fld>
            <a:endParaRPr lang="zh-CN" altLang="en-US"/>
          </a:p>
        </p:txBody>
      </p:sp>
    </p:spTree>
    <p:extLst>
      <p:ext uri="{BB962C8B-B14F-4D97-AF65-F5344CB8AC3E}">
        <p14:creationId xmlns:p14="http://schemas.microsoft.com/office/powerpoint/2010/main" val="131145496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1">
    <p:spTree>
      <p:nvGrpSpPr>
        <p:cNvPr id="1" name=""/>
        <p:cNvGrpSpPr/>
        <p:nvPr/>
      </p:nvGrpSpPr>
      <p:grpSpPr>
        <a:xfrm>
          <a:off x="0" y="0"/>
          <a:ext cx="0" cy="0"/>
          <a:chOff x="0" y="0"/>
          <a:chExt cx="0" cy="0"/>
        </a:xfrm>
      </p:grpSpPr>
      <p:pic>
        <p:nvPicPr>
          <p:cNvPr id="3" name="图片 5" descr="封面1.jpg"/>
          <p:cNvPicPr>
            <a:picLocks noChangeAspect="1"/>
          </p:cNvPicPr>
          <p:nvPr userDrawn="1"/>
        </p:nvPicPr>
        <p:blipFill>
          <a:blip r:embed="rId2"/>
          <a:srcRect/>
          <a:stretch>
            <a:fillRect/>
          </a:stretch>
        </p:blipFill>
        <p:spPr bwMode="auto">
          <a:xfrm>
            <a:off x="3181" y="6615"/>
            <a:ext cx="9140825" cy="5708386"/>
          </a:xfrm>
          <a:prstGeom prst="rect">
            <a:avLst/>
          </a:prstGeom>
          <a:noFill/>
          <a:ln w="9525">
            <a:noFill/>
            <a:miter lim="800000"/>
            <a:headEnd/>
            <a:tailEnd/>
          </a:ln>
        </p:spPr>
      </p:pic>
      <p:sp>
        <p:nvSpPr>
          <p:cNvPr id="4" name="TextBox 3"/>
          <p:cNvSpPr txBox="1">
            <a:spLocks noChangeArrowheads="1"/>
          </p:cNvSpPr>
          <p:nvPr userDrawn="1"/>
        </p:nvSpPr>
        <p:spPr bwMode="auto">
          <a:xfrm>
            <a:off x="812800" y="1075536"/>
            <a:ext cx="4102100" cy="646331"/>
          </a:xfrm>
          <a:prstGeom prst="rect">
            <a:avLst/>
          </a:prstGeom>
          <a:noFill/>
          <a:ln w="9525">
            <a:noFill/>
            <a:miter lim="800000"/>
          </a:ln>
        </p:spPr>
        <p:txBody>
          <a:bodyPr>
            <a:spAutoFit/>
          </a:bodyPr>
          <a:lstStyle/>
          <a:p>
            <a:pPr eaLnBrk="0" hangingPunct="0">
              <a:defRPr/>
            </a:pPr>
            <a:r>
              <a:rPr lang="zh-CN" altLang="en-US" b="1" dirty="0">
                <a:solidFill>
                  <a:srgbClr val="595959"/>
                </a:solidFill>
                <a:latin typeface="Arial" panose="020B0604020202020204" pitchFamily="34" charset="0"/>
                <a:ea typeface="Arial Unicode MS" panose="020B0604020202020204" pitchFamily="34" charset="-122"/>
                <a:cs typeface="Arial" panose="020B0604020202020204" pitchFamily="34" charset="0"/>
              </a:rPr>
              <a:t>同行万里 ，致领未来    </a:t>
            </a:r>
            <a:endParaRPr lang="en-US" altLang="zh-CN" b="1" dirty="0">
              <a:solidFill>
                <a:srgbClr val="595959"/>
              </a:solidFill>
              <a:latin typeface="Arial" panose="020B0604020202020204" pitchFamily="34" charset="0"/>
              <a:ea typeface="Arial Unicode MS" panose="020B0604020202020204" pitchFamily="34" charset="-122"/>
              <a:cs typeface="Arial" panose="020B0604020202020204" pitchFamily="34" charset="0"/>
            </a:endParaRPr>
          </a:p>
          <a:p>
            <a:pPr eaLnBrk="0" hangingPunct="0">
              <a:defRPr/>
            </a:pPr>
            <a:r>
              <a:rPr lang="en-US" altLang="zh-CN" b="1" dirty="0">
                <a:solidFill>
                  <a:srgbClr val="595959"/>
                </a:solidFill>
                <a:latin typeface="Arial" panose="020B0604020202020204" pitchFamily="34" charset="0"/>
                <a:ea typeface="Arial Unicode MS" panose="020B0604020202020204" pitchFamily="34" charset="-122"/>
                <a:cs typeface="Arial" panose="020B0604020202020204" pitchFamily="34" charset="0"/>
              </a:rPr>
              <a:t>Innovation, Indefinitely</a:t>
            </a:r>
            <a:endParaRPr lang="zh-CN" altLang="en-US" b="1" dirty="0">
              <a:solidFill>
                <a:srgbClr val="595959"/>
              </a:solidFill>
              <a:latin typeface="Arial" panose="020B0604020202020204" pitchFamily="34" charset="0"/>
              <a:ea typeface="Arial Unicode MS" panose="020B0604020202020204" pitchFamily="34" charset="-122"/>
              <a:cs typeface="Arial" panose="020B0604020202020204" pitchFamily="34" charset="0"/>
            </a:endParaRPr>
          </a:p>
        </p:txBody>
      </p:sp>
      <p:pic>
        <p:nvPicPr>
          <p:cNvPr id="6" name="Picture 2" descr="C:\Users\371-201307\AppData\Roaming\Tencent\Users\314580332\QQ\WinTemp\RichOle\RK3E$_SPPN~L%~`%K]CYPBD.png"/>
          <p:cNvPicPr>
            <a:picLocks noChangeAspect="1" noChangeArrowheads="1"/>
          </p:cNvPicPr>
          <p:nvPr userDrawn="1"/>
        </p:nvPicPr>
        <p:blipFill>
          <a:blip r:embed="rId3"/>
          <a:srcRect/>
          <a:stretch>
            <a:fillRect/>
          </a:stretch>
        </p:blipFill>
        <p:spPr bwMode="auto">
          <a:xfrm>
            <a:off x="6493854" y="4711814"/>
            <a:ext cx="2260854" cy="827532"/>
          </a:xfrm>
          <a:prstGeom prst="rect">
            <a:avLst/>
          </a:prstGeom>
          <a:noFill/>
          <a:ln w="9525">
            <a:noFill/>
            <a:miter lim="800000"/>
            <a:headEnd/>
            <a:tailEnd/>
          </a:ln>
        </p:spPr>
      </p:pic>
      <p:sp>
        <p:nvSpPr>
          <p:cNvPr id="9" name="标题 1"/>
          <p:cNvSpPr>
            <a:spLocks noGrp="1"/>
          </p:cNvSpPr>
          <p:nvPr>
            <p:ph type="ctrTitle"/>
          </p:nvPr>
        </p:nvSpPr>
        <p:spPr>
          <a:xfrm>
            <a:off x="0" y="4699000"/>
            <a:ext cx="6480000" cy="597960"/>
          </a:xfrm>
        </p:spPr>
        <p:txBody>
          <a:bodyPr/>
          <a:lstStyle>
            <a:lvl1pPr algn="l">
              <a:defRPr sz="4000" baseline="0"/>
            </a:lvl1pPr>
          </a:lstStyle>
          <a:p>
            <a:r>
              <a:rPr lang="zh-CN" altLang="en-US" dirty="0" smtClean="0"/>
              <a:t>单击此处编辑母版标题样式</a:t>
            </a:r>
            <a:endParaRPr lang="zh-CN" altLang="en-US" dirty="0"/>
          </a:p>
        </p:txBody>
      </p:sp>
      <p:sp>
        <p:nvSpPr>
          <p:cNvPr id="7" name="日期占位符 12"/>
          <p:cNvSpPr>
            <a:spLocks noGrp="1"/>
          </p:cNvSpPr>
          <p:nvPr>
            <p:ph type="dt" sz="half" idx="10"/>
          </p:nvPr>
        </p:nvSpPr>
        <p:spPr/>
        <p:txBody>
          <a:bodyPr/>
          <a:lstStyle>
            <a:lvl1pPr>
              <a:defRPr smtClean="0"/>
            </a:lvl1pPr>
          </a:lstStyle>
          <a:p>
            <a:pPr>
              <a:defRPr/>
            </a:pPr>
            <a:fld id="{7FE856F5-E058-4B71-859F-D85C259AE841}" type="datetime1">
              <a:rPr lang="zh-CN" altLang="en-US" smtClean="0"/>
              <a:t>2026/1/21</a:t>
            </a:fld>
            <a:endParaRPr lang="zh-CN" altLang="en-US" dirty="0"/>
          </a:p>
        </p:txBody>
      </p:sp>
      <p:sp>
        <p:nvSpPr>
          <p:cNvPr id="12" name="TextBox 11"/>
          <p:cNvSpPr txBox="1"/>
          <p:nvPr userDrawn="1"/>
        </p:nvSpPr>
        <p:spPr>
          <a:xfrm>
            <a:off x="2960691" y="5309179"/>
            <a:ext cx="3737985" cy="400110"/>
          </a:xfrm>
          <a:prstGeom prst="rect">
            <a:avLst/>
          </a:prstGeom>
          <a:noFill/>
        </p:spPr>
        <p:txBody>
          <a:bodyPr>
            <a:noAutofit/>
          </a:bodyPr>
          <a:lstStyle/>
          <a:p>
            <a:pPr algn="ctr" eaLnBrk="0" hangingPunct="0">
              <a:defRPr/>
            </a:pPr>
            <a:r>
              <a:rPr lang="zh-CN" altLang="en-US" sz="1000" b="1" dirty="0" smtClean="0">
                <a:solidFill>
                  <a:schemeClr val="bg1">
                    <a:lumMod val="75000"/>
                  </a:schemeClr>
                </a:solidFill>
                <a:latin typeface="+mn-ea"/>
                <a:ea typeface="+mn-ea"/>
              </a:rPr>
              <a:t>版权所有，未经许可，禁止转发</a:t>
            </a:r>
            <a:endParaRPr lang="en-US" altLang="zh-CN" sz="1000" b="1" dirty="0" smtClean="0">
              <a:solidFill>
                <a:schemeClr val="bg1">
                  <a:lumMod val="75000"/>
                </a:schemeClr>
              </a:solidFill>
              <a:latin typeface="+mn-ea"/>
              <a:ea typeface="+mn-ea"/>
            </a:endParaRPr>
          </a:p>
          <a:p>
            <a:pPr algn="ctr" eaLnBrk="0" hangingPunct="0">
              <a:defRPr/>
            </a:pPr>
            <a:r>
              <a:rPr lang="en-US" sz="1000" b="1" dirty="0" smtClean="0">
                <a:solidFill>
                  <a:schemeClr val="bg1">
                    <a:lumMod val="75000"/>
                  </a:schemeClr>
                </a:solidFill>
                <a:latin typeface="+mn-ea"/>
                <a:ea typeface="+mn-ea"/>
              </a:rPr>
              <a:t>All </a:t>
            </a:r>
            <a:r>
              <a:rPr lang="en-US" sz="1000" b="1" dirty="0">
                <a:solidFill>
                  <a:schemeClr val="bg1">
                    <a:lumMod val="75000"/>
                  </a:schemeClr>
                </a:solidFill>
                <a:latin typeface="+mn-ea"/>
                <a:ea typeface="+mn-ea"/>
              </a:rPr>
              <a:t>rights reserved, without permission, do not forward</a:t>
            </a:r>
            <a:endParaRPr lang="zh-CN" altLang="en-US" sz="1000" b="1" dirty="0">
              <a:solidFill>
                <a:schemeClr val="bg1">
                  <a:lumMod val="75000"/>
                </a:schemeClr>
              </a:solidFill>
              <a:latin typeface="+mn-ea"/>
              <a:ea typeface="+mn-e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4" name="矩形 3"/>
          <p:cNvSpPr/>
          <p:nvPr userDrawn="1"/>
        </p:nvSpPr>
        <p:spPr>
          <a:xfrm>
            <a:off x="0" y="5207001"/>
            <a:ext cx="9144000" cy="59532"/>
          </a:xfrm>
          <a:prstGeom prst="rect">
            <a:avLst/>
          </a:prstGeom>
          <a:solidFill>
            <a:schemeClr val="tx1">
              <a:lumMod val="50000"/>
              <a:lumOff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0" hangingPunct="0">
              <a:defRPr/>
            </a:pPr>
            <a:endParaRPr lang="zh-CN" altLang="en-US"/>
          </a:p>
        </p:txBody>
      </p:sp>
      <p:pic>
        <p:nvPicPr>
          <p:cNvPr id="9" name="Picture 1" descr="C:\Users\371-201307\AppData\Roaming\Tencent\Users\314580332\QQ\WinTemp\RichOle\VVR5SWZ6T)[XMK1$Y20UH5G.png"/>
          <p:cNvPicPr>
            <a:picLocks noChangeAspect="1" noChangeArrowheads="1"/>
          </p:cNvPicPr>
          <p:nvPr userDrawn="1"/>
        </p:nvPicPr>
        <p:blipFill>
          <a:blip r:embed="rId2"/>
          <a:srcRect/>
          <a:stretch>
            <a:fillRect/>
          </a:stretch>
        </p:blipFill>
        <p:spPr bwMode="auto">
          <a:xfrm>
            <a:off x="8352000" y="72002"/>
            <a:ext cx="621030" cy="584835"/>
          </a:xfrm>
          <a:prstGeom prst="rect">
            <a:avLst/>
          </a:prstGeom>
          <a:noFill/>
          <a:ln w="9525">
            <a:noFill/>
            <a:miter lim="800000"/>
            <a:headEnd/>
            <a:tailEnd/>
          </a:ln>
        </p:spPr>
      </p:pic>
      <p:sp>
        <p:nvSpPr>
          <p:cNvPr id="3" name="内容占位符 2"/>
          <p:cNvSpPr>
            <a:spLocks noGrp="1"/>
          </p:cNvSpPr>
          <p:nvPr>
            <p:ph idx="1"/>
          </p:nvPr>
        </p:nvSpPr>
        <p:spPr>
          <a:xfrm>
            <a:off x="457200" y="1217086"/>
            <a:ext cx="8229600" cy="3772959"/>
          </a:xfrm>
        </p:spPr>
        <p:txBody>
          <a:bodyPr/>
          <a:lstStyle/>
          <a:p>
            <a:pPr lvl="0"/>
            <a:r>
              <a:rPr lang="zh-CN" altLang="en-US" dirty="0" smtClean="0"/>
              <a:t>单击此处编辑母版文本样式</a:t>
            </a:r>
          </a:p>
          <a:p>
            <a:pPr lvl="1"/>
            <a:r>
              <a:rPr lang="zh-CN" altLang="en-US" dirty="0" smtClean="0"/>
              <a:t>二级</a:t>
            </a:r>
          </a:p>
          <a:p>
            <a:pPr lvl="2"/>
            <a:r>
              <a:rPr lang="zh-CN" altLang="en-US" dirty="0" smtClean="0"/>
              <a:t>三级</a:t>
            </a:r>
          </a:p>
          <a:p>
            <a:pPr lvl="3"/>
            <a:r>
              <a:rPr lang="zh-CN" altLang="en-US" dirty="0" smtClean="0"/>
              <a:t>四级</a:t>
            </a:r>
          </a:p>
          <a:p>
            <a:pPr lvl="4"/>
            <a:r>
              <a:rPr lang="zh-CN" altLang="en-US" dirty="0" smtClean="0"/>
              <a:t>五级</a:t>
            </a:r>
            <a:endParaRPr lang="zh-CN" altLang="en-US" dirty="0"/>
          </a:p>
        </p:txBody>
      </p:sp>
      <p:sp>
        <p:nvSpPr>
          <p:cNvPr id="15" name="标题 1"/>
          <p:cNvSpPr>
            <a:spLocks noGrp="1"/>
          </p:cNvSpPr>
          <p:nvPr>
            <p:ph type="title"/>
          </p:nvPr>
        </p:nvSpPr>
        <p:spPr>
          <a:xfrm>
            <a:off x="774000" y="617001"/>
            <a:ext cx="7874000" cy="449792"/>
          </a:xfrm>
        </p:spPr>
        <p:txBody>
          <a:bodyPr/>
          <a:lstStyle>
            <a:lvl1pPr marL="0" marR="0" indent="0" algn="l" defTabSz="455930" rtl="0" eaLnBrk="0" fontAlgn="base" latinLnBrk="0" hangingPunct="0">
              <a:lnSpc>
                <a:spcPct val="100000"/>
              </a:lnSpc>
              <a:spcBef>
                <a:spcPct val="0"/>
              </a:spcBef>
              <a:spcAft>
                <a:spcPct val="0"/>
              </a:spcAft>
              <a:defRPr kumimoji="1" lang="zh-CN" altLang="en-US" sz="4400" kern="1200" noProof="0">
                <a:solidFill>
                  <a:schemeClr val="tx1"/>
                </a:solidFill>
                <a:latin typeface="+mj-ea"/>
                <a:ea typeface="+mj-ea"/>
                <a:cs typeface="Arial Unicode MS" panose="020B0604020202020204" pitchFamily="34" charset="-122"/>
              </a:defRPr>
            </a:lvl1pPr>
          </a:lstStyle>
          <a:p>
            <a:pPr lvl="0"/>
            <a:r>
              <a:rPr lang="zh-CN" altLang="en-US" dirty="0" smtClean="0"/>
              <a:t>单击此处编辑母版标题样式</a:t>
            </a:r>
            <a:endParaRPr lang="zh-CN" altLang="en-US" noProof="0" dirty="0" smtClean="0"/>
          </a:p>
        </p:txBody>
      </p:sp>
      <p:sp>
        <p:nvSpPr>
          <p:cNvPr id="13" name="TextBox 12"/>
          <p:cNvSpPr txBox="1"/>
          <p:nvPr userDrawn="1"/>
        </p:nvSpPr>
        <p:spPr>
          <a:xfrm>
            <a:off x="2960691" y="5309179"/>
            <a:ext cx="3737985" cy="400110"/>
          </a:xfrm>
          <a:prstGeom prst="rect">
            <a:avLst/>
          </a:prstGeom>
          <a:noFill/>
        </p:spPr>
        <p:txBody>
          <a:bodyPr>
            <a:noAutofit/>
          </a:bodyPr>
          <a:lstStyle/>
          <a:p>
            <a:pPr algn="ctr" eaLnBrk="0" hangingPunct="0">
              <a:defRPr/>
            </a:pPr>
            <a:r>
              <a:rPr lang="zh-CN" altLang="en-US" sz="1000" b="1" dirty="0" smtClean="0">
                <a:solidFill>
                  <a:schemeClr val="bg1">
                    <a:lumMod val="75000"/>
                  </a:schemeClr>
                </a:solidFill>
                <a:latin typeface="+mn-ea"/>
                <a:ea typeface="+mn-ea"/>
              </a:rPr>
              <a:t>版权所有，未经许可，禁止转发</a:t>
            </a:r>
            <a:endParaRPr lang="en-US" altLang="zh-CN" sz="1000" b="1" dirty="0" smtClean="0">
              <a:solidFill>
                <a:schemeClr val="bg1">
                  <a:lumMod val="75000"/>
                </a:schemeClr>
              </a:solidFill>
              <a:latin typeface="+mn-ea"/>
              <a:ea typeface="+mn-ea"/>
            </a:endParaRPr>
          </a:p>
          <a:p>
            <a:pPr algn="ctr" eaLnBrk="0" hangingPunct="0">
              <a:defRPr/>
            </a:pPr>
            <a:r>
              <a:rPr lang="en-US" sz="1000" b="1" dirty="0" smtClean="0">
                <a:solidFill>
                  <a:schemeClr val="bg1">
                    <a:lumMod val="75000"/>
                  </a:schemeClr>
                </a:solidFill>
                <a:latin typeface="+mn-ea"/>
                <a:ea typeface="+mn-ea"/>
              </a:rPr>
              <a:t>All </a:t>
            </a:r>
            <a:r>
              <a:rPr lang="en-US" sz="1000" b="1" dirty="0">
                <a:solidFill>
                  <a:schemeClr val="bg1">
                    <a:lumMod val="75000"/>
                  </a:schemeClr>
                </a:solidFill>
                <a:latin typeface="+mn-ea"/>
                <a:ea typeface="+mn-ea"/>
              </a:rPr>
              <a:t>rights reserved, without permission, do not forward</a:t>
            </a:r>
            <a:endParaRPr lang="zh-CN" altLang="en-US" sz="1000" b="1" dirty="0">
              <a:solidFill>
                <a:schemeClr val="bg1">
                  <a:lumMod val="75000"/>
                </a:schemeClr>
              </a:solidFill>
              <a:latin typeface="+mn-ea"/>
              <a:ea typeface="+mn-ea"/>
            </a:endParaRPr>
          </a:p>
        </p:txBody>
      </p:sp>
      <p:sp>
        <p:nvSpPr>
          <p:cNvPr id="14" name="TextBox 13"/>
          <p:cNvSpPr txBox="1"/>
          <p:nvPr userDrawn="1"/>
        </p:nvSpPr>
        <p:spPr>
          <a:xfrm>
            <a:off x="6375834" y="5266536"/>
            <a:ext cx="3225800" cy="246221"/>
          </a:xfrm>
          <a:prstGeom prst="rect">
            <a:avLst/>
          </a:prstGeom>
          <a:noFill/>
        </p:spPr>
        <p:txBody>
          <a:bodyPr>
            <a:spAutoFit/>
          </a:bodyPr>
          <a:lstStyle/>
          <a:p>
            <a:pPr algn="ctr" eaLnBrk="0" hangingPunct="0">
              <a:defRPr/>
            </a:pPr>
            <a:endParaRPr lang="zh-CN" altLang="en-US" sz="1000" b="1" dirty="0">
              <a:solidFill>
                <a:schemeClr val="bg1">
                  <a:lumMod val="75000"/>
                </a:schemeClr>
              </a:solidFill>
              <a:ea typeface="宋体" panose="02010600030101010101" pitchFamily="2" charset="-122"/>
            </a:endParaRPr>
          </a:p>
        </p:txBody>
      </p:sp>
      <p:pic>
        <p:nvPicPr>
          <p:cNvPr id="16" name="Picture 12" descr="C:\Users\371-201307\AppData\Roaming\Tencent\Users\314580332\QQ\WinTemp\RichOle\3$C2WUPH{R@E`2~%)J(LT]C.png"/>
          <p:cNvPicPr>
            <a:picLocks noChangeAspect="1" noChangeArrowheads="1"/>
          </p:cNvPicPr>
          <p:nvPr userDrawn="1"/>
        </p:nvPicPr>
        <p:blipFill>
          <a:blip r:embed="rId3"/>
          <a:srcRect/>
          <a:stretch>
            <a:fillRect/>
          </a:stretch>
        </p:blipFill>
        <p:spPr bwMode="auto">
          <a:xfrm>
            <a:off x="-1588" y="4996968"/>
            <a:ext cx="1343026" cy="281782"/>
          </a:xfrm>
          <a:prstGeom prst="rect">
            <a:avLst/>
          </a:prstGeom>
          <a:noFill/>
          <a:ln w="9525">
            <a:noFill/>
            <a:miter lim="800000"/>
            <a:headEnd/>
            <a:tailEnd/>
          </a:ln>
        </p:spPr>
      </p:pic>
      <p:sp>
        <p:nvSpPr>
          <p:cNvPr id="17" name="TextBox 16"/>
          <p:cNvSpPr txBox="1"/>
          <p:nvPr userDrawn="1"/>
        </p:nvSpPr>
        <p:spPr>
          <a:xfrm>
            <a:off x="-89900" y="5273458"/>
            <a:ext cx="1696297" cy="400110"/>
          </a:xfrm>
          <a:prstGeom prst="rect">
            <a:avLst/>
          </a:prstGeom>
          <a:noFill/>
        </p:spPr>
        <p:txBody>
          <a:bodyPr wrap="none">
            <a:spAutoFit/>
          </a:bodyPr>
          <a:lstStyle/>
          <a:p>
            <a:pPr algn="ctr" eaLnBrk="0" hangingPunct="0">
              <a:defRPr/>
            </a:pPr>
            <a:r>
              <a:rPr lang="zh-CN" altLang="en-US" sz="1000" b="1" dirty="0">
                <a:solidFill>
                  <a:schemeClr val="tx1">
                    <a:lumMod val="65000"/>
                    <a:lumOff val="35000"/>
                  </a:schemeClr>
                </a:solidFill>
                <a:latin typeface="+mn-ea"/>
                <a:ea typeface="+mn-ea"/>
              </a:rPr>
              <a:t>同行万里 ，致领未来</a:t>
            </a:r>
            <a:endParaRPr lang="en-US" altLang="zh-CN" sz="1000" b="1" dirty="0">
              <a:solidFill>
                <a:schemeClr val="tx1">
                  <a:lumMod val="65000"/>
                  <a:lumOff val="35000"/>
                </a:schemeClr>
              </a:solidFill>
              <a:latin typeface="+mn-ea"/>
              <a:ea typeface="+mn-ea"/>
            </a:endParaRPr>
          </a:p>
          <a:p>
            <a:pPr algn="ctr" eaLnBrk="0" hangingPunct="0">
              <a:defRPr/>
            </a:pPr>
            <a:r>
              <a:rPr lang="en-US" altLang="zh-CN" sz="1000" b="1" dirty="0">
                <a:solidFill>
                  <a:schemeClr val="tx1">
                    <a:lumMod val="65000"/>
                    <a:lumOff val="35000"/>
                  </a:schemeClr>
                </a:solidFill>
                <a:latin typeface="+mn-ea"/>
                <a:ea typeface="+mn-ea"/>
              </a:rPr>
              <a:t>Innovation, indefinitely</a:t>
            </a:r>
            <a:endParaRPr lang="zh-CN" altLang="en-US" sz="1000" b="1" dirty="0">
              <a:solidFill>
                <a:schemeClr val="tx1">
                  <a:lumMod val="65000"/>
                  <a:lumOff val="35000"/>
                </a:schemeClr>
              </a:solidFill>
              <a:latin typeface="+mn-ea"/>
              <a:ea typeface="+mn-ea"/>
            </a:endParaRPr>
          </a:p>
        </p:txBody>
      </p:sp>
      <p:sp>
        <p:nvSpPr>
          <p:cNvPr id="18" name="TextBox 17"/>
          <p:cNvSpPr txBox="1"/>
          <p:nvPr userDrawn="1"/>
        </p:nvSpPr>
        <p:spPr>
          <a:xfrm>
            <a:off x="7230100" y="5309179"/>
            <a:ext cx="1913899" cy="400110"/>
          </a:xfrm>
          <a:prstGeom prst="rect">
            <a:avLst/>
          </a:prstGeom>
          <a:noFill/>
        </p:spPr>
        <p:txBody>
          <a:bodyPr anchor="ctr" anchorCtr="0">
            <a:noAutofit/>
          </a:bodyPr>
          <a:lstStyle/>
          <a:p>
            <a:pPr algn="r" eaLnBrk="0" hangingPunct="0">
              <a:defRPr/>
            </a:pPr>
            <a:fld id="{5B0A6EF2-BFB9-469F-9B19-532D0A46E155}" type="slidenum">
              <a:rPr lang="en-US" altLang="zh-CN" sz="1000" b="1" smtClean="0">
                <a:solidFill>
                  <a:schemeClr val="bg1">
                    <a:lumMod val="75000"/>
                  </a:schemeClr>
                </a:solidFill>
                <a:latin typeface="+mn-ea"/>
                <a:ea typeface="+mn-ea"/>
              </a:rPr>
              <a:t>‹#›</a:t>
            </a:fld>
            <a:r>
              <a:rPr lang="en-US" altLang="zh-CN" sz="1000" b="1" dirty="0" smtClean="0">
                <a:solidFill>
                  <a:schemeClr val="bg1">
                    <a:lumMod val="75000"/>
                  </a:schemeClr>
                </a:solidFill>
                <a:latin typeface="+mn-ea"/>
                <a:ea typeface="+mn-ea"/>
              </a:rPr>
              <a:t>/35</a:t>
            </a:r>
          </a:p>
        </p:txBody>
      </p:sp>
      <p:sp>
        <p:nvSpPr>
          <p:cNvPr id="11" name="矩形 10"/>
          <p:cNvSpPr/>
          <p:nvPr userDrawn="1"/>
        </p:nvSpPr>
        <p:spPr>
          <a:xfrm flipH="1">
            <a:off x="945626" y="225233"/>
            <a:ext cx="54000" cy="390000"/>
          </a:xfrm>
          <a:prstGeom prst="rect">
            <a:avLst/>
          </a:prstGeom>
          <a:solidFill>
            <a:srgbClr val="C75050"/>
          </a:solidFill>
          <a:ln>
            <a:noFill/>
          </a:ln>
        </p:spPr>
        <p:style>
          <a:lnRef idx="2">
            <a:schemeClr val="accent1">
              <a:shade val="50000"/>
            </a:schemeClr>
          </a:lnRef>
          <a:fillRef idx="1">
            <a:schemeClr val="accent1"/>
          </a:fillRef>
          <a:effectRef idx="0">
            <a:schemeClr val="accent1"/>
          </a:effectRef>
          <a:fontRef idx="minor">
            <a:schemeClr val="lt1"/>
          </a:fontRef>
        </p:style>
        <p:txBody>
          <a:bodyPr lIns="71323" tIns="35662" rIns="71323" bIns="35662" rtlCol="0" anchor="ctr"/>
          <a:lstStyle/>
          <a:p>
            <a:pPr algn="ctr"/>
            <a:endParaRPr lang="zh-CN" altLang="en-US">
              <a:latin typeface="微软雅黑" panose="020B0503020204020204" pitchFamily="34" charset="-122"/>
              <a:ea typeface="微软雅黑" panose="020B0503020204020204" pitchFamily="34" charset="-122"/>
            </a:endParaRPr>
          </a:p>
        </p:txBody>
      </p:sp>
      <p:grpSp>
        <p:nvGrpSpPr>
          <p:cNvPr id="12" name="组合 25"/>
          <p:cNvGrpSpPr/>
          <p:nvPr userDrawn="1"/>
        </p:nvGrpSpPr>
        <p:grpSpPr>
          <a:xfrm rot="17100000">
            <a:off x="111887" y="237394"/>
            <a:ext cx="401560" cy="352247"/>
            <a:chOff x="1032060" y="5022216"/>
            <a:chExt cx="753746" cy="734645"/>
          </a:xfrm>
        </p:grpSpPr>
        <p:sp>
          <p:nvSpPr>
            <p:cNvPr id="19" name="等腰三角形 18"/>
            <p:cNvSpPr/>
            <p:nvPr/>
          </p:nvSpPr>
          <p:spPr>
            <a:xfrm rot="20627212" flipH="1" flipV="1">
              <a:off x="1032060" y="5107080"/>
              <a:ext cx="753746" cy="649781"/>
            </a:xfrm>
            <a:prstGeom prst="triangle">
              <a:avLst/>
            </a:prstGeom>
            <a:noFill/>
            <a:ln w="12700">
              <a:solidFill>
                <a:srgbClr val="C75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0" name="等腰三角形 19"/>
            <p:cNvSpPr/>
            <p:nvPr/>
          </p:nvSpPr>
          <p:spPr>
            <a:xfrm rot="6289781" flipH="1" flipV="1">
              <a:off x="1003006" y="5062727"/>
              <a:ext cx="587410" cy="506388"/>
            </a:xfrm>
            <a:prstGeom prst="triangle">
              <a:avLst/>
            </a:prstGeom>
            <a:solidFill>
              <a:srgbClr val="C7505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4" name="矩形 3"/>
          <p:cNvSpPr/>
          <p:nvPr userDrawn="1"/>
        </p:nvSpPr>
        <p:spPr>
          <a:xfrm>
            <a:off x="0" y="5207001"/>
            <a:ext cx="9144000" cy="59532"/>
          </a:xfrm>
          <a:prstGeom prst="rect">
            <a:avLst/>
          </a:prstGeom>
          <a:solidFill>
            <a:schemeClr val="tx1">
              <a:lumMod val="50000"/>
              <a:lumOff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0" hangingPunct="0">
              <a:defRPr/>
            </a:pPr>
            <a:endParaRPr lang="zh-CN" altLang="en-US"/>
          </a:p>
        </p:txBody>
      </p:sp>
      <p:sp>
        <p:nvSpPr>
          <p:cNvPr id="3" name="内容占位符 2"/>
          <p:cNvSpPr>
            <a:spLocks noGrp="1"/>
          </p:cNvSpPr>
          <p:nvPr>
            <p:ph idx="1"/>
          </p:nvPr>
        </p:nvSpPr>
        <p:spPr>
          <a:xfrm>
            <a:off x="457200" y="1217086"/>
            <a:ext cx="8229600" cy="3772959"/>
          </a:xfrm>
        </p:spPr>
        <p:txBody>
          <a:bodyPr/>
          <a:lstStyle/>
          <a:p>
            <a:pPr lvl="0"/>
            <a:r>
              <a:rPr lang="zh-CN" altLang="en-US" dirty="0" smtClean="0"/>
              <a:t>单击此处编辑母版文本样式</a:t>
            </a:r>
          </a:p>
          <a:p>
            <a:pPr lvl="1"/>
            <a:r>
              <a:rPr lang="zh-CN" altLang="en-US" dirty="0" smtClean="0"/>
              <a:t>二级</a:t>
            </a:r>
          </a:p>
          <a:p>
            <a:pPr lvl="2"/>
            <a:r>
              <a:rPr lang="zh-CN" altLang="en-US" dirty="0" smtClean="0"/>
              <a:t>三级</a:t>
            </a:r>
          </a:p>
          <a:p>
            <a:pPr lvl="3"/>
            <a:r>
              <a:rPr lang="zh-CN" altLang="en-US" dirty="0" smtClean="0"/>
              <a:t>四级</a:t>
            </a:r>
          </a:p>
          <a:p>
            <a:pPr lvl="4"/>
            <a:r>
              <a:rPr lang="zh-CN" altLang="en-US" dirty="0" smtClean="0"/>
              <a:t>五级</a:t>
            </a:r>
            <a:endParaRPr lang="zh-CN" altLang="en-US" dirty="0"/>
          </a:p>
        </p:txBody>
      </p:sp>
      <p:sp>
        <p:nvSpPr>
          <p:cNvPr id="15" name="标题 1"/>
          <p:cNvSpPr>
            <a:spLocks noGrp="1"/>
          </p:cNvSpPr>
          <p:nvPr>
            <p:ph type="title"/>
          </p:nvPr>
        </p:nvSpPr>
        <p:spPr>
          <a:xfrm>
            <a:off x="774000" y="617001"/>
            <a:ext cx="7874000" cy="449792"/>
          </a:xfrm>
        </p:spPr>
        <p:txBody>
          <a:bodyPr/>
          <a:lstStyle>
            <a:lvl1pPr marL="0" marR="0" indent="0" algn="l" defTabSz="455930" rtl="0" eaLnBrk="0" fontAlgn="base" latinLnBrk="0" hangingPunct="0">
              <a:lnSpc>
                <a:spcPct val="100000"/>
              </a:lnSpc>
              <a:spcBef>
                <a:spcPct val="0"/>
              </a:spcBef>
              <a:spcAft>
                <a:spcPct val="0"/>
              </a:spcAft>
              <a:defRPr kumimoji="1" lang="zh-CN" altLang="en-US" sz="4400" kern="1200" noProof="0">
                <a:solidFill>
                  <a:schemeClr val="tx1"/>
                </a:solidFill>
                <a:latin typeface="+mj-ea"/>
                <a:ea typeface="+mj-ea"/>
                <a:cs typeface="Arial Unicode MS" panose="020B0604020202020204" pitchFamily="34" charset="-122"/>
              </a:defRPr>
            </a:lvl1pPr>
          </a:lstStyle>
          <a:p>
            <a:pPr lvl="0"/>
            <a:r>
              <a:rPr lang="zh-CN" altLang="en-US" dirty="0" smtClean="0"/>
              <a:t>单击此处编辑母版标题样式</a:t>
            </a:r>
            <a:endParaRPr lang="zh-CN" altLang="en-US" noProof="0" dirty="0" smtClean="0"/>
          </a:p>
        </p:txBody>
      </p:sp>
      <p:pic>
        <p:nvPicPr>
          <p:cNvPr id="11" name="Picture 1" descr="C:\Users\371-201307\AppData\Roaming\Tencent\Users\314580332\QQ\WinTemp\RichOle\VVR5SWZ6T)[XMK1$Y20UH5G.png"/>
          <p:cNvPicPr>
            <a:picLocks noChangeAspect="1" noChangeArrowheads="1"/>
          </p:cNvPicPr>
          <p:nvPr userDrawn="1"/>
        </p:nvPicPr>
        <p:blipFill>
          <a:blip r:embed="rId2"/>
          <a:srcRect/>
          <a:stretch>
            <a:fillRect/>
          </a:stretch>
        </p:blipFill>
        <p:spPr bwMode="auto">
          <a:xfrm>
            <a:off x="8352000" y="72002"/>
            <a:ext cx="621030" cy="584835"/>
          </a:xfrm>
          <a:prstGeom prst="rect">
            <a:avLst/>
          </a:prstGeom>
          <a:noFill/>
          <a:ln w="9525">
            <a:noFill/>
            <a:miter lim="800000"/>
            <a:headEnd/>
            <a:tailEnd/>
          </a:ln>
        </p:spPr>
      </p:pic>
      <p:pic>
        <p:nvPicPr>
          <p:cNvPr id="13" name="Picture 12" descr="C:\Users\371-201307\AppData\Roaming\Tencent\Users\314580332\QQ\WinTemp\RichOle\3$C2WUPH{R@E`2~%)J(LT]C.png"/>
          <p:cNvPicPr>
            <a:picLocks noChangeAspect="1" noChangeArrowheads="1"/>
          </p:cNvPicPr>
          <p:nvPr userDrawn="1"/>
        </p:nvPicPr>
        <p:blipFill>
          <a:blip r:embed="rId3"/>
          <a:srcRect/>
          <a:stretch>
            <a:fillRect/>
          </a:stretch>
        </p:blipFill>
        <p:spPr bwMode="auto">
          <a:xfrm>
            <a:off x="-1588" y="4996968"/>
            <a:ext cx="1343026" cy="281782"/>
          </a:xfrm>
          <a:prstGeom prst="rect">
            <a:avLst/>
          </a:prstGeom>
          <a:noFill/>
          <a:ln w="9525">
            <a:noFill/>
            <a:miter lim="800000"/>
            <a:headEnd/>
            <a:tailEnd/>
          </a:ln>
        </p:spPr>
      </p:pic>
      <p:sp>
        <p:nvSpPr>
          <p:cNvPr id="10" name="矩形 9"/>
          <p:cNvSpPr/>
          <p:nvPr userDrawn="1"/>
        </p:nvSpPr>
        <p:spPr>
          <a:xfrm flipH="1">
            <a:off x="945626" y="225233"/>
            <a:ext cx="54000" cy="390000"/>
          </a:xfrm>
          <a:prstGeom prst="rect">
            <a:avLst/>
          </a:prstGeom>
          <a:solidFill>
            <a:srgbClr val="C75050"/>
          </a:solidFill>
          <a:ln>
            <a:noFill/>
          </a:ln>
        </p:spPr>
        <p:style>
          <a:lnRef idx="2">
            <a:schemeClr val="accent1">
              <a:shade val="50000"/>
            </a:schemeClr>
          </a:lnRef>
          <a:fillRef idx="1">
            <a:schemeClr val="accent1"/>
          </a:fillRef>
          <a:effectRef idx="0">
            <a:schemeClr val="accent1"/>
          </a:effectRef>
          <a:fontRef idx="minor">
            <a:schemeClr val="lt1"/>
          </a:fontRef>
        </p:style>
        <p:txBody>
          <a:bodyPr lIns="71323" tIns="35662" rIns="71323" bIns="35662" rtlCol="0" anchor="ctr"/>
          <a:lstStyle/>
          <a:p>
            <a:pPr algn="ctr"/>
            <a:endParaRPr lang="zh-CN" altLang="en-US">
              <a:latin typeface="微软雅黑" panose="020B0503020204020204" pitchFamily="34" charset="-122"/>
              <a:ea typeface="微软雅黑" panose="020B0503020204020204" pitchFamily="34" charset="-122"/>
            </a:endParaRPr>
          </a:p>
        </p:txBody>
      </p:sp>
      <p:grpSp>
        <p:nvGrpSpPr>
          <p:cNvPr id="17" name="组合 25"/>
          <p:cNvGrpSpPr/>
          <p:nvPr userDrawn="1"/>
        </p:nvGrpSpPr>
        <p:grpSpPr>
          <a:xfrm rot="17100000">
            <a:off x="111887" y="237394"/>
            <a:ext cx="401560" cy="352247"/>
            <a:chOff x="1032060" y="5022216"/>
            <a:chExt cx="753746" cy="734645"/>
          </a:xfrm>
        </p:grpSpPr>
        <p:sp>
          <p:nvSpPr>
            <p:cNvPr id="18" name="等腰三角形 17"/>
            <p:cNvSpPr/>
            <p:nvPr/>
          </p:nvSpPr>
          <p:spPr>
            <a:xfrm rot="20627212" flipH="1" flipV="1">
              <a:off x="1032060" y="5107080"/>
              <a:ext cx="753746" cy="649781"/>
            </a:xfrm>
            <a:prstGeom prst="triangle">
              <a:avLst/>
            </a:prstGeom>
            <a:noFill/>
            <a:ln w="12700">
              <a:solidFill>
                <a:srgbClr val="C75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9" name="等腰三角形 18"/>
            <p:cNvSpPr/>
            <p:nvPr/>
          </p:nvSpPr>
          <p:spPr>
            <a:xfrm rot="6289781" flipH="1" flipV="1">
              <a:off x="1003006" y="5062727"/>
              <a:ext cx="587410" cy="506388"/>
            </a:xfrm>
            <a:prstGeom prst="triangle">
              <a:avLst/>
            </a:prstGeom>
            <a:solidFill>
              <a:srgbClr val="C7505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pSp>
      <p:sp>
        <p:nvSpPr>
          <p:cNvPr id="20" name="TextBox 19"/>
          <p:cNvSpPr txBox="1"/>
          <p:nvPr userDrawn="1"/>
        </p:nvSpPr>
        <p:spPr>
          <a:xfrm>
            <a:off x="2960691" y="5309179"/>
            <a:ext cx="3737985" cy="400110"/>
          </a:xfrm>
          <a:prstGeom prst="rect">
            <a:avLst/>
          </a:prstGeom>
          <a:noFill/>
        </p:spPr>
        <p:txBody>
          <a:bodyPr>
            <a:noAutofit/>
          </a:bodyPr>
          <a:lstStyle/>
          <a:p>
            <a:pPr algn="ctr" eaLnBrk="0" hangingPunct="0">
              <a:defRPr/>
            </a:pPr>
            <a:r>
              <a:rPr lang="zh-CN" altLang="en-US" sz="1000" b="1" dirty="0" smtClean="0">
                <a:solidFill>
                  <a:schemeClr val="bg1">
                    <a:lumMod val="75000"/>
                  </a:schemeClr>
                </a:solidFill>
                <a:latin typeface="+mn-ea"/>
                <a:ea typeface="+mn-ea"/>
              </a:rPr>
              <a:t>版权所有，未经许可，禁止转发</a:t>
            </a:r>
            <a:endParaRPr lang="en-US" altLang="zh-CN" sz="1000" b="1" dirty="0" smtClean="0">
              <a:solidFill>
                <a:schemeClr val="bg1">
                  <a:lumMod val="75000"/>
                </a:schemeClr>
              </a:solidFill>
              <a:latin typeface="+mn-ea"/>
              <a:ea typeface="+mn-ea"/>
            </a:endParaRPr>
          </a:p>
          <a:p>
            <a:pPr algn="ctr" eaLnBrk="0" hangingPunct="0">
              <a:defRPr/>
            </a:pPr>
            <a:r>
              <a:rPr lang="en-US" sz="1000" b="1" dirty="0" smtClean="0">
                <a:solidFill>
                  <a:schemeClr val="bg1">
                    <a:lumMod val="75000"/>
                  </a:schemeClr>
                </a:solidFill>
                <a:latin typeface="+mn-ea"/>
                <a:ea typeface="+mn-ea"/>
              </a:rPr>
              <a:t>All </a:t>
            </a:r>
            <a:r>
              <a:rPr lang="en-US" sz="1000" b="1" dirty="0">
                <a:solidFill>
                  <a:schemeClr val="bg1">
                    <a:lumMod val="75000"/>
                  </a:schemeClr>
                </a:solidFill>
                <a:latin typeface="+mn-ea"/>
                <a:ea typeface="+mn-ea"/>
              </a:rPr>
              <a:t>rights reserved, without permission, do not forward</a:t>
            </a:r>
            <a:endParaRPr lang="zh-CN" altLang="en-US" sz="1000" b="1" dirty="0">
              <a:solidFill>
                <a:schemeClr val="bg1">
                  <a:lumMod val="75000"/>
                </a:schemeClr>
              </a:solidFill>
              <a:latin typeface="+mn-ea"/>
              <a:ea typeface="+mn-ea"/>
            </a:endParaRPr>
          </a:p>
        </p:txBody>
      </p:sp>
      <p:sp>
        <p:nvSpPr>
          <p:cNvPr id="21" name="TextBox 20"/>
          <p:cNvSpPr txBox="1"/>
          <p:nvPr userDrawn="1"/>
        </p:nvSpPr>
        <p:spPr>
          <a:xfrm>
            <a:off x="-89900" y="5273458"/>
            <a:ext cx="1696297" cy="400110"/>
          </a:xfrm>
          <a:prstGeom prst="rect">
            <a:avLst/>
          </a:prstGeom>
          <a:noFill/>
        </p:spPr>
        <p:txBody>
          <a:bodyPr wrap="none">
            <a:spAutoFit/>
          </a:bodyPr>
          <a:lstStyle/>
          <a:p>
            <a:pPr algn="ctr" eaLnBrk="0" hangingPunct="0">
              <a:defRPr/>
            </a:pPr>
            <a:r>
              <a:rPr lang="zh-CN" altLang="en-US" sz="1000" b="1" dirty="0">
                <a:solidFill>
                  <a:schemeClr val="tx1">
                    <a:lumMod val="65000"/>
                    <a:lumOff val="35000"/>
                  </a:schemeClr>
                </a:solidFill>
                <a:latin typeface="+mn-ea"/>
                <a:ea typeface="+mn-ea"/>
              </a:rPr>
              <a:t>同行万里 ，致领未来</a:t>
            </a:r>
            <a:endParaRPr lang="en-US" altLang="zh-CN" sz="1000" b="1" dirty="0">
              <a:solidFill>
                <a:schemeClr val="tx1">
                  <a:lumMod val="65000"/>
                  <a:lumOff val="35000"/>
                </a:schemeClr>
              </a:solidFill>
              <a:latin typeface="+mn-ea"/>
              <a:ea typeface="+mn-ea"/>
            </a:endParaRPr>
          </a:p>
          <a:p>
            <a:pPr algn="ctr" eaLnBrk="0" hangingPunct="0">
              <a:defRPr/>
            </a:pPr>
            <a:r>
              <a:rPr lang="en-US" altLang="zh-CN" sz="1000" b="1" dirty="0">
                <a:solidFill>
                  <a:schemeClr val="tx1">
                    <a:lumMod val="65000"/>
                    <a:lumOff val="35000"/>
                  </a:schemeClr>
                </a:solidFill>
                <a:latin typeface="+mn-ea"/>
                <a:ea typeface="+mn-ea"/>
              </a:rPr>
              <a:t>Innovation, indefinitely</a:t>
            </a:r>
            <a:endParaRPr lang="zh-CN" altLang="en-US" sz="1000" b="1" dirty="0">
              <a:solidFill>
                <a:schemeClr val="tx1">
                  <a:lumMod val="65000"/>
                  <a:lumOff val="35000"/>
                </a:schemeClr>
              </a:solidFill>
              <a:latin typeface="+mn-ea"/>
              <a:ea typeface="+mn-ea"/>
            </a:endParaRPr>
          </a:p>
        </p:txBody>
      </p:sp>
      <p:sp>
        <p:nvSpPr>
          <p:cNvPr id="22" name="TextBox 21"/>
          <p:cNvSpPr txBox="1"/>
          <p:nvPr userDrawn="1"/>
        </p:nvSpPr>
        <p:spPr>
          <a:xfrm>
            <a:off x="7230100" y="5309179"/>
            <a:ext cx="1913899" cy="400110"/>
          </a:xfrm>
          <a:prstGeom prst="rect">
            <a:avLst/>
          </a:prstGeom>
          <a:noFill/>
        </p:spPr>
        <p:txBody>
          <a:bodyPr anchor="ctr" anchorCtr="0">
            <a:noAutofit/>
          </a:bodyPr>
          <a:lstStyle/>
          <a:p>
            <a:pPr algn="r" eaLnBrk="0" hangingPunct="0">
              <a:defRPr/>
            </a:pPr>
            <a:fld id="{5B0A6EF2-BFB9-469F-9B19-532D0A46E155}" type="slidenum">
              <a:rPr lang="en-US" altLang="zh-CN" sz="1000" b="1" smtClean="0">
                <a:solidFill>
                  <a:schemeClr val="bg1">
                    <a:lumMod val="75000"/>
                  </a:schemeClr>
                </a:solidFill>
                <a:latin typeface="+mn-ea"/>
                <a:ea typeface="+mn-ea"/>
              </a:rPr>
              <a:t>‹#›</a:t>
            </a:fld>
            <a:r>
              <a:rPr lang="en-US" altLang="zh-CN" sz="1000" b="1" dirty="0" smtClean="0">
                <a:solidFill>
                  <a:schemeClr val="bg1">
                    <a:lumMod val="75000"/>
                  </a:schemeClr>
                </a:solidFill>
                <a:latin typeface="+mn-ea"/>
                <a:ea typeface="+mn-ea"/>
              </a:rPr>
              <a:t>/35</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6" name="文本框 12"/>
          <p:cNvSpPr txBox="1"/>
          <p:nvPr userDrawn="1"/>
        </p:nvSpPr>
        <p:spPr>
          <a:xfrm>
            <a:off x="4121346" y="3079191"/>
            <a:ext cx="4439393" cy="718351"/>
          </a:xfrm>
          <a:prstGeom prst="rect">
            <a:avLst/>
          </a:prstGeom>
          <a:noFill/>
        </p:spPr>
        <p:txBody>
          <a:bodyPr wrap="square" lIns="71323" tIns="35662" rIns="71323" bIns="35662" rtlCol="0">
            <a:spAutoFit/>
          </a:bodyPr>
          <a:lstStyle/>
          <a:p>
            <a:pPr algn="ctr"/>
            <a:r>
              <a:rPr lang="en-US" altLang="zh-CN" sz="4200" b="1" dirty="0" smtClean="0">
                <a:latin typeface="微软雅黑" panose="020B0503020204020204" pitchFamily="34" charset="-122"/>
                <a:ea typeface="微软雅黑" panose="020B0503020204020204" pitchFamily="34" charset="-122"/>
                <a:cs typeface="Arial" panose="020B0604020202020204" pitchFamily="34" charset="0"/>
              </a:rPr>
              <a:t>Thank You</a:t>
            </a:r>
          </a:p>
        </p:txBody>
      </p:sp>
      <p:sp>
        <p:nvSpPr>
          <p:cNvPr id="7" name="矩形 6"/>
          <p:cNvSpPr/>
          <p:nvPr userDrawn="1"/>
        </p:nvSpPr>
        <p:spPr>
          <a:xfrm>
            <a:off x="4" y="2533406"/>
            <a:ext cx="5991479" cy="39584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71323" tIns="35662" rIns="71323" bIns="35662" rtlCol="0" anchor="ctr"/>
          <a:lstStyle/>
          <a:p>
            <a:pPr algn="ctr"/>
            <a:endParaRPr lang="zh-CN" altLang="en-US"/>
          </a:p>
        </p:txBody>
      </p:sp>
      <p:sp>
        <p:nvSpPr>
          <p:cNvPr id="8" name="矩形 7"/>
          <p:cNvSpPr/>
          <p:nvPr userDrawn="1"/>
        </p:nvSpPr>
        <p:spPr>
          <a:xfrm>
            <a:off x="6125499" y="2532604"/>
            <a:ext cx="357824" cy="39758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71323" tIns="35662" rIns="71323" bIns="35662" rtlCol="0" anchor="ctr"/>
          <a:lstStyle/>
          <a:p>
            <a:pPr algn="ctr"/>
            <a:endParaRPr lang="zh-CN" altLang="en-US"/>
          </a:p>
        </p:txBody>
      </p:sp>
      <p:sp>
        <p:nvSpPr>
          <p:cNvPr id="9" name="矩形 8"/>
          <p:cNvSpPr/>
          <p:nvPr userDrawn="1"/>
        </p:nvSpPr>
        <p:spPr>
          <a:xfrm>
            <a:off x="6588676" y="2532604"/>
            <a:ext cx="357824" cy="39758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71323" tIns="35662" rIns="71323" bIns="35662" rtlCol="0" anchor="ctr"/>
          <a:lstStyle/>
          <a:p>
            <a:pPr algn="ctr"/>
            <a:endParaRPr lang="zh-CN" altLang="en-US"/>
          </a:p>
        </p:txBody>
      </p:sp>
      <p:sp>
        <p:nvSpPr>
          <p:cNvPr id="11" name="矩形 10"/>
          <p:cNvSpPr/>
          <p:nvPr userDrawn="1"/>
        </p:nvSpPr>
        <p:spPr>
          <a:xfrm>
            <a:off x="6639612" y="178177"/>
            <a:ext cx="1666562" cy="456818"/>
          </a:xfrm>
          <a:prstGeom prst="rect">
            <a:avLst/>
          </a:prstGeom>
        </p:spPr>
        <p:txBody>
          <a:bodyPr wrap="square" lIns="71323" tIns="28080" rIns="71323" bIns="28080">
            <a:spAutoFit/>
          </a:bodyPr>
          <a:lstStyle/>
          <a:p>
            <a:pPr algn="r"/>
            <a:r>
              <a:rPr lang="en-US" altLang="zh-CN" sz="1300" dirty="0" smtClean="0">
                <a:solidFill>
                  <a:srgbClr val="C00000"/>
                </a:solidFill>
                <a:cs typeface="Arial" panose="020B0604020202020204" pitchFamily="34" charset="0"/>
              </a:rPr>
              <a:t>Tung Thih</a:t>
            </a:r>
          </a:p>
          <a:p>
            <a:pPr algn="r"/>
            <a:r>
              <a:rPr lang="en-US" altLang="zh-CN" sz="1300" dirty="0" smtClean="0">
                <a:solidFill>
                  <a:srgbClr val="C00000"/>
                </a:solidFill>
                <a:cs typeface="Arial" panose="020B0604020202020204" pitchFamily="34" charset="0"/>
              </a:rPr>
              <a:t>Electronics Group</a:t>
            </a:r>
            <a:endParaRPr lang="zh-CN" altLang="en-US" sz="1300" dirty="0">
              <a:solidFill>
                <a:srgbClr val="C00000"/>
              </a:solidFill>
              <a:cs typeface="Arial" panose="020B0604020202020204" pitchFamily="34" charset="0"/>
            </a:endParaRPr>
          </a:p>
        </p:txBody>
      </p:sp>
      <p:pic>
        <p:nvPicPr>
          <p:cNvPr id="12" name="Picture 1" descr="C:\Users\371-201307\AppData\Roaming\Tencent\Users\314580332\QQ\WinTemp\RichOle\VVR5SWZ6T)[XMK1$Y20UH5G.png"/>
          <p:cNvPicPr>
            <a:picLocks noChangeAspect="1" noChangeArrowheads="1"/>
          </p:cNvPicPr>
          <p:nvPr userDrawn="1"/>
        </p:nvPicPr>
        <p:blipFill>
          <a:blip r:embed="rId2"/>
          <a:srcRect/>
          <a:stretch>
            <a:fillRect/>
          </a:stretch>
        </p:blipFill>
        <p:spPr bwMode="auto">
          <a:xfrm>
            <a:off x="8352000" y="72002"/>
            <a:ext cx="621030" cy="584835"/>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
                                        <p:tgtEl>
                                          <p:spTgt spid="9"/>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down)">
                                      <p:cBhvr>
                                        <p:cTn id="1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bldLvl="0" animBg="1"/>
      <p:bldP spid="8" grpId="0" bldLvl="0" animBg="1"/>
      <p:bldP spid="9" grpId="0" bldLvl="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封面2">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srcRect/>
          <a:stretch>
            <a:fillRect/>
          </a:stretch>
        </p:blipFill>
        <p:spPr bwMode="auto">
          <a:xfrm>
            <a:off x="2984500" y="276490"/>
            <a:ext cx="2755900" cy="1153583"/>
          </a:xfrm>
          <a:prstGeom prst="rect">
            <a:avLst/>
          </a:prstGeom>
          <a:noFill/>
          <a:ln w="9525">
            <a:noFill/>
            <a:miter lim="800000"/>
            <a:headEnd/>
            <a:tailEnd/>
          </a:ln>
        </p:spPr>
      </p:pic>
      <p:pic>
        <p:nvPicPr>
          <p:cNvPr id="5" name="图片 1" descr="未标题-1-02.jpg"/>
          <p:cNvPicPr>
            <a:picLocks noChangeAspect="1"/>
          </p:cNvPicPr>
          <p:nvPr userDrawn="1"/>
        </p:nvPicPr>
        <p:blipFill>
          <a:blip r:embed="rId3"/>
          <a:srcRect/>
          <a:stretch>
            <a:fillRect/>
          </a:stretch>
        </p:blipFill>
        <p:spPr bwMode="auto">
          <a:xfrm>
            <a:off x="3922" y="1514740"/>
            <a:ext cx="9144000" cy="327742"/>
          </a:xfrm>
          <a:prstGeom prst="rect">
            <a:avLst/>
          </a:prstGeom>
          <a:noFill/>
          <a:ln w="9525">
            <a:noFill/>
            <a:miter lim="800000"/>
            <a:headEnd/>
            <a:tailEnd/>
          </a:ln>
        </p:spPr>
      </p:pic>
      <p:sp>
        <p:nvSpPr>
          <p:cNvPr id="6" name="矩形 5"/>
          <p:cNvSpPr/>
          <p:nvPr userDrawn="1"/>
        </p:nvSpPr>
        <p:spPr>
          <a:xfrm>
            <a:off x="0" y="5207000"/>
            <a:ext cx="9144000" cy="59532"/>
          </a:xfrm>
          <a:prstGeom prst="rect">
            <a:avLst/>
          </a:prstGeom>
          <a:solidFill>
            <a:schemeClr val="tx1">
              <a:lumMod val="50000"/>
              <a:lumOff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endParaRPr lang="zh-CN" altLang="en-US"/>
          </a:p>
        </p:txBody>
      </p:sp>
      <p:sp>
        <p:nvSpPr>
          <p:cNvPr id="7" name="TextBox 17"/>
          <p:cNvSpPr txBox="1">
            <a:spLocks noChangeArrowheads="1"/>
          </p:cNvSpPr>
          <p:nvPr userDrawn="1"/>
        </p:nvSpPr>
        <p:spPr bwMode="auto">
          <a:xfrm>
            <a:off x="1765300" y="1562365"/>
            <a:ext cx="5626100" cy="292388"/>
          </a:xfrm>
          <a:prstGeom prst="rect">
            <a:avLst/>
          </a:prstGeom>
          <a:noFill/>
          <a:ln w="9525">
            <a:noFill/>
            <a:miter lim="800000"/>
          </a:ln>
        </p:spPr>
        <p:txBody>
          <a:bodyPr>
            <a:spAutoFit/>
          </a:bodyPr>
          <a:lstStyle/>
          <a:p>
            <a:pPr algn="ctr">
              <a:defRPr/>
            </a:pPr>
            <a:r>
              <a:rPr lang="zh-CN" altLang="en-US" sz="1300" b="1">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同行万里 ，致领未来    </a:t>
            </a:r>
            <a:r>
              <a:rPr lang="en-US" altLang="zh-CN" sz="1300" b="1" dirty="0">
                <a:solidFill>
                  <a:schemeClr val="bg1"/>
                </a:solidFill>
                <a:latin typeface="Arial" panose="020B0604020202020204" pitchFamily="34" charset="0"/>
                <a:cs typeface="Arial" panose="020B0604020202020204" pitchFamily="34" charset="0"/>
              </a:rPr>
              <a:t>Innovation, indefinitely</a:t>
            </a:r>
            <a:endParaRPr lang="zh-CN" altLang="en-US" sz="1300" b="1">
              <a:solidFill>
                <a:schemeClr val="bg1"/>
              </a:solidFill>
              <a:latin typeface="Arial" panose="020B0604020202020204" pitchFamily="34" charset="0"/>
              <a:cs typeface="Arial" panose="020B0604020202020204" pitchFamily="34" charset="0"/>
            </a:endParaRPr>
          </a:p>
        </p:txBody>
      </p:sp>
      <p:pic>
        <p:nvPicPr>
          <p:cNvPr id="8" name="Picture 12" descr="C:\Users\371-201307\AppData\Roaming\Tencent\Users\314580332\QQ\WinTemp\RichOle\3$C2WUPH{R@E`2~%)J(LT]C.png"/>
          <p:cNvPicPr>
            <a:picLocks noChangeAspect="1" noChangeArrowheads="1"/>
          </p:cNvPicPr>
          <p:nvPr userDrawn="1"/>
        </p:nvPicPr>
        <p:blipFill>
          <a:blip r:embed="rId4"/>
          <a:srcRect/>
          <a:stretch>
            <a:fillRect/>
          </a:stretch>
        </p:blipFill>
        <p:spPr bwMode="auto">
          <a:xfrm>
            <a:off x="-1588" y="4990042"/>
            <a:ext cx="1343026" cy="281782"/>
          </a:xfrm>
          <a:prstGeom prst="rect">
            <a:avLst/>
          </a:prstGeom>
          <a:noFill/>
          <a:ln w="9525">
            <a:noFill/>
            <a:miter lim="800000"/>
            <a:headEnd/>
            <a:tailEnd/>
          </a:ln>
        </p:spPr>
      </p:pic>
      <p:sp>
        <p:nvSpPr>
          <p:cNvPr id="9" name="TextBox 8"/>
          <p:cNvSpPr txBox="1"/>
          <p:nvPr userDrawn="1"/>
        </p:nvSpPr>
        <p:spPr>
          <a:xfrm>
            <a:off x="2794000" y="5339292"/>
            <a:ext cx="3225800" cy="400110"/>
          </a:xfrm>
          <a:prstGeom prst="rect">
            <a:avLst/>
          </a:prstGeom>
          <a:noFill/>
        </p:spPr>
        <p:txBody>
          <a:bodyPr>
            <a:spAutoFit/>
          </a:bodyPr>
          <a:lstStyle/>
          <a:p>
            <a:pPr algn="ctr">
              <a:defRPr/>
            </a:pPr>
            <a:r>
              <a:rPr lang="zh-CN" altLang="en-US" sz="1000" b="1" dirty="0">
                <a:solidFill>
                  <a:schemeClr val="bg1">
                    <a:lumMod val="75000"/>
                  </a:schemeClr>
                </a:solidFill>
              </a:rPr>
              <a:t>版权所有，未经许可，禁止转发</a:t>
            </a:r>
            <a:endParaRPr lang="en-US" altLang="zh-CN" sz="1000" b="1" dirty="0">
              <a:solidFill>
                <a:schemeClr val="bg1">
                  <a:lumMod val="75000"/>
                </a:schemeClr>
              </a:solidFill>
            </a:endParaRPr>
          </a:p>
          <a:p>
            <a:pPr algn="ctr">
              <a:defRPr/>
            </a:pPr>
            <a:r>
              <a:rPr lang="en-US" sz="1000" b="1" dirty="0">
                <a:solidFill>
                  <a:schemeClr val="bg1">
                    <a:lumMod val="75000"/>
                  </a:schemeClr>
                </a:solidFill>
              </a:rPr>
              <a:t>All rights reserved, without permission, do not forward</a:t>
            </a:r>
            <a:endParaRPr lang="zh-CN" altLang="en-US" sz="1000" b="1" dirty="0">
              <a:solidFill>
                <a:schemeClr val="bg1">
                  <a:lumMod val="75000"/>
                </a:schemeClr>
              </a:solidFill>
            </a:endParaRPr>
          </a:p>
        </p:txBody>
      </p:sp>
      <p:sp>
        <p:nvSpPr>
          <p:cNvPr id="2" name="标题 1"/>
          <p:cNvSpPr>
            <a:spLocks noGrp="1"/>
          </p:cNvSpPr>
          <p:nvPr>
            <p:ph type="ctrTitle"/>
          </p:nvPr>
        </p:nvSpPr>
        <p:spPr>
          <a:xfrm>
            <a:off x="685800" y="2104765"/>
            <a:ext cx="7772400" cy="666849"/>
          </a:xfrm>
        </p:spPr>
        <p:txBody>
          <a:bodyPr/>
          <a:lstStyle/>
          <a:p>
            <a:r>
              <a:rPr lang="zh-CN" altLang="en-US" dirty="0" smtClean="0"/>
              <a:t>单击此处编辑母版标题样式</a:t>
            </a:r>
            <a:endParaRPr lang="zh-CN" altLang="en-US" dirty="0"/>
          </a:p>
        </p:txBody>
      </p:sp>
      <p:sp>
        <p:nvSpPr>
          <p:cNvPr id="14" name="图片占位符 13"/>
          <p:cNvSpPr>
            <a:spLocks noGrp="1"/>
          </p:cNvSpPr>
          <p:nvPr>
            <p:ph type="pic" sz="quarter" idx="11"/>
          </p:nvPr>
        </p:nvSpPr>
        <p:spPr>
          <a:xfrm>
            <a:off x="2984500" y="3100917"/>
            <a:ext cx="3238500" cy="1524000"/>
          </a:xfrm>
        </p:spPr>
        <p:txBody>
          <a:bodyPr/>
          <a:lstStyle/>
          <a:p>
            <a:pPr lvl="0"/>
            <a:endParaRPr lang="zh-CN" altLang="en-US" noProof="0"/>
          </a:p>
        </p:txBody>
      </p:sp>
      <p:sp>
        <p:nvSpPr>
          <p:cNvPr id="10" name="日期占位符 3"/>
          <p:cNvSpPr>
            <a:spLocks noGrp="1"/>
          </p:cNvSpPr>
          <p:nvPr>
            <p:ph type="dt" sz="half" idx="12"/>
          </p:nvPr>
        </p:nvSpPr>
        <p:spPr>
          <a:xfrm>
            <a:off x="1687518" y="5336648"/>
            <a:ext cx="1017587" cy="304271"/>
          </a:xfrm>
        </p:spPr>
        <p:txBody>
          <a:bodyPr/>
          <a:lstStyle>
            <a:lvl1pPr>
              <a:defRPr/>
            </a:lvl1pPr>
          </a:lstStyle>
          <a:p>
            <a:pPr>
              <a:defRPr/>
            </a:pPr>
            <a:fld id="{69ED8150-D75A-4981-9A41-1135C6054BF0}" type="datetime1">
              <a:rPr lang="zh-CN" altLang="en-US" smtClean="0"/>
              <a:t>2026/1/21</a:t>
            </a:fld>
            <a:endParaRPr lang="zh-CN" altLang="en-US"/>
          </a:p>
        </p:txBody>
      </p:sp>
      <p:sp>
        <p:nvSpPr>
          <p:cNvPr id="11" name="灯片编号占位符 3"/>
          <p:cNvSpPr>
            <a:spLocks noGrp="1"/>
          </p:cNvSpPr>
          <p:nvPr userDrawn="1">
            <p:ph type="sldNum" sz="quarter" idx="4294967295"/>
          </p:nvPr>
        </p:nvSpPr>
        <p:spPr bwMode="auto">
          <a:xfrm>
            <a:off x="6553200" y="5296961"/>
            <a:ext cx="2133600" cy="304271"/>
          </a:xfrm>
          <a:noFill/>
          <a:ln>
            <a:miter lim="800000"/>
          </a:ln>
        </p:spPr>
        <p:txBody>
          <a:bodyPr/>
          <a:lstStyle/>
          <a:p>
            <a:fld id="{4ED631A1-751B-4612-822C-FBCC2805F227}" type="slidenum">
              <a:rPr lang="zh-CN" altLang="en-US" smtClean="0"/>
              <a:t>‹#›</a:t>
            </a:fld>
            <a:endParaRPr lang="zh-CN" altLang="en-US" dirty="0" smtClean="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290" name="标题占位符 1"/>
          <p:cNvSpPr>
            <a:spLocks noGrp="1"/>
          </p:cNvSpPr>
          <p:nvPr>
            <p:ph type="title"/>
          </p:nvPr>
        </p:nvSpPr>
        <p:spPr bwMode="auto">
          <a:xfrm>
            <a:off x="457200" y="228866"/>
            <a:ext cx="8229600" cy="952500"/>
          </a:xfrm>
          <a:prstGeom prst="rect">
            <a:avLst/>
          </a:prstGeom>
          <a:noFill/>
          <a:ln w="9525">
            <a:noFill/>
            <a:miter lim="800000"/>
          </a:ln>
        </p:spPr>
        <p:txBody>
          <a:bodyPr vert="horz" wrap="square" lIns="91429" tIns="45714" rIns="91429" bIns="45714" numCol="1" anchor="ctr" anchorCtr="0" compatLnSpc="1"/>
          <a:lstStyle/>
          <a:p>
            <a:pPr lvl="0"/>
            <a:r>
              <a:rPr lang="zh-CN" altLang="en-US" smtClean="0"/>
              <a:t>单击此处编辑母版标题样式</a:t>
            </a:r>
          </a:p>
        </p:txBody>
      </p:sp>
      <p:sp>
        <p:nvSpPr>
          <p:cNvPr id="12291" name="文本占位符 2"/>
          <p:cNvSpPr>
            <a:spLocks noGrp="1"/>
          </p:cNvSpPr>
          <p:nvPr>
            <p:ph type="body" idx="1"/>
          </p:nvPr>
        </p:nvSpPr>
        <p:spPr bwMode="auto">
          <a:xfrm>
            <a:off x="457200" y="1333501"/>
            <a:ext cx="8229600" cy="3771636"/>
          </a:xfrm>
          <a:prstGeom prst="rect">
            <a:avLst/>
          </a:prstGeom>
          <a:noFill/>
          <a:ln w="9525">
            <a:noFill/>
            <a:miter lim="800000"/>
          </a:ln>
        </p:spPr>
        <p:txBody>
          <a:bodyPr vert="horz" wrap="square" lIns="91429" tIns="45714" rIns="91429" bIns="45714" numCol="1" anchor="t" anchorCtr="0" compatLnSpc="1"/>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p>
        </p:txBody>
      </p:sp>
      <p:sp>
        <p:nvSpPr>
          <p:cNvPr id="4" name="日期占位符 3"/>
          <p:cNvSpPr>
            <a:spLocks noGrp="1"/>
          </p:cNvSpPr>
          <p:nvPr>
            <p:ph type="dt" sz="half" idx="2"/>
          </p:nvPr>
        </p:nvSpPr>
        <p:spPr>
          <a:xfrm>
            <a:off x="457200" y="5296961"/>
            <a:ext cx="2133600" cy="304271"/>
          </a:xfrm>
          <a:prstGeom prst="rect">
            <a:avLst/>
          </a:prstGeom>
        </p:spPr>
        <p:txBody>
          <a:bodyPr vert="horz" wrap="square" lIns="91429" tIns="45714" rIns="91429" bIns="45714" numCol="1" anchor="ctr" anchorCtr="0" compatLnSpc="1"/>
          <a:lstStyle>
            <a:lvl1pPr eaLnBrk="1" hangingPunct="1">
              <a:defRPr sz="1200" smtClean="0">
                <a:solidFill>
                  <a:srgbClr val="898989"/>
                </a:solidFill>
                <a:ea typeface="宋体" panose="02010600030101010101" pitchFamily="2" charset="-122"/>
              </a:defRPr>
            </a:lvl1pPr>
          </a:lstStyle>
          <a:p>
            <a:pPr>
              <a:defRPr/>
            </a:pPr>
            <a:fld id="{895FF909-24BB-444A-9895-AC94E4BBBAB1}" type="datetime1">
              <a:rPr lang="zh-CN" altLang="en-US" smtClean="0"/>
              <a:t>2026/1/21</a:t>
            </a:fld>
            <a:endParaRPr lang="zh-CN" altLang="en-US"/>
          </a:p>
        </p:txBody>
      </p:sp>
      <p:sp>
        <p:nvSpPr>
          <p:cNvPr id="5" name="页脚占位符 4"/>
          <p:cNvSpPr>
            <a:spLocks noGrp="1"/>
          </p:cNvSpPr>
          <p:nvPr>
            <p:ph type="ftr" sz="quarter" idx="3"/>
          </p:nvPr>
        </p:nvSpPr>
        <p:spPr>
          <a:xfrm>
            <a:off x="3124200" y="5296961"/>
            <a:ext cx="2895600" cy="304271"/>
          </a:xfrm>
          <a:prstGeom prst="rect">
            <a:avLst/>
          </a:prstGeom>
        </p:spPr>
        <p:txBody>
          <a:bodyPr vert="horz" lIns="91429" tIns="45714" rIns="91429" bIns="45714" rtlCol="0" anchor="ctr"/>
          <a:lstStyle>
            <a:lvl1pPr algn="ctr" defTabSz="457200" eaLnBrk="1" fontAlgn="auto" hangingPunct="1">
              <a:spcBef>
                <a:spcPts val="0"/>
              </a:spcBef>
              <a:spcAft>
                <a:spcPts val="0"/>
              </a:spcAft>
              <a:defRPr sz="1200">
                <a:solidFill>
                  <a:schemeClr val="tx1">
                    <a:tint val="75000"/>
                  </a:schemeClr>
                </a:solidFill>
                <a:latin typeface="+mn-lt"/>
                <a:ea typeface="+mn-ea"/>
                <a:cs typeface="+mn-cs"/>
              </a:defRPr>
            </a:lvl1pPr>
          </a:lstStyle>
          <a:p>
            <a:pPr>
              <a:defRPr/>
            </a:pPr>
            <a:endParaRPr lang="zh-CN" altLang="en-US"/>
          </a:p>
        </p:txBody>
      </p:sp>
      <p:sp>
        <p:nvSpPr>
          <p:cNvPr id="6" name="幻灯片编号占位符 5"/>
          <p:cNvSpPr>
            <a:spLocks noGrp="1"/>
          </p:cNvSpPr>
          <p:nvPr>
            <p:ph type="sldNum" sz="quarter" idx="4"/>
          </p:nvPr>
        </p:nvSpPr>
        <p:spPr>
          <a:xfrm>
            <a:off x="6553200" y="5296961"/>
            <a:ext cx="2133600" cy="304271"/>
          </a:xfrm>
          <a:prstGeom prst="rect">
            <a:avLst/>
          </a:prstGeom>
        </p:spPr>
        <p:txBody>
          <a:bodyPr vert="horz" wrap="square" lIns="91429" tIns="45714" rIns="91429" bIns="45714" numCol="1" anchor="ctr" anchorCtr="0" compatLnSpc="1"/>
          <a:lstStyle>
            <a:lvl1pPr algn="r" eaLnBrk="1" hangingPunct="1">
              <a:defRPr sz="1200">
                <a:solidFill>
                  <a:srgbClr val="898989"/>
                </a:solidFill>
                <a:ea typeface="宋体" panose="02010600030101010101" pitchFamily="2" charset="-122"/>
              </a:defRPr>
            </a:lvl1pPr>
          </a:lstStyle>
          <a:p>
            <a:pPr>
              <a:defRPr/>
            </a:pPr>
            <a:fld id="{023195D3-F2CF-418C-84D3-DB842D4162E1}" type="slidenum">
              <a:rPr lang="zh-CN" altLang="en-US"/>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hf hdr="0" ftr="0" dt="0"/>
  <p:txStyles>
    <p:titleStyle>
      <a:lvl1pPr algn="ctr" defTabSz="455930" rtl="0" eaLnBrk="0" fontAlgn="base" hangingPunct="0">
        <a:spcBef>
          <a:spcPct val="0"/>
        </a:spcBef>
        <a:spcAft>
          <a:spcPct val="0"/>
        </a:spcAft>
        <a:defRPr kumimoji="1" sz="4400" kern="1200">
          <a:solidFill>
            <a:schemeClr val="tx1"/>
          </a:solidFill>
          <a:latin typeface="+mj-lt"/>
          <a:ea typeface="+mj-ea"/>
          <a:cs typeface="宋体" panose="02010600030101010101" pitchFamily="2" charset="-122"/>
        </a:defRPr>
      </a:lvl1pPr>
      <a:lvl2pPr algn="ctr" defTabSz="455930" rtl="0" eaLnBrk="0" fontAlgn="base" hangingPunct="0">
        <a:spcBef>
          <a:spcPct val="0"/>
        </a:spcBef>
        <a:spcAft>
          <a:spcPct val="0"/>
        </a:spcAft>
        <a:defRPr kumimoji="1" sz="4400">
          <a:solidFill>
            <a:schemeClr val="tx1"/>
          </a:solidFill>
          <a:latin typeface="Arial Unicode MS" panose="020B0604020202020204" pitchFamily="34" charset="-122"/>
          <a:ea typeface="微软雅黑" panose="020B0503020204020204" pitchFamily="34" charset="-122"/>
          <a:cs typeface="宋体" panose="02010600030101010101" pitchFamily="2" charset="-122"/>
        </a:defRPr>
      </a:lvl2pPr>
      <a:lvl3pPr algn="ctr" defTabSz="455930" rtl="0" eaLnBrk="0" fontAlgn="base" hangingPunct="0">
        <a:spcBef>
          <a:spcPct val="0"/>
        </a:spcBef>
        <a:spcAft>
          <a:spcPct val="0"/>
        </a:spcAft>
        <a:defRPr kumimoji="1" sz="4400">
          <a:solidFill>
            <a:schemeClr val="tx1"/>
          </a:solidFill>
          <a:latin typeface="Arial Unicode MS" panose="020B0604020202020204" pitchFamily="34" charset="-122"/>
          <a:ea typeface="微软雅黑" panose="020B0503020204020204" pitchFamily="34" charset="-122"/>
          <a:cs typeface="宋体" panose="02010600030101010101" pitchFamily="2" charset="-122"/>
        </a:defRPr>
      </a:lvl3pPr>
      <a:lvl4pPr algn="ctr" defTabSz="455930" rtl="0" eaLnBrk="0" fontAlgn="base" hangingPunct="0">
        <a:spcBef>
          <a:spcPct val="0"/>
        </a:spcBef>
        <a:spcAft>
          <a:spcPct val="0"/>
        </a:spcAft>
        <a:defRPr kumimoji="1" sz="4400">
          <a:solidFill>
            <a:schemeClr val="tx1"/>
          </a:solidFill>
          <a:latin typeface="Arial Unicode MS" panose="020B0604020202020204" pitchFamily="34" charset="-122"/>
          <a:ea typeface="微软雅黑" panose="020B0503020204020204" pitchFamily="34" charset="-122"/>
          <a:cs typeface="宋体" panose="02010600030101010101" pitchFamily="2" charset="-122"/>
        </a:defRPr>
      </a:lvl4pPr>
      <a:lvl5pPr algn="ctr" defTabSz="455930" rtl="0" eaLnBrk="0" fontAlgn="base" hangingPunct="0">
        <a:spcBef>
          <a:spcPct val="0"/>
        </a:spcBef>
        <a:spcAft>
          <a:spcPct val="0"/>
        </a:spcAft>
        <a:defRPr kumimoji="1" sz="4400">
          <a:solidFill>
            <a:schemeClr val="tx1"/>
          </a:solidFill>
          <a:latin typeface="Arial Unicode MS" panose="020B0604020202020204" pitchFamily="34" charset="-122"/>
          <a:ea typeface="微软雅黑" panose="020B0503020204020204" pitchFamily="34" charset="-122"/>
          <a:cs typeface="宋体" panose="02010600030101010101" pitchFamily="2" charset="-122"/>
        </a:defRPr>
      </a:lvl5pPr>
      <a:lvl6pPr marL="410210" algn="ctr" defTabSz="455930" rtl="0" fontAlgn="base">
        <a:spcBef>
          <a:spcPct val="0"/>
        </a:spcBef>
        <a:spcAft>
          <a:spcPct val="0"/>
        </a:spcAft>
        <a:defRPr kumimoji="1" sz="4400">
          <a:solidFill>
            <a:schemeClr val="tx1"/>
          </a:solidFill>
          <a:latin typeface="Calibri" panose="020F0502020204030204" pitchFamily="34" charset="0"/>
          <a:ea typeface="宋体" panose="02010600030101010101" pitchFamily="2" charset="-122"/>
          <a:cs typeface="宋体" panose="02010600030101010101" pitchFamily="2" charset="-122"/>
        </a:defRPr>
      </a:lvl6pPr>
      <a:lvl7pPr marL="821055" algn="ctr" defTabSz="455930" rtl="0" fontAlgn="base">
        <a:spcBef>
          <a:spcPct val="0"/>
        </a:spcBef>
        <a:spcAft>
          <a:spcPct val="0"/>
        </a:spcAft>
        <a:defRPr kumimoji="1" sz="4400">
          <a:solidFill>
            <a:schemeClr val="tx1"/>
          </a:solidFill>
          <a:latin typeface="Calibri" panose="020F0502020204030204" pitchFamily="34" charset="0"/>
          <a:ea typeface="宋体" panose="02010600030101010101" pitchFamily="2" charset="-122"/>
          <a:cs typeface="宋体" panose="02010600030101010101" pitchFamily="2" charset="-122"/>
        </a:defRPr>
      </a:lvl7pPr>
      <a:lvl8pPr marL="1231265" algn="ctr" defTabSz="455930" rtl="0" fontAlgn="base">
        <a:spcBef>
          <a:spcPct val="0"/>
        </a:spcBef>
        <a:spcAft>
          <a:spcPct val="0"/>
        </a:spcAft>
        <a:defRPr kumimoji="1" sz="4400">
          <a:solidFill>
            <a:schemeClr val="tx1"/>
          </a:solidFill>
          <a:latin typeface="Calibri" panose="020F0502020204030204" pitchFamily="34" charset="0"/>
          <a:ea typeface="宋体" panose="02010600030101010101" pitchFamily="2" charset="-122"/>
          <a:cs typeface="宋体" panose="02010600030101010101" pitchFamily="2" charset="-122"/>
        </a:defRPr>
      </a:lvl8pPr>
      <a:lvl9pPr marL="1642110" algn="ctr" defTabSz="455930" rtl="0" fontAlgn="base">
        <a:spcBef>
          <a:spcPct val="0"/>
        </a:spcBef>
        <a:spcAft>
          <a:spcPct val="0"/>
        </a:spcAft>
        <a:defRPr kumimoji="1" sz="4400">
          <a:solidFill>
            <a:schemeClr val="tx1"/>
          </a:solidFill>
          <a:latin typeface="Calibri" panose="020F0502020204030204" pitchFamily="34" charset="0"/>
          <a:ea typeface="宋体" panose="02010600030101010101" pitchFamily="2" charset="-122"/>
          <a:cs typeface="宋体" panose="02010600030101010101" pitchFamily="2" charset="-122"/>
        </a:defRPr>
      </a:lvl9pPr>
    </p:titleStyle>
    <p:bodyStyle>
      <a:lvl1pPr marL="341630" indent="-341630" algn="l" defTabSz="45593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1680" indent="-284480" algn="l" defTabSz="45593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微软雅黑" panose="020B0503020204020204" pitchFamily="34" charset="-122"/>
        </a:defRPr>
      </a:lvl2pPr>
      <a:lvl3pPr marL="1141730" indent="-227330" algn="l" defTabSz="45593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微软雅黑" panose="020B0503020204020204" pitchFamily="34" charset="-122"/>
        </a:defRPr>
      </a:lvl3pPr>
      <a:lvl4pPr marL="1598930" indent="-227330" algn="l" defTabSz="45593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微软雅黑" panose="020B0503020204020204" pitchFamily="34" charset="-122"/>
        </a:defRPr>
      </a:lvl4pPr>
      <a:lvl5pPr marL="2056130" indent="-227330" algn="l" defTabSz="45593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微软雅黑" panose="020B0503020204020204" pitchFamily="34" charset="-122"/>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165"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8365"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5565"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2565" algn="l" defTabSz="457200" rtl="0" eaLnBrk="1" latinLnBrk="0" hangingPunct="1">
        <a:defRPr sz="1800" kern="1200">
          <a:solidFill>
            <a:schemeClr val="tx1"/>
          </a:solidFill>
          <a:latin typeface="+mn-lt"/>
          <a:ea typeface="+mn-ea"/>
          <a:cs typeface="+mn-cs"/>
        </a:defRPr>
      </a:lvl7pPr>
      <a:lvl8pPr marL="3199765" algn="l" defTabSz="457200" rtl="0" eaLnBrk="1" latinLnBrk="0" hangingPunct="1">
        <a:defRPr sz="1800" kern="1200">
          <a:solidFill>
            <a:schemeClr val="tx1"/>
          </a:solidFill>
          <a:latin typeface="+mn-lt"/>
          <a:ea typeface="+mn-ea"/>
          <a:cs typeface="+mn-cs"/>
        </a:defRPr>
      </a:lvl8pPr>
      <a:lvl9pPr marL="3656965"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notesSlide" Target="../notesSlides/notesSlide2.xml"/><Relationship Id="rId4" Type="http://schemas.openxmlformats.org/officeDocument/2006/relationships/tags" Target="../tags/tag4.xml"/><Relationship Id="rId9"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2.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notesSlide" Target="../notesSlides/notesSlide8.xml"/><Relationship Id="rId7"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14.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9.png"/><Relationship Id="rId9"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5.xml"/><Relationship Id="rId6" Type="http://schemas.openxmlformats.org/officeDocument/2006/relationships/image" Target="../media/image16.png"/><Relationship Id="rId5" Type="http://schemas.openxmlformats.org/officeDocument/2006/relationships/image" Target="../media/image12.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tags" Target="../tags/tag17.xml"/><Relationship Id="rId6" Type="http://schemas.openxmlformats.org/officeDocument/2006/relationships/image" Target="../media/image17.png"/><Relationship Id="rId5" Type="http://schemas.openxmlformats.org/officeDocument/2006/relationships/image" Target="../media/image11.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9.xml"/><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20.xml"/><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7" Type="http://schemas.openxmlformats.org/officeDocument/2006/relationships/image" Target="../media/image26.png"/><Relationship Id="rId2" Type="http://schemas.openxmlformats.org/officeDocument/2006/relationships/slideLayout" Target="../slideLayouts/slideLayout2.xml"/><Relationship Id="rId1" Type="http://schemas.openxmlformats.org/officeDocument/2006/relationships/tags" Target="../tags/tag2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24.xml"/><Relationship Id="rId4" Type="http://schemas.openxmlformats.org/officeDocument/2006/relationships/image" Target="../media/image8.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26.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27.xml"/><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28.xml"/><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34.xml"/><Relationship Id="rId5" Type="http://schemas.openxmlformats.org/officeDocument/2006/relationships/image" Target="../media/image31.png"/><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35.xml"/><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38.xml"/><Relationship Id="rId4" Type="http://schemas.openxmlformats.org/officeDocument/2006/relationships/image" Target="../media/image8.jpe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3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a:defRPr/>
            </a:pPr>
            <a:r>
              <a:rPr lang="zh-CN" altLang="en-US" sz="2400" b="1" dirty="0" smtClean="0">
                <a:solidFill>
                  <a:schemeClr val="tx1">
                    <a:lumMod val="75000"/>
                    <a:lumOff val="25000"/>
                  </a:schemeClr>
                </a:solidFill>
                <a:latin typeface="+mj-ea"/>
              </a:rPr>
              <a:t>完全泊出规划地图构建算法介绍</a:t>
            </a:r>
            <a:endParaRPr lang="zh-CN" altLang="en-US" sz="2400" b="1" dirty="0">
              <a:solidFill>
                <a:schemeClr val="tx1">
                  <a:lumMod val="75000"/>
                  <a:lumOff val="25000"/>
                </a:schemeClr>
              </a:solidFill>
              <a:latin typeface="+mj-ea"/>
            </a:endParaRPr>
          </a:p>
        </p:txBody>
      </p:sp>
      <p:sp>
        <p:nvSpPr>
          <p:cNvPr id="4" name="日期占位符 3"/>
          <p:cNvSpPr>
            <a:spLocks noGrp="1"/>
          </p:cNvSpPr>
          <p:nvPr>
            <p:ph type="dt" sz="half" idx="10"/>
          </p:nvPr>
        </p:nvSpPr>
        <p:spPr/>
        <p:txBody>
          <a:bodyPr/>
          <a:lstStyle/>
          <a:p>
            <a:pPr>
              <a:defRPr/>
            </a:pPr>
            <a:fld id="{095AFC1B-B60B-4C59-BFE3-9285EA4ADD99}" type="datetime1">
              <a:rPr lang="zh-CN" altLang="en-US" smtClean="0"/>
              <a:t>2026/1/21</a:t>
            </a:fld>
            <a:endParaRPr lang="zh-CN" altLang="en-US" dirty="0"/>
          </a:p>
        </p:txBody>
      </p:sp>
      <p:sp>
        <p:nvSpPr>
          <p:cNvPr id="5" name="灯片编号占位符 3"/>
          <p:cNvSpPr txBox="1"/>
          <p:nvPr/>
        </p:nvSpPr>
        <p:spPr bwMode="auto">
          <a:xfrm>
            <a:off x="8575968" y="5296961"/>
            <a:ext cx="477981" cy="304271"/>
          </a:xfrm>
          <a:prstGeom prst="rect">
            <a:avLst/>
          </a:prstGeom>
          <a:noFill/>
          <a:ln>
            <a:miter lim="800000"/>
          </a:ln>
        </p:spPr>
        <p:txBody>
          <a:bodyPr vert="horz" wrap="square" lIns="91429" tIns="45714" rIns="91429" bIns="45714" numCol="1" anchor="ctr" anchorCtr="0" compatLnSpc="1"/>
          <a:lstStyle/>
          <a:p>
            <a:pPr marL="0" marR="0" lvl="0" indent="0" algn="r" defTabSz="455930" rtl="0" eaLnBrk="1" fontAlgn="base" latinLnBrk="0" hangingPunct="1">
              <a:lnSpc>
                <a:spcPct val="100000"/>
              </a:lnSpc>
              <a:spcBef>
                <a:spcPct val="0"/>
              </a:spcBef>
              <a:spcAft>
                <a:spcPct val="0"/>
              </a:spcAft>
              <a:buClrTx/>
              <a:buSzTx/>
              <a:buFontTx/>
              <a:buNone/>
              <a:defRPr/>
            </a:pPr>
            <a:r>
              <a:rPr kumimoji="1" lang="en-US" altLang="zh-CN" sz="1200" b="0" i="0" u="none" strike="noStrike" kern="1200" cap="none" spc="0" normalizeH="0" baseline="0" noProof="0" dirty="0" smtClean="0">
                <a:ln>
                  <a:noFill/>
                </a:ln>
                <a:solidFill>
                  <a:srgbClr val="898989"/>
                </a:solidFill>
                <a:effectLst/>
                <a:uLnTx/>
                <a:uFillTx/>
                <a:latin typeface="Calibri" panose="020F0502020204030204" pitchFamily="34" charset="0"/>
                <a:ea typeface="宋体" panose="02010600030101010101" pitchFamily="2" charset="-122"/>
                <a:cs typeface="+mn-cs"/>
              </a:rPr>
              <a:t>V1.0</a:t>
            </a:r>
            <a:endParaRPr kumimoji="1" lang="zh-CN" altLang="en-US" sz="1200" b="0" i="0" u="none" strike="noStrike" kern="1200" cap="none" spc="0" normalizeH="0" baseline="0" noProof="0" dirty="0" smtClean="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03909" y="69630"/>
            <a:ext cx="2547295" cy="1115161"/>
            <a:chOff x="103909" y="69628"/>
            <a:chExt cx="2547295" cy="1115161"/>
          </a:xfrm>
        </p:grpSpPr>
        <p:cxnSp>
          <p:nvCxnSpPr>
            <p:cNvPr id="36" name="MH_Others_2"/>
            <p:cNvCxnSpPr>
              <a:cxnSpLocks noChangeShapeType="1"/>
            </p:cNvCxnSpPr>
            <p:nvPr>
              <p:custDataLst>
                <p:tags r:id="rId7"/>
              </p:custDataLst>
            </p:nvPr>
          </p:nvCxnSpPr>
          <p:spPr bwMode="auto">
            <a:xfrm flipV="1">
              <a:off x="184230" y="1173631"/>
              <a:ext cx="2466974" cy="11158"/>
            </a:xfrm>
            <a:prstGeom prst="line">
              <a:avLst/>
            </a:prstGeom>
            <a:noFill/>
            <a:ln w="12700" algn="ctr">
              <a:solidFill>
                <a:srgbClr val="CFCFCF"/>
              </a:solidFill>
              <a:round/>
            </a:ln>
            <a:extLst>
              <a:ext uri="{909E8E84-426E-40DD-AFC4-6F175D3DCCD1}">
                <a14:hiddenFill xmlns:a14="http://schemas.microsoft.com/office/drawing/2010/main">
                  <a:noFill/>
                </a14:hiddenFill>
              </a:ext>
            </a:extLst>
          </p:spPr>
        </p:cxnSp>
        <p:sp>
          <p:nvSpPr>
            <p:cNvPr id="13" name="TextBox 12"/>
            <p:cNvSpPr txBox="1"/>
            <p:nvPr/>
          </p:nvSpPr>
          <p:spPr>
            <a:xfrm>
              <a:off x="103909" y="69628"/>
              <a:ext cx="2032652" cy="1026114"/>
            </a:xfrm>
            <a:prstGeom prst="rect">
              <a:avLst/>
            </a:prstGeom>
            <a:solidFill>
              <a:schemeClr val="bg1"/>
            </a:solidFill>
            <a:effectLst/>
          </p:spPr>
          <p:txBody>
            <a:bodyPr wrap="square" lIns="71310" tIns="35655" rIns="71310" bIns="35655">
              <a:spAutoFit/>
            </a:bodyPr>
            <a:lstStyle/>
            <a:p>
              <a:pPr>
                <a:defRPr/>
              </a:pPr>
              <a:r>
                <a:rPr lang="en-US" altLang="zh-CN" sz="6200" b="1" dirty="0">
                  <a:solidFill>
                    <a:srgbClr val="AD0A1D"/>
                  </a:solidFill>
                  <a:latin typeface="微软雅黑" panose="020B0503020204020204" pitchFamily="34" charset="-122"/>
                  <a:ea typeface="微软雅黑" panose="020B0503020204020204" pitchFamily="34" charset="-122"/>
                </a:rPr>
                <a:t>C</a:t>
              </a:r>
              <a:r>
                <a:rPr lang="en-US" altLang="zh-CN" sz="2800" b="1" dirty="0">
                  <a:solidFill>
                    <a:srgbClr val="AD0A1D"/>
                  </a:solidFill>
                  <a:latin typeface="微软雅黑" panose="020B0503020204020204" pitchFamily="34" charset="-122"/>
                  <a:ea typeface="微软雅黑" panose="020B0503020204020204" pitchFamily="34" charset="-122"/>
                </a:rPr>
                <a:t>ontent</a:t>
              </a:r>
              <a:endParaRPr lang="zh-CN" altLang="en-US" sz="2800" b="1" dirty="0">
                <a:solidFill>
                  <a:srgbClr val="AD0A1D"/>
                </a:solidFill>
                <a:latin typeface="微软雅黑" panose="020B0503020204020204" pitchFamily="34" charset="-122"/>
                <a:ea typeface="微软雅黑" panose="020B0503020204020204" pitchFamily="34" charset="-122"/>
              </a:endParaRPr>
            </a:p>
          </p:txBody>
        </p:sp>
        <p:cxnSp>
          <p:nvCxnSpPr>
            <p:cNvPr id="14" name="MH_Others_2"/>
            <p:cNvCxnSpPr>
              <a:cxnSpLocks noChangeShapeType="1"/>
            </p:cNvCxnSpPr>
            <p:nvPr>
              <p:custDataLst>
                <p:tags r:id="rId8"/>
              </p:custDataLst>
            </p:nvPr>
          </p:nvCxnSpPr>
          <p:spPr bwMode="auto">
            <a:xfrm flipV="1">
              <a:off x="184230" y="946027"/>
              <a:ext cx="2466974" cy="11158"/>
            </a:xfrm>
            <a:prstGeom prst="line">
              <a:avLst/>
            </a:prstGeom>
            <a:noFill/>
            <a:ln w="12700" algn="ctr">
              <a:solidFill>
                <a:srgbClr val="CFCFCF"/>
              </a:solidFill>
              <a:round/>
            </a:ln>
            <a:effectLst/>
            <a:extLst>
              <a:ext uri="{909E8E84-426E-40DD-AFC4-6F175D3DCCD1}">
                <a14:hiddenFill xmlns:a14="http://schemas.microsoft.com/office/drawing/2010/main">
                  <a:noFill/>
                </a14:hiddenFill>
              </a:ext>
            </a:extLst>
          </p:spPr>
        </p:cxnSp>
        <p:sp>
          <p:nvSpPr>
            <p:cNvPr id="15" name="TextBox 6"/>
            <p:cNvSpPr txBox="1">
              <a:spLocks noChangeArrowheads="1"/>
            </p:cNvSpPr>
            <p:nvPr/>
          </p:nvSpPr>
          <p:spPr bwMode="auto">
            <a:xfrm>
              <a:off x="833962" y="191140"/>
              <a:ext cx="1076960" cy="5028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1310" tIns="35655" rIns="71310" bIns="35655">
              <a:spAutoFit/>
            </a:bodyPr>
            <a:lstStyle>
              <a:lvl1pPr eaLnBrk="0" hangingPunct="0">
                <a:defRPr kumimoji="1" sz="2000">
                  <a:solidFill>
                    <a:schemeClr val="tx1"/>
                  </a:solidFill>
                  <a:latin typeface="Calibri" panose="020F0502020204030204" pitchFamily="34" charset="0"/>
                  <a:ea typeface="宋体" panose="02010600030101010101" pitchFamily="2" charset="-122"/>
                </a:defRPr>
              </a:lvl1pPr>
              <a:lvl2pPr marL="742950" indent="-285750" eaLnBrk="0" hangingPunct="0">
                <a:defRPr kumimoji="1" sz="2000">
                  <a:solidFill>
                    <a:schemeClr val="tx1"/>
                  </a:solidFill>
                  <a:latin typeface="Calibri" panose="020F0502020204030204" pitchFamily="34" charset="0"/>
                  <a:ea typeface="宋体" panose="02010600030101010101" pitchFamily="2" charset="-122"/>
                </a:defRPr>
              </a:lvl2pPr>
              <a:lvl3pPr marL="1143000" indent="-228600" eaLnBrk="0" hangingPunct="0">
                <a:defRPr kumimoji="1" sz="2000">
                  <a:solidFill>
                    <a:schemeClr val="tx1"/>
                  </a:solidFill>
                  <a:latin typeface="Calibri" panose="020F0502020204030204" pitchFamily="34" charset="0"/>
                  <a:ea typeface="宋体" panose="02010600030101010101" pitchFamily="2" charset="-122"/>
                </a:defRPr>
              </a:lvl3pPr>
              <a:lvl4pPr marL="1600200" indent="-228600" eaLnBrk="0" hangingPunct="0">
                <a:defRPr kumimoji="1" sz="2000">
                  <a:solidFill>
                    <a:schemeClr val="tx1"/>
                  </a:solidFill>
                  <a:latin typeface="Calibri" panose="020F0502020204030204" pitchFamily="34" charset="0"/>
                  <a:ea typeface="宋体" panose="02010600030101010101" pitchFamily="2" charset="-122"/>
                </a:defRPr>
              </a:lvl4pPr>
              <a:lvl5pPr marL="2057400" indent="-228600" eaLnBrk="0" hangingPunct="0">
                <a:defRPr kumimoji="1" sz="2000">
                  <a:solidFill>
                    <a:schemeClr val="tx1"/>
                  </a:solidFill>
                  <a:latin typeface="Calibri" panose="020F0502020204030204" pitchFamily="34" charset="0"/>
                  <a:ea typeface="宋体" panose="02010600030101010101" pitchFamily="2" charset="-122"/>
                </a:defRPr>
              </a:lvl5pPr>
              <a:lvl6pPr marL="2514600" indent="-228600" defTabSz="503555" eaLnBrk="0" fontAlgn="base" hangingPunct="0">
                <a:spcBef>
                  <a:spcPct val="0"/>
                </a:spcBef>
                <a:spcAft>
                  <a:spcPct val="0"/>
                </a:spcAft>
                <a:defRPr kumimoji="1" sz="2000">
                  <a:solidFill>
                    <a:schemeClr val="tx1"/>
                  </a:solidFill>
                  <a:latin typeface="Calibri" panose="020F0502020204030204" pitchFamily="34" charset="0"/>
                  <a:ea typeface="宋体" panose="02010600030101010101" pitchFamily="2" charset="-122"/>
                </a:defRPr>
              </a:lvl6pPr>
              <a:lvl7pPr marL="2971800" indent="-228600" defTabSz="503555" eaLnBrk="0" fontAlgn="base" hangingPunct="0">
                <a:spcBef>
                  <a:spcPct val="0"/>
                </a:spcBef>
                <a:spcAft>
                  <a:spcPct val="0"/>
                </a:spcAft>
                <a:defRPr kumimoji="1" sz="2000">
                  <a:solidFill>
                    <a:schemeClr val="tx1"/>
                  </a:solidFill>
                  <a:latin typeface="Calibri" panose="020F0502020204030204" pitchFamily="34" charset="0"/>
                  <a:ea typeface="宋体" panose="02010600030101010101" pitchFamily="2" charset="-122"/>
                </a:defRPr>
              </a:lvl7pPr>
              <a:lvl8pPr marL="3429000" indent="-228600" defTabSz="503555" eaLnBrk="0" fontAlgn="base" hangingPunct="0">
                <a:spcBef>
                  <a:spcPct val="0"/>
                </a:spcBef>
                <a:spcAft>
                  <a:spcPct val="0"/>
                </a:spcAft>
                <a:defRPr kumimoji="1" sz="2000">
                  <a:solidFill>
                    <a:schemeClr val="tx1"/>
                  </a:solidFill>
                  <a:latin typeface="Calibri" panose="020F0502020204030204" pitchFamily="34" charset="0"/>
                  <a:ea typeface="宋体" panose="02010600030101010101" pitchFamily="2" charset="-122"/>
                </a:defRPr>
              </a:lvl8pPr>
              <a:lvl9pPr marL="3886200" indent="-228600" defTabSz="503555" eaLnBrk="0" fontAlgn="base" hangingPunct="0">
                <a:spcBef>
                  <a:spcPct val="0"/>
                </a:spcBef>
                <a:spcAft>
                  <a:spcPct val="0"/>
                </a:spcAft>
                <a:defRPr kumimoji="1" sz="2000">
                  <a:solidFill>
                    <a:schemeClr val="tx1"/>
                  </a:solidFill>
                  <a:latin typeface="Calibri" panose="020F0502020204030204" pitchFamily="34" charset="0"/>
                  <a:ea typeface="宋体" panose="02010600030101010101" pitchFamily="2" charset="-122"/>
                </a:defRPr>
              </a:lvl9pPr>
            </a:lstStyle>
            <a:p>
              <a:pPr eaLnBrk="1" hangingPunct="1"/>
              <a:r>
                <a:rPr lang="zh-CN" altLang="en-US" sz="2800" b="1" dirty="0">
                  <a:solidFill>
                    <a:srgbClr val="B4BCC2"/>
                  </a:solidFill>
                  <a:latin typeface="微软雅黑" panose="020B0503020204020204" pitchFamily="34" charset="-122"/>
                  <a:ea typeface="微软雅黑" panose="020B0503020204020204" pitchFamily="34" charset="-122"/>
                </a:rPr>
                <a:t>目  录</a:t>
              </a:r>
            </a:p>
          </p:txBody>
        </p:sp>
      </p:grpSp>
      <p:sp>
        <p:nvSpPr>
          <p:cNvPr id="33" name="TextBox 32"/>
          <p:cNvSpPr txBox="1"/>
          <p:nvPr/>
        </p:nvSpPr>
        <p:spPr>
          <a:xfrm>
            <a:off x="8618220" y="5345966"/>
            <a:ext cx="454732" cy="338554"/>
          </a:xfrm>
          <a:prstGeom prst="rect">
            <a:avLst/>
          </a:prstGeom>
          <a:solidFill>
            <a:schemeClr val="bg1"/>
          </a:solidFill>
          <a:ln>
            <a:solidFill>
              <a:schemeClr val="bg1"/>
            </a:solidFill>
          </a:ln>
        </p:spPr>
        <p:txBody>
          <a:bodyPr wrap="square" rtlCol="0">
            <a:spAutoFit/>
          </a:bodyPr>
          <a:lstStyle/>
          <a:p>
            <a:r>
              <a:rPr lang="en-US" altLang="zh-CN" sz="1600" dirty="0" smtClean="0">
                <a:latin typeface="+mn-ea"/>
                <a:ea typeface="+mn-ea"/>
              </a:rPr>
              <a:t>  </a:t>
            </a:r>
            <a:endParaRPr lang="zh-CN" altLang="en-US" sz="1600" dirty="0">
              <a:latin typeface="+mn-ea"/>
              <a:ea typeface="+mn-ea"/>
            </a:endParaRPr>
          </a:p>
        </p:txBody>
      </p:sp>
      <p:grpSp>
        <p:nvGrpSpPr>
          <p:cNvPr id="4" name="组合 3"/>
          <p:cNvGrpSpPr/>
          <p:nvPr/>
        </p:nvGrpSpPr>
        <p:grpSpPr>
          <a:xfrm>
            <a:off x="1576788" y="1862594"/>
            <a:ext cx="4547095" cy="2345271"/>
            <a:chOff x="1562023" y="1628140"/>
            <a:chExt cx="4547095" cy="2345271"/>
          </a:xfrm>
        </p:grpSpPr>
        <p:sp>
          <p:nvSpPr>
            <p:cNvPr id="23" name="MH_Entry_2"/>
            <p:cNvSpPr/>
            <p:nvPr>
              <p:custDataLst>
                <p:tags r:id="rId1"/>
              </p:custDataLst>
            </p:nvPr>
          </p:nvSpPr>
          <p:spPr>
            <a:xfrm>
              <a:off x="2216390" y="1682023"/>
              <a:ext cx="3890337" cy="503210"/>
            </a:xfrm>
            <a:prstGeom prst="rect">
              <a:avLst/>
            </a:prstGeom>
            <a:solidFill>
              <a:schemeClr val="bg1">
                <a:lumMod val="65000"/>
              </a:schemeClr>
            </a:solidFill>
            <a:ln w="25400" cap="flat" cmpd="sng" algn="ctr">
              <a:noFill/>
              <a:prstDash val="solid"/>
            </a:ln>
            <a:effectLst/>
          </p:spPr>
          <p:txBody>
            <a:bodyPr wrap="square" lIns="224640" tIns="0" rIns="74027" bIns="0" anchor="ctr">
              <a:normAutofit/>
            </a:bodyPr>
            <a:lstStyle/>
            <a:p>
              <a:r>
                <a:rPr lang="zh-CN" altLang="en-US" sz="2400" b="1" dirty="0"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Unicode MS" panose="020B0604020202020204" pitchFamily="34" charset="-122"/>
                </a:rPr>
                <a:t>地图边界算法概述</a:t>
              </a:r>
            </a:p>
          </p:txBody>
        </p:sp>
        <p:sp>
          <p:nvSpPr>
            <p:cNvPr id="16" name="MH_Entry_2"/>
            <p:cNvSpPr/>
            <p:nvPr>
              <p:custDataLst>
                <p:tags r:id="rId2"/>
              </p:custDataLst>
            </p:nvPr>
          </p:nvSpPr>
          <p:spPr>
            <a:xfrm>
              <a:off x="1564414" y="1628140"/>
              <a:ext cx="531624" cy="609149"/>
            </a:xfrm>
            <a:prstGeom prst="ellipse">
              <a:avLst/>
            </a:prstGeom>
            <a:solidFill>
              <a:schemeClr val="bg1">
                <a:lumMod val="65000"/>
              </a:schemeClr>
            </a:solidFill>
            <a:ln w="25400" cap="flat" cmpd="sng" algn="ctr">
              <a:noFill/>
              <a:prstDash val="solid"/>
            </a:ln>
            <a:effectLst/>
          </p:spPr>
          <p:txBody>
            <a:bodyPr wrap="square" lIns="288000" tIns="0" rIns="94906" bIns="0" anchor="ctr">
              <a:noAutofit/>
            </a:bodyPr>
            <a:lstStyle/>
            <a:p>
              <a:pPr algn="ctr">
                <a:defRPr/>
              </a:pPr>
              <a:endParaRPr lang="zh-CN" altLang="en-US" sz="2400" kern="0" dirty="0" smtClean="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0" name="TextBox 19"/>
            <p:cNvSpPr txBox="1"/>
            <p:nvPr/>
          </p:nvSpPr>
          <p:spPr>
            <a:xfrm>
              <a:off x="1562023" y="1653711"/>
              <a:ext cx="776314" cy="460287"/>
            </a:xfrm>
            <a:prstGeom prst="rect">
              <a:avLst/>
            </a:prstGeom>
            <a:noFill/>
          </p:spPr>
          <p:txBody>
            <a:bodyPr wrap="square" rtlCol="0">
              <a:spAutoFit/>
            </a:bodyPr>
            <a:lstStyle/>
            <a:p>
              <a:r>
                <a:rPr lang="en-US" altLang="zh-CN" sz="2400" b="1" dirty="0" smtClean="0">
                  <a:solidFill>
                    <a:schemeClr val="bg1"/>
                  </a:solidFill>
                </a:rPr>
                <a:t>01</a:t>
              </a:r>
            </a:p>
          </p:txBody>
        </p:sp>
        <p:sp>
          <p:nvSpPr>
            <p:cNvPr id="40" name="MH_Entry_2"/>
            <p:cNvSpPr/>
            <p:nvPr>
              <p:custDataLst>
                <p:tags r:id="rId3"/>
              </p:custDataLst>
            </p:nvPr>
          </p:nvSpPr>
          <p:spPr>
            <a:xfrm>
              <a:off x="2218781" y="2534101"/>
              <a:ext cx="3890337" cy="503210"/>
            </a:xfrm>
            <a:prstGeom prst="rect">
              <a:avLst/>
            </a:prstGeom>
            <a:solidFill>
              <a:schemeClr val="bg1">
                <a:lumMod val="65000"/>
              </a:schemeClr>
            </a:solidFill>
            <a:ln w="25400" cap="flat" cmpd="sng" algn="ctr">
              <a:noFill/>
              <a:prstDash val="solid"/>
            </a:ln>
            <a:effectLst/>
          </p:spPr>
          <p:txBody>
            <a:bodyPr wrap="square" lIns="224640" tIns="0" rIns="74027" bIns="0" anchor="ctr">
              <a:normAutofit/>
            </a:bodyPr>
            <a:lstStyle/>
            <a:p>
              <a:r>
                <a:rPr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Unicode MS" panose="020B0604020202020204" pitchFamily="34" charset="-122"/>
                  <a:sym typeface="+mn-ea"/>
                </a:rPr>
                <a:t>完全泊出逻辑策略</a:t>
              </a:r>
              <a:r>
                <a:rPr lang="zh-CN" altLang="en-US" sz="2400" b="1" dirty="0"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Unicode MS" panose="020B0604020202020204" pitchFamily="34" charset="-122"/>
                  <a:sym typeface="+mn-ea"/>
                </a:rPr>
                <a:t>说明</a:t>
              </a:r>
            </a:p>
          </p:txBody>
        </p:sp>
        <p:grpSp>
          <p:nvGrpSpPr>
            <p:cNvPr id="19" name="组合 18"/>
            <p:cNvGrpSpPr/>
            <p:nvPr/>
          </p:nvGrpSpPr>
          <p:grpSpPr>
            <a:xfrm>
              <a:off x="1562023" y="2481132"/>
              <a:ext cx="776314" cy="609149"/>
              <a:chOff x="1569193" y="1378046"/>
              <a:chExt cx="683043" cy="468000"/>
            </a:xfrm>
          </p:grpSpPr>
          <p:sp>
            <p:nvSpPr>
              <p:cNvPr id="21" name="MH_Entry_2"/>
              <p:cNvSpPr/>
              <p:nvPr>
                <p:custDataLst>
                  <p:tags r:id="rId6"/>
                </p:custDataLst>
              </p:nvPr>
            </p:nvSpPr>
            <p:spPr>
              <a:xfrm>
                <a:off x="1571379" y="1378046"/>
                <a:ext cx="468000" cy="468000"/>
              </a:xfrm>
              <a:prstGeom prst="ellipse">
                <a:avLst/>
              </a:prstGeom>
              <a:solidFill>
                <a:schemeClr val="bg1">
                  <a:lumMod val="65000"/>
                </a:schemeClr>
              </a:solidFill>
              <a:ln w="25400" cap="flat" cmpd="sng" algn="ctr">
                <a:noFill/>
                <a:prstDash val="solid"/>
              </a:ln>
              <a:effectLst/>
            </p:spPr>
            <p:txBody>
              <a:bodyPr wrap="square" lIns="288000" tIns="0" rIns="94906" bIns="0" anchor="ctr">
                <a:noAutofit/>
              </a:bodyPr>
              <a:lstStyle/>
              <a:p>
                <a:pPr algn="ctr">
                  <a:defRPr/>
                </a:pPr>
                <a:endParaRPr lang="zh-CN" altLang="en-US" sz="2400" kern="0" dirty="0" smtClean="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4" name="TextBox 23"/>
              <p:cNvSpPr txBox="1"/>
              <p:nvPr/>
            </p:nvSpPr>
            <p:spPr>
              <a:xfrm>
                <a:off x="1569193" y="1397774"/>
                <a:ext cx="683043" cy="353484"/>
              </a:xfrm>
              <a:prstGeom prst="rect">
                <a:avLst/>
              </a:prstGeom>
              <a:noFill/>
            </p:spPr>
            <p:txBody>
              <a:bodyPr wrap="square" rtlCol="0">
                <a:spAutoFit/>
              </a:bodyPr>
              <a:lstStyle/>
              <a:p>
                <a:r>
                  <a:rPr lang="en-US" altLang="zh-CN" sz="2400" b="1" dirty="0" smtClean="0">
                    <a:solidFill>
                      <a:schemeClr val="bg1"/>
                    </a:solidFill>
                  </a:rPr>
                  <a:t>02</a:t>
                </a:r>
              </a:p>
            </p:txBody>
          </p:sp>
        </p:grpSp>
        <p:sp>
          <p:nvSpPr>
            <p:cNvPr id="18" name="MH_Entry_2"/>
            <p:cNvSpPr/>
            <p:nvPr>
              <p:custDataLst>
                <p:tags r:id="rId4"/>
              </p:custDataLst>
            </p:nvPr>
          </p:nvSpPr>
          <p:spPr>
            <a:xfrm>
              <a:off x="2216390" y="3389833"/>
              <a:ext cx="3887946" cy="503210"/>
            </a:xfrm>
            <a:prstGeom prst="rect">
              <a:avLst/>
            </a:prstGeom>
            <a:solidFill>
              <a:schemeClr val="bg1">
                <a:lumMod val="65000"/>
              </a:schemeClr>
            </a:solidFill>
            <a:ln w="25400" cap="flat" cmpd="sng" algn="ctr">
              <a:noFill/>
              <a:prstDash val="solid"/>
            </a:ln>
            <a:effectLst/>
          </p:spPr>
          <p:txBody>
            <a:bodyPr wrap="square" lIns="224640" tIns="0" rIns="74027" bIns="0" anchor="ctr">
              <a:normAutofit/>
            </a:bodyPr>
            <a:lstStyle/>
            <a:p>
              <a:r>
                <a:rPr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Unicode MS" panose="020B0604020202020204" pitchFamily="34" charset="-122"/>
                  <a:sym typeface="+mn-ea"/>
                </a:rPr>
                <a:t>地图边界构建原理</a:t>
              </a:r>
              <a:r>
                <a:rPr lang="zh-CN" altLang="en-US" sz="2400" b="1" dirty="0"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Unicode MS" panose="020B0604020202020204" pitchFamily="34" charset="-122"/>
                  <a:sym typeface="+mn-ea"/>
                </a:rPr>
                <a:t>介绍</a:t>
              </a:r>
              <a:endParaRPr lang="zh-CN" sz="2400" b="1" dirty="0"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Unicode MS" panose="020B0604020202020204" pitchFamily="34" charset="-122"/>
                <a:sym typeface="+mn-ea"/>
              </a:endParaRPr>
            </a:p>
          </p:txBody>
        </p:sp>
        <p:grpSp>
          <p:nvGrpSpPr>
            <p:cNvPr id="22" name="组合 18"/>
            <p:cNvGrpSpPr/>
            <p:nvPr/>
          </p:nvGrpSpPr>
          <p:grpSpPr>
            <a:xfrm>
              <a:off x="1563617" y="3364262"/>
              <a:ext cx="776314" cy="609149"/>
              <a:chOff x="1569193" y="1378046"/>
              <a:chExt cx="683043" cy="468000"/>
            </a:xfrm>
          </p:grpSpPr>
          <p:sp>
            <p:nvSpPr>
              <p:cNvPr id="25" name="MH_Entry_2"/>
              <p:cNvSpPr/>
              <p:nvPr>
                <p:custDataLst>
                  <p:tags r:id="rId5"/>
                </p:custDataLst>
              </p:nvPr>
            </p:nvSpPr>
            <p:spPr>
              <a:xfrm>
                <a:off x="1571379" y="1378046"/>
                <a:ext cx="468000" cy="468000"/>
              </a:xfrm>
              <a:prstGeom prst="ellipse">
                <a:avLst/>
              </a:prstGeom>
              <a:solidFill>
                <a:schemeClr val="bg1">
                  <a:lumMod val="65000"/>
                </a:schemeClr>
              </a:solidFill>
              <a:ln w="25400" cap="flat" cmpd="sng" algn="ctr">
                <a:noFill/>
                <a:prstDash val="solid"/>
              </a:ln>
              <a:effectLst/>
            </p:spPr>
            <p:txBody>
              <a:bodyPr wrap="square" lIns="288000" tIns="0" rIns="94906" bIns="0" anchor="ctr">
                <a:noAutofit/>
              </a:bodyPr>
              <a:lstStyle/>
              <a:p>
                <a:pPr algn="ctr">
                  <a:defRPr/>
                </a:pPr>
                <a:endParaRPr lang="zh-CN" altLang="en-US" sz="2400" kern="0" dirty="0" smtClean="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8" name="TextBox 27"/>
              <p:cNvSpPr txBox="1"/>
              <p:nvPr/>
            </p:nvSpPr>
            <p:spPr>
              <a:xfrm>
                <a:off x="1569193" y="1397774"/>
                <a:ext cx="683043" cy="353484"/>
              </a:xfrm>
              <a:prstGeom prst="rect">
                <a:avLst/>
              </a:prstGeom>
              <a:noFill/>
            </p:spPr>
            <p:txBody>
              <a:bodyPr wrap="square" rtlCol="0">
                <a:spAutoFit/>
              </a:bodyPr>
              <a:lstStyle/>
              <a:p>
                <a:r>
                  <a:rPr lang="en-US" altLang="zh-CN" sz="2400" b="1" dirty="0" smtClean="0">
                    <a:solidFill>
                      <a:schemeClr val="bg1"/>
                    </a:solidFill>
                  </a:rPr>
                  <a:t>03</a:t>
                </a:r>
              </a:p>
            </p:txBody>
          </p:sp>
        </p:gr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79202" y="233084"/>
            <a:ext cx="677732" cy="4034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1323" tIns="35662" rIns="71323" bIns="35662" rtlCol="0" anchor="ctr"/>
          <a:lstStyle/>
          <a:p>
            <a:pPr algn="ctr"/>
            <a:r>
              <a:rPr lang="en-US" altLang="zh-CN" sz="2200" b="1" dirty="0" smtClean="0">
                <a:solidFill>
                  <a:schemeClr val="tx1"/>
                </a:solidFill>
                <a:latin typeface="微软雅黑" panose="020B0503020204020204" pitchFamily="34" charset="-122"/>
                <a:ea typeface="微软雅黑" panose="020B0503020204020204" pitchFamily="34" charset="-122"/>
              </a:rPr>
              <a:t>01</a:t>
            </a:r>
            <a:endParaRPr lang="zh-CN" altLang="en-US" sz="2200" b="1" dirty="0">
              <a:solidFill>
                <a:schemeClr val="tx1"/>
              </a:solidFill>
              <a:latin typeface="微软雅黑" panose="020B0503020204020204" pitchFamily="34" charset="-122"/>
              <a:ea typeface="微软雅黑" panose="020B0503020204020204" pitchFamily="34" charset="-122"/>
            </a:endParaRPr>
          </a:p>
        </p:txBody>
      </p:sp>
      <p:sp>
        <p:nvSpPr>
          <p:cNvPr id="31" name="标题 1"/>
          <p:cNvSpPr txBox="1"/>
          <p:nvPr/>
        </p:nvSpPr>
        <p:spPr bwMode="auto">
          <a:xfrm>
            <a:off x="1056937" y="210144"/>
            <a:ext cx="3416007" cy="476250"/>
          </a:xfrm>
          <a:prstGeom prst="rect">
            <a:avLst/>
          </a:prstGeom>
          <a:noFill/>
          <a:ln w="9525">
            <a:noFill/>
            <a:miter lim="800000"/>
          </a:ln>
        </p:spPr>
        <p:txBody>
          <a:bodyPr lIns="91429" tIns="45714" rIns="91429" bIns="45714" anchor="ctr"/>
          <a:lstStyle/>
          <a:p>
            <a:r>
              <a:rPr lang="zh-CN" altLang="en-US" sz="2400" b="1" dirty="0" smtClean="0">
                <a:solidFill>
                  <a:srgbClr val="7F7F7F"/>
                </a:solidFill>
                <a:latin typeface="+mn-ea"/>
                <a:ea typeface="+mn-ea"/>
                <a:cs typeface="Arial Unicode MS" panose="020B0604020202020204" pitchFamily="34" charset="-122"/>
              </a:rPr>
              <a:t>地图边界算法概述</a:t>
            </a:r>
            <a:endParaRPr lang="zh-CN" altLang="en-US" sz="2400" b="1" dirty="0">
              <a:solidFill>
                <a:srgbClr val="7F7F7F"/>
              </a:solidFill>
              <a:latin typeface="+mn-ea"/>
              <a:ea typeface="+mn-ea"/>
              <a:cs typeface="Arial Unicode MS" panose="020B0604020202020204" pitchFamily="34" charset="-122"/>
            </a:endParaRPr>
          </a:p>
        </p:txBody>
      </p:sp>
      <p:sp>
        <p:nvSpPr>
          <p:cNvPr id="13" name="TextBox 12"/>
          <p:cNvSpPr txBox="1"/>
          <p:nvPr/>
        </p:nvSpPr>
        <p:spPr>
          <a:xfrm>
            <a:off x="8618220" y="5345966"/>
            <a:ext cx="454732" cy="338554"/>
          </a:xfrm>
          <a:prstGeom prst="rect">
            <a:avLst/>
          </a:prstGeom>
          <a:solidFill>
            <a:schemeClr val="bg1"/>
          </a:solidFill>
          <a:ln>
            <a:solidFill>
              <a:schemeClr val="bg1"/>
            </a:solidFill>
          </a:ln>
        </p:spPr>
        <p:txBody>
          <a:bodyPr wrap="square" rtlCol="0">
            <a:spAutoFit/>
          </a:bodyPr>
          <a:lstStyle/>
          <a:p>
            <a:r>
              <a:rPr lang="en-US" altLang="zh-CN" sz="1600" dirty="0" smtClean="0">
                <a:latin typeface="+mn-ea"/>
                <a:ea typeface="+mn-ea"/>
              </a:rPr>
              <a:t>  </a:t>
            </a:r>
            <a:endParaRPr lang="zh-CN" altLang="en-US" sz="1600" dirty="0">
              <a:latin typeface="+mn-ea"/>
              <a:ea typeface="+mn-ea"/>
            </a:endParaRPr>
          </a:p>
        </p:txBody>
      </p:sp>
      <p:sp>
        <p:nvSpPr>
          <p:cNvPr id="16" name="TextBox 15"/>
          <p:cNvSpPr txBox="1"/>
          <p:nvPr/>
        </p:nvSpPr>
        <p:spPr>
          <a:xfrm>
            <a:off x="364489" y="717550"/>
            <a:ext cx="8017511" cy="1330172"/>
          </a:xfrm>
          <a:prstGeom prst="rect">
            <a:avLst/>
          </a:prstGeom>
          <a:noFill/>
        </p:spPr>
        <p:txBody>
          <a:bodyPr wrap="square" rtlCol="0">
            <a:spAutoFit/>
          </a:bodyPr>
          <a:lstStyle/>
          <a:p>
            <a:pPr marL="285750" indent="-285750">
              <a:lnSpc>
                <a:spcPct val="150000"/>
              </a:lnSpc>
              <a:buFont typeface="Wingdings" pitchFamily="2" charset="2"/>
              <a:buChar char="Ø"/>
            </a:pPr>
            <a:r>
              <a:rPr lang="zh-CN" altLang="en-US" sz="1100" dirty="0" smtClean="0">
                <a:latin typeface="+mn-lt"/>
              </a:rPr>
              <a:t>自动驾驶实现需要获取地图信息、构建地图边界、规划路径，从而给后续的运动控制提供行驶目标需求。构建地图边界作为承上启下的部分具有重要作用。</a:t>
            </a:r>
            <a:endParaRPr lang="en-US" altLang="zh-CN" sz="1100" dirty="0" smtClean="0">
              <a:latin typeface="+mn-lt"/>
            </a:endParaRPr>
          </a:p>
          <a:p>
            <a:pPr marL="285750" indent="-285750">
              <a:lnSpc>
                <a:spcPct val="150000"/>
              </a:lnSpc>
              <a:buFont typeface="Wingdings" pitchFamily="2" charset="2"/>
              <a:buChar char="Ø"/>
            </a:pPr>
            <a:r>
              <a:rPr lang="zh-CN" altLang="en-US" sz="1100" dirty="0" smtClean="0">
                <a:latin typeface="+mn-lt"/>
              </a:rPr>
              <a:t>完全泊出的地图构建主要指通过对决策请求轨迹计算的泊出类型，车位数据，</a:t>
            </a:r>
            <a:r>
              <a:rPr lang="en-US" altLang="zh-CN" sz="1100" dirty="0" err="1" smtClean="0">
                <a:latin typeface="+mn-lt"/>
              </a:rPr>
              <a:t>Senser</a:t>
            </a:r>
            <a:r>
              <a:rPr lang="zh-CN" altLang="en-US" sz="1100" dirty="0" smtClean="0">
                <a:latin typeface="+mn-lt"/>
              </a:rPr>
              <a:t>、</a:t>
            </a:r>
            <a:r>
              <a:rPr lang="en-US" altLang="zh-CN" sz="1100" dirty="0" smtClean="0">
                <a:latin typeface="+mn-lt"/>
              </a:rPr>
              <a:t>FSD</a:t>
            </a:r>
            <a:r>
              <a:rPr lang="zh-CN" altLang="en-US" sz="1100" dirty="0" smtClean="0">
                <a:latin typeface="+mn-lt"/>
              </a:rPr>
              <a:t>、</a:t>
            </a:r>
            <a:r>
              <a:rPr lang="en-US" altLang="zh-CN" sz="1100" dirty="0" smtClean="0">
                <a:latin typeface="+mn-lt"/>
              </a:rPr>
              <a:t>OD</a:t>
            </a:r>
            <a:r>
              <a:rPr lang="zh-CN" altLang="en-US" sz="1100" dirty="0" smtClean="0">
                <a:latin typeface="+mn-lt"/>
              </a:rPr>
              <a:t>、</a:t>
            </a:r>
            <a:r>
              <a:rPr lang="en-US" altLang="zh-CN" sz="1100" dirty="0" smtClean="0">
                <a:latin typeface="+mn-lt"/>
              </a:rPr>
              <a:t>PDC</a:t>
            </a:r>
            <a:r>
              <a:rPr lang="zh-CN" altLang="en-US" sz="1100" dirty="0" smtClean="0">
                <a:latin typeface="+mn-lt"/>
              </a:rPr>
              <a:t>等传感器数据做处理，确定障碍物</a:t>
            </a:r>
            <a:r>
              <a:rPr lang="en-US" altLang="zh-CN" sz="1100" dirty="0" smtClean="0">
                <a:latin typeface="+mn-lt"/>
              </a:rPr>
              <a:t>1</a:t>
            </a:r>
            <a:r>
              <a:rPr lang="zh-CN" altLang="en-US" sz="1100" dirty="0" smtClean="0">
                <a:latin typeface="+mn-lt"/>
              </a:rPr>
              <a:t>（</a:t>
            </a:r>
            <a:r>
              <a:rPr lang="en-US" altLang="zh-CN" sz="1100" dirty="0" smtClean="0">
                <a:latin typeface="+mn-lt"/>
              </a:rPr>
              <a:t>Obj1</a:t>
            </a:r>
            <a:r>
              <a:rPr lang="zh-CN" altLang="en-US" sz="1100" dirty="0" smtClean="0">
                <a:latin typeface="+mn-lt"/>
              </a:rPr>
              <a:t>）、障碍物</a:t>
            </a:r>
            <a:r>
              <a:rPr lang="en-US" altLang="zh-CN" sz="1100" dirty="0" smtClean="0">
                <a:latin typeface="+mn-lt"/>
              </a:rPr>
              <a:t>2</a:t>
            </a:r>
            <a:r>
              <a:rPr lang="zh-CN" altLang="en-US" sz="1100" dirty="0" smtClean="0">
                <a:latin typeface="+mn-lt"/>
              </a:rPr>
              <a:t>（</a:t>
            </a:r>
            <a:r>
              <a:rPr lang="en-US" altLang="zh-CN" sz="1100" dirty="0" smtClean="0">
                <a:latin typeface="+mn-lt"/>
              </a:rPr>
              <a:t>Obj2</a:t>
            </a:r>
            <a:r>
              <a:rPr lang="zh-CN" altLang="en-US" sz="1100" dirty="0" smtClean="0">
                <a:latin typeface="+mn-lt"/>
              </a:rPr>
              <a:t>）、终点位置（</a:t>
            </a:r>
            <a:r>
              <a:rPr lang="en-US" altLang="zh-CN" sz="1100" dirty="0" err="1" smtClean="0">
                <a:latin typeface="+mn-lt"/>
              </a:rPr>
              <a:t>EndCarPos</a:t>
            </a:r>
            <a:r>
              <a:rPr lang="zh-CN" altLang="en-US" sz="1100" dirty="0" smtClean="0">
                <a:latin typeface="+mn-lt"/>
              </a:rPr>
              <a:t>）的坐标、地图边界信息、离散障碍物等信息，给到轨迹规划模块进行规划处理。</a:t>
            </a:r>
            <a:endParaRPr lang="zh-CN" sz="1100" dirty="0" smtClean="0">
              <a:solidFill>
                <a:schemeClr val="tx1"/>
              </a:solidFill>
              <a:latin typeface="+mn-lt"/>
              <a:ea typeface="+mn-ea"/>
            </a:endParaRPr>
          </a:p>
        </p:txBody>
      </p:sp>
      <p:sp>
        <p:nvSpPr>
          <p:cNvPr id="5"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11" name="Group 2"/>
          <p:cNvGrpSpPr/>
          <p:nvPr/>
        </p:nvGrpSpPr>
        <p:grpSpPr>
          <a:xfrm>
            <a:off x="679352" y="2047723"/>
            <a:ext cx="7587184" cy="3152492"/>
            <a:chOff x="4805" y="1503"/>
            <a:chExt cx="9000" cy="5833"/>
          </a:xfrm>
        </p:grpSpPr>
        <p:pic>
          <p:nvPicPr>
            <p:cNvPr id="14" name="Picture 1"/>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805" y="1503"/>
              <a:ext cx="9001" cy="5298"/>
            </a:xfrm>
            <a:prstGeom prst="rect">
              <a:avLst/>
            </a:prstGeom>
            <a:noFill/>
            <a:ln>
              <a:noFill/>
            </a:ln>
          </p:spPr>
        </p:pic>
        <p:sp>
          <p:nvSpPr>
            <p:cNvPr id="15" name="Text Box 1"/>
            <p:cNvSpPr txBox="1"/>
            <p:nvPr/>
          </p:nvSpPr>
          <p:spPr>
            <a:xfrm>
              <a:off x="6877" y="6902"/>
              <a:ext cx="4857" cy="434"/>
            </a:xfrm>
            <a:prstGeom prst="rect">
              <a:avLst/>
            </a:prstGeom>
            <a:noFill/>
          </p:spPr>
          <p:txBody>
            <a:bodyPr wrap="none" rtlCol="0" anchor="t">
              <a:spAutoFit/>
            </a:bodyPr>
            <a:lstStyle/>
            <a:p>
              <a:pPr marL="0" indent="0">
                <a:buNone/>
              </a:pPr>
              <a:r>
                <a:rPr lang="zh-CN" sz="1200" i="1" dirty="0" smtClean="0">
                  <a:solidFill>
                    <a:schemeClr val="tx1">
                      <a:lumMod val="50000"/>
                      <a:lumOff val="50000"/>
                    </a:schemeClr>
                  </a:solidFill>
                  <a:latin typeface="+mn-ea"/>
                  <a:ea typeface="+mn-ea"/>
                  <a:sym typeface="+mn-ea"/>
                </a:rPr>
                <a:t>Control architecture for automated vehicles</a:t>
              </a:r>
              <a:endParaRPr lang="zh-CN" altLang="en-US" sz="1200" i="1" dirty="0" smtClean="0">
                <a:solidFill>
                  <a:schemeClr val="tx1">
                    <a:lumMod val="50000"/>
                    <a:lumOff val="50000"/>
                  </a:schemeClr>
                </a:solidFill>
                <a:latin typeface="+mn-ea"/>
                <a:ea typeface="+mn-ea"/>
                <a:sym typeface="+mn-ea"/>
              </a:endParaRP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79202" y="233084"/>
            <a:ext cx="677732" cy="4034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1323" tIns="35662" rIns="71323" bIns="35662" rtlCol="0" anchor="ctr"/>
          <a:lstStyle/>
          <a:p>
            <a:pPr algn="ctr"/>
            <a:r>
              <a:rPr lang="en-US" altLang="zh-CN" sz="2200" b="1" dirty="0" smtClean="0">
                <a:solidFill>
                  <a:schemeClr val="tx1"/>
                </a:solidFill>
                <a:latin typeface="微软雅黑" panose="020B0503020204020204" pitchFamily="34" charset="-122"/>
                <a:ea typeface="微软雅黑" panose="020B0503020204020204" pitchFamily="34" charset="-122"/>
              </a:rPr>
              <a:t>01</a:t>
            </a:r>
            <a:endParaRPr lang="zh-CN" altLang="en-US" sz="2200" b="1" dirty="0">
              <a:solidFill>
                <a:schemeClr val="tx1"/>
              </a:solidFill>
              <a:latin typeface="微软雅黑" panose="020B0503020204020204" pitchFamily="34" charset="-122"/>
              <a:ea typeface="微软雅黑" panose="020B0503020204020204" pitchFamily="34" charset="-122"/>
            </a:endParaRPr>
          </a:p>
        </p:txBody>
      </p:sp>
      <p:sp>
        <p:nvSpPr>
          <p:cNvPr id="31" name="标题 1"/>
          <p:cNvSpPr txBox="1"/>
          <p:nvPr/>
        </p:nvSpPr>
        <p:spPr bwMode="auto">
          <a:xfrm>
            <a:off x="1056937" y="210144"/>
            <a:ext cx="3416007" cy="476250"/>
          </a:xfrm>
          <a:prstGeom prst="rect">
            <a:avLst/>
          </a:prstGeom>
          <a:noFill/>
          <a:ln w="9525">
            <a:noFill/>
            <a:miter lim="800000"/>
          </a:ln>
        </p:spPr>
        <p:txBody>
          <a:bodyPr lIns="91429" tIns="45714" rIns="91429" bIns="45714" anchor="ctr"/>
          <a:lstStyle/>
          <a:p>
            <a:r>
              <a:rPr lang="zh-CN" altLang="en-US" sz="2400" b="1" dirty="0" smtClean="0">
                <a:solidFill>
                  <a:srgbClr val="7F7F7F"/>
                </a:solidFill>
                <a:latin typeface="+mn-ea"/>
                <a:ea typeface="+mn-ea"/>
                <a:cs typeface="Arial Unicode MS" panose="020B0604020202020204" pitchFamily="34" charset="-122"/>
              </a:rPr>
              <a:t>地图边界算法概述</a:t>
            </a:r>
            <a:endParaRPr lang="zh-CN" altLang="en-US" sz="2400" b="1" dirty="0">
              <a:solidFill>
                <a:srgbClr val="7F7F7F"/>
              </a:solidFill>
              <a:latin typeface="+mn-ea"/>
              <a:ea typeface="+mn-ea"/>
              <a:cs typeface="Arial Unicode MS" panose="020B0604020202020204" pitchFamily="34" charset="-122"/>
            </a:endParaRPr>
          </a:p>
        </p:txBody>
      </p:sp>
      <p:sp>
        <p:nvSpPr>
          <p:cNvPr id="13" name="TextBox 12"/>
          <p:cNvSpPr txBox="1"/>
          <p:nvPr/>
        </p:nvSpPr>
        <p:spPr>
          <a:xfrm>
            <a:off x="8618220" y="5345966"/>
            <a:ext cx="454732" cy="338554"/>
          </a:xfrm>
          <a:prstGeom prst="rect">
            <a:avLst/>
          </a:prstGeom>
          <a:solidFill>
            <a:schemeClr val="bg1"/>
          </a:solidFill>
          <a:ln>
            <a:solidFill>
              <a:schemeClr val="bg1"/>
            </a:solidFill>
          </a:ln>
        </p:spPr>
        <p:txBody>
          <a:bodyPr wrap="square" rtlCol="0">
            <a:spAutoFit/>
          </a:bodyPr>
          <a:lstStyle/>
          <a:p>
            <a:r>
              <a:rPr lang="en-US" altLang="zh-CN" sz="1600" dirty="0" smtClean="0">
                <a:latin typeface="+mn-ea"/>
                <a:ea typeface="+mn-ea"/>
              </a:rPr>
              <a:t>  </a:t>
            </a:r>
            <a:endParaRPr lang="zh-CN" altLang="en-US" sz="1600" dirty="0">
              <a:latin typeface="+mn-ea"/>
              <a:ea typeface="+mn-ea"/>
            </a:endParaRPr>
          </a:p>
        </p:txBody>
      </p:sp>
      <p:sp>
        <p:nvSpPr>
          <p:cNvPr id="5"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18" name="组合 17"/>
          <p:cNvGrpSpPr/>
          <p:nvPr/>
        </p:nvGrpSpPr>
        <p:grpSpPr>
          <a:xfrm>
            <a:off x="1314659" y="812486"/>
            <a:ext cx="6514681" cy="4158658"/>
            <a:chOff x="0" y="0"/>
            <a:chExt cx="8369138" cy="6767361"/>
          </a:xfrm>
        </p:grpSpPr>
        <p:grpSp>
          <p:nvGrpSpPr>
            <p:cNvPr id="19" name="组合 18"/>
            <p:cNvGrpSpPr/>
            <p:nvPr/>
          </p:nvGrpSpPr>
          <p:grpSpPr>
            <a:xfrm>
              <a:off x="0" y="0"/>
              <a:ext cx="8369138" cy="6767361"/>
              <a:chOff x="0" y="0"/>
              <a:chExt cx="8405191" cy="6849734"/>
            </a:xfrm>
          </p:grpSpPr>
          <p:sp>
            <p:nvSpPr>
              <p:cNvPr id="21" name="圆角矩形 20"/>
              <p:cNvSpPr/>
              <p:nvPr/>
            </p:nvSpPr>
            <p:spPr>
              <a:xfrm>
                <a:off x="0" y="0"/>
                <a:ext cx="8405191" cy="6849734"/>
              </a:xfrm>
              <a:prstGeom prst="round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2400" b="1" dirty="0" err="1">
                    <a:solidFill>
                      <a:schemeClr val="tx1"/>
                    </a:solidFill>
                  </a:rPr>
                  <a:t>APAMap</a:t>
                </a:r>
                <a:r>
                  <a:rPr lang="zh-CN" altLang="en-US" sz="2400" b="1" dirty="0">
                    <a:solidFill>
                      <a:schemeClr val="tx1"/>
                    </a:solidFill>
                  </a:rPr>
                  <a:t>架构</a:t>
                </a:r>
              </a:p>
            </p:txBody>
          </p:sp>
          <p:sp>
            <p:nvSpPr>
              <p:cNvPr id="22" name="圆角矩形 21"/>
              <p:cNvSpPr/>
              <p:nvPr/>
            </p:nvSpPr>
            <p:spPr>
              <a:xfrm>
                <a:off x="343413" y="1259330"/>
                <a:ext cx="3010291" cy="3180821"/>
              </a:xfrm>
              <a:prstGeom prst="roundRect">
                <a:avLst/>
              </a:prstGeom>
              <a:solidFill>
                <a:schemeClr val="accent6">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lang="en-US" altLang="zh-CN" sz="1000" dirty="0" err="1">
                    <a:solidFill>
                      <a:schemeClr val="tx1"/>
                    </a:solidFill>
                    <a:ea typeface="宋体" panose="02010600030101010101" pitchFamily="2" charset="-122"/>
                  </a:rPr>
                  <a:t>SomeIp_Interface</a:t>
                </a:r>
                <a:r>
                  <a:rPr lang="en-US" altLang="zh-CN" sz="1000" dirty="0">
                    <a:solidFill>
                      <a:schemeClr val="tx1"/>
                    </a:solidFill>
                    <a:ea typeface="宋体" panose="02010600030101010101" pitchFamily="2" charset="-122"/>
                  </a:rPr>
                  <a:t>:    </a:t>
                </a:r>
                <a:r>
                  <a:rPr kumimoji="0" lang="zh-CN" altLang="en-US" sz="1000" b="0" i="0" u="none" strike="noStrike" kern="0" cap="none" spc="0" normalizeH="0" baseline="0" noProof="0" dirty="0">
                    <a:ln>
                      <a:noFill/>
                    </a:ln>
                    <a:solidFill>
                      <a:prstClr val="black"/>
                    </a:solidFill>
                    <a:effectLst/>
                    <a:uLnTx/>
                    <a:uFillTx/>
                    <a:ea typeface="宋体" panose="02010600030101010101" pitchFamily="2" charset="-122"/>
                  </a:rPr>
                  <a:t>（</a:t>
                </a:r>
                <a:r>
                  <a:rPr kumimoji="0" lang="en-US" altLang="zh-CN" sz="1000" b="0" i="0" u="none" strike="noStrike" kern="0" cap="none" spc="0" normalizeH="0" baseline="0" noProof="0" dirty="0" err="1">
                    <a:ln>
                      <a:noFill/>
                    </a:ln>
                    <a:solidFill>
                      <a:prstClr val="black"/>
                    </a:solidFill>
                    <a:effectLst/>
                    <a:uLnTx/>
                    <a:uFillTx/>
                    <a:ea typeface="宋体" panose="02010600030101010101" pitchFamily="2" charset="-122"/>
                  </a:rPr>
                  <a:t>APAMap_Interface.c</a:t>
                </a:r>
                <a:r>
                  <a:rPr kumimoji="0" lang="zh-CN" altLang="en-US" sz="1000" b="0" i="0" u="none" strike="noStrike" kern="0" cap="none" spc="0" normalizeH="0" baseline="0" noProof="0" dirty="0">
                    <a:ln>
                      <a:noFill/>
                    </a:ln>
                    <a:solidFill>
                      <a:prstClr val="black"/>
                    </a:solidFill>
                    <a:effectLst/>
                    <a:uLnTx/>
                    <a:uFillTx/>
                    <a:ea typeface="宋体" panose="02010600030101010101" pitchFamily="2" charset="-122"/>
                  </a:rPr>
                  <a:t>）</a:t>
                </a:r>
                <a:endParaRPr kumimoji="0" lang="en-US" altLang="zh-CN" sz="1000" b="0" i="0" u="none" strike="noStrike" kern="0" cap="none" spc="0" normalizeH="0" baseline="0" noProof="0" dirty="0">
                  <a:ln>
                    <a:noFill/>
                  </a:ln>
                  <a:solidFill>
                    <a:prstClr val="black"/>
                  </a:solidFill>
                  <a:effectLst/>
                  <a:uLnTx/>
                  <a:uFillTx/>
                  <a:ea typeface="宋体" panose="02010600030101010101" pitchFamily="2" charset="-122"/>
                </a:endParaRPr>
              </a:p>
              <a:p>
                <a:pPr algn="l"/>
                <a:endParaRPr lang="en-US" altLang="zh-CN" sz="1000" dirty="0">
                  <a:solidFill>
                    <a:schemeClr val="tx1"/>
                  </a:solidFill>
                  <a:ea typeface="宋体" panose="02010600030101010101" pitchFamily="2" charset="-122"/>
                </a:endParaRPr>
              </a:p>
              <a:p>
                <a:pPr algn="l"/>
                <a:endParaRPr lang="en-US" altLang="zh-CN" sz="1000" dirty="0">
                  <a:solidFill>
                    <a:schemeClr val="tx1"/>
                  </a:solidFill>
                  <a:ea typeface="宋体" panose="02010600030101010101" pitchFamily="2" charset="-122"/>
                </a:endParaRPr>
              </a:p>
              <a:p>
                <a:pPr algn="l"/>
                <a:r>
                  <a:rPr lang="zh-CN" altLang="en-US" sz="1000" dirty="0">
                    <a:solidFill>
                      <a:schemeClr val="tx1"/>
                    </a:solidFill>
                    <a:ea typeface="宋体" panose="02010600030101010101" pitchFamily="2" charset="-122"/>
                  </a:rPr>
                  <a:t>功能：</a:t>
                </a:r>
                <a:endParaRPr lang="en-US" altLang="zh-CN" sz="1000" dirty="0">
                  <a:solidFill>
                    <a:schemeClr val="tx1"/>
                  </a:solidFill>
                  <a:ea typeface="宋体" panose="02010600030101010101" pitchFamily="2" charset="-122"/>
                </a:endParaRPr>
              </a:p>
              <a:p>
                <a:pPr marL="171450" indent="-171450" algn="l">
                  <a:buFont typeface="Wingdings" panose="05000000000000000000" pitchFamily="2" charset="2"/>
                  <a:buChar char="l"/>
                </a:pPr>
                <a:r>
                  <a:rPr lang="zh-CN" altLang="en-US" sz="1000" dirty="0">
                    <a:solidFill>
                      <a:schemeClr val="tx1"/>
                    </a:solidFill>
                    <a:ea typeface="宋体" panose="02010600030101010101" pitchFamily="2" charset="-122"/>
                  </a:rPr>
                  <a:t>订阅数据</a:t>
                </a:r>
                <a:r>
                  <a:rPr lang="en-US" altLang="zh-CN" sz="1000" dirty="0">
                    <a:solidFill>
                      <a:schemeClr val="tx1"/>
                    </a:solidFill>
                    <a:ea typeface="宋体" panose="02010600030101010101" pitchFamily="2" charset="-122"/>
                  </a:rPr>
                  <a:t>;</a:t>
                </a:r>
              </a:p>
              <a:p>
                <a:pPr marL="171450" indent="-171450" algn="l">
                  <a:buFont typeface="Wingdings" panose="05000000000000000000" pitchFamily="2" charset="2"/>
                  <a:buChar char="l"/>
                </a:pPr>
                <a:r>
                  <a:rPr lang="zh-CN" altLang="en-US" sz="1000" dirty="0">
                    <a:solidFill>
                      <a:schemeClr val="tx1"/>
                    </a:solidFill>
                    <a:ea typeface="宋体" panose="02010600030101010101" pitchFamily="2" charset="-122"/>
                  </a:rPr>
                  <a:t>接收数据</a:t>
                </a:r>
                <a:r>
                  <a:rPr lang="en-US" altLang="zh-CN" sz="1000" dirty="0">
                    <a:solidFill>
                      <a:schemeClr val="tx1"/>
                    </a:solidFill>
                    <a:ea typeface="宋体" panose="02010600030101010101" pitchFamily="2" charset="-122"/>
                  </a:rPr>
                  <a:t>;</a:t>
                </a:r>
              </a:p>
              <a:p>
                <a:pPr marL="171450" indent="-171450" algn="l">
                  <a:buFont typeface="Wingdings" panose="05000000000000000000" pitchFamily="2" charset="2"/>
                  <a:buChar char="l"/>
                </a:pPr>
                <a:r>
                  <a:rPr lang="zh-CN" altLang="en-US" sz="1000" dirty="0">
                    <a:solidFill>
                      <a:schemeClr val="tx1"/>
                    </a:solidFill>
                    <a:ea typeface="宋体" panose="02010600030101010101" pitchFamily="2" charset="-122"/>
                  </a:rPr>
                  <a:t>数据缓存及更新操作</a:t>
                </a:r>
                <a:r>
                  <a:rPr lang="en-US" altLang="zh-CN" sz="1000" dirty="0">
                    <a:solidFill>
                      <a:schemeClr val="tx1"/>
                    </a:solidFill>
                    <a:ea typeface="宋体" panose="02010600030101010101" pitchFamily="2" charset="-122"/>
                  </a:rPr>
                  <a:t>;</a:t>
                </a:r>
              </a:p>
              <a:p>
                <a:pPr marL="171450" indent="-171450" algn="l">
                  <a:buFont typeface="Wingdings" panose="05000000000000000000" pitchFamily="2" charset="2"/>
                  <a:buChar char="l"/>
                </a:pPr>
                <a:r>
                  <a:rPr lang="en-US" altLang="zh-CN" sz="1000" dirty="0" err="1">
                    <a:solidFill>
                      <a:schemeClr val="tx1"/>
                    </a:solidFill>
                    <a:ea typeface="宋体" panose="02010600030101010101" pitchFamily="2" charset="-122"/>
                  </a:rPr>
                  <a:t>Map_Process</a:t>
                </a:r>
                <a:r>
                  <a:rPr lang="zh-CN" altLang="en-US" sz="1000" dirty="0">
                    <a:solidFill>
                      <a:schemeClr val="tx1"/>
                    </a:solidFill>
                    <a:ea typeface="宋体" panose="02010600030101010101" pitchFamily="2" charset="-122"/>
                  </a:rPr>
                  <a:t>模块输入数据填充</a:t>
                </a:r>
                <a:r>
                  <a:rPr lang="en-US" altLang="zh-CN" sz="1000" dirty="0">
                    <a:solidFill>
                      <a:schemeClr val="tx1"/>
                    </a:solidFill>
                    <a:ea typeface="宋体" panose="02010600030101010101" pitchFamily="2" charset="-122"/>
                  </a:rPr>
                  <a:t>;</a:t>
                </a:r>
              </a:p>
            </p:txBody>
          </p:sp>
          <p:sp>
            <p:nvSpPr>
              <p:cNvPr id="23" name="圆角矩形 22"/>
              <p:cNvSpPr/>
              <p:nvPr/>
            </p:nvSpPr>
            <p:spPr>
              <a:xfrm>
                <a:off x="4224100" y="1316814"/>
                <a:ext cx="3310694" cy="3180821"/>
              </a:xfrm>
              <a:prstGeom prst="roundRect">
                <a:avLst/>
              </a:prstGeom>
              <a:solidFill>
                <a:schemeClr val="accent6">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000" dirty="0" err="1">
                    <a:solidFill>
                      <a:schemeClr val="tx1"/>
                    </a:solidFill>
                    <a:ea typeface="宋体" panose="02010600030101010101" pitchFamily="2" charset="-122"/>
                  </a:rPr>
                  <a:t>Map_Process</a:t>
                </a:r>
                <a:r>
                  <a:rPr lang="en-US" altLang="zh-CN" sz="1000" dirty="0">
                    <a:solidFill>
                      <a:schemeClr val="tx1"/>
                    </a:solidFill>
                    <a:ea typeface="宋体" panose="02010600030101010101" pitchFamily="2" charset="-122"/>
                  </a:rPr>
                  <a:t>:</a:t>
                </a:r>
                <a:r>
                  <a:rPr lang="zh-CN" altLang="en-US" sz="1000" dirty="0">
                    <a:solidFill>
                      <a:schemeClr val="tx1"/>
                    </a:solidFill>
                    <a:ea typeface="宋体" panose="02010600030101010101" pitchFamily="2" charset="-122"/>
                  </a:rPr>
                  <a:t>（</a:t>
                </a:r>
                <a:r>
                  <a:rPr lang="en-US" altLang="zh-CN" sz="1000" dirty="0" err="1" smtClean="0">
                    <a:solidFill>
                      <a:schemeClr val="tx1"/>
                    </a:solidFill>
                    <a:ea typeface="宋体" panose="02010600030101010101" pitchFamily="2" charset="-122"/>
                  </a:rPr>
                  <a:t>MapParkingOut.c</a:t>
                </a:r>
                <a:r>
                  <a:rPr lang="zh-CN" altLang="en-US" sz="1000" dirty="0">
                    <a:solidFill>
                      <a:schemeClr val="tx1"/>
                    </a:solidFill>
                    <a:ea typeface="宋体" panose="02010600030101010101" pitchFamily="2" charset="-122"/>
                  </a:rPr>
                  <a:t>）</a:t>
                </a:r>
                <a:endParaRPr lang="en-US" altLang="zh-CN" sz="1000" dirty="0">
                  <a:solidFill>
                    <a:schemeClr val="tx1"/>
                  </a:solidFill>
                  <a:ea typeface="宋体" panose="02010600030101010101" pitchFamily="2" charset="-122"/>
                </a:endParaRPr>
              </a:p>
              <a:p>
                <a:pPr algn="l"/>
                <a:endParaRPr lang="en-US" altLang="zh-CN" sz="1000" dirty="0">
                  <a:solidFill>
                    <a:schemeClr val="tx1"/>
                  </a:solidFill>
                  <a:ea typeface="宋体" panose="02010600030101010101" pitchFamily="2" charset="-122"/>
                </a:endParaRPr>
              </a:p>
              <a:p>
                <a:pPr algn="l"/>
                <a:r>
                  <a:rPr lang="zh-CN" altLang="en-US" sz="1000" dirty="0">
                    <a:solidFill>
                      <a:schemeClr val="tx1"/>
                    </a:solidFill>
                    <a:ea typeface="宋体" panose="02010600030101010101" pitchFamily="2" charset="-122"/>
                  </a:rPr>
                  <a:t>功能：</a:t>
                </a:r>
                <a:endParaRPr lang="en-US" altLang="zh-CN" sz="1000" dirty="0">
                  <a:solidFill>
                    <a:schemeClr val="tx1"/>
                  </a:solidFill>
                  <a:ea typeface="宋体" panose="02010600030101010101" pitchFamily="2" charset="-122"/>
                </a:endParaRPr>
              </a:p>
              <a:p>
                <a:pPr marL="171450" indent="-171450" algn="l">
                  <a:buFont typeface="Wingdings" panose="05000000000000000000" pitchFamily="2" charset="2"/>
                  <a:buChar char="l"/>
                </a:pPr>
                <a:r>
                  <a:rPr lang="zh-CN" altLang="en-US" sz="1000" dirty="0">
                    <a:solidFill>
                      <a:schemeClr val="tx1"/>
                    </a:solidFill>
                    <a:ea typeface="宋体" panose="02010600030101010101" pitchFamily="2" charset="-122"/>
                  </a:rPr>
                  <a:t>车位边界定位（</a:t>
                </a:r>
                <a:r>
                  <a:rPr lang="en-US" altLang="zh-CN" sz="1000" dirty="0">
                    <a:solidFill>
                      <a:schemeClr val="tx1"/>
                    </a:solidFill>
                    <a:ea typeface="宋体" panose="02010600030101010101" pitchFamily="2" charset="-122"/>
                  </a:rPr>
                  <a:t>Obj2</a:t>
                </a:r>
                <a:r>
                  <a:rPr lang="zh-CN" altLang="en-US" sz="1000" dirty="0">
                    <a:solidFill>
                      <a:schemeClr val="tx1"/>
                    </a:solidFill>
                    <a:ea typeface="宋体" panose="02010600030101010101" pitchFamily="2" charset="-122"/>
                  </a:rPr>
                  <a:t>，</a:t>
                </a:r>
                <a:r>
                  <a:rPr lang="en-US" altLang="zh-CN" sz="1000" dirty="0">
                    <a:solidFill>
                      <a:schemeClr val="tx1"/>
                    </a:solidFill>
                    <a:ea typeface="宋体" panose="02010600030101010101" pitchFamily="2" charset="-122"/>
                  </a:rPr>
                  <a:t>Obj1</a:t>
                </a:r>
                <a:r>
                  <a:rPr lang="zh-CN" altLang="en-US" sz="1000" dirty="0">
                    <a:solidFill>
                      <a:schemeClr val="tx1"/>
                    </a:solidFill>
                    <a:ea typeface="宋体" panose="02010600030101010101" pitchFamily="2" charset="-122"/>
                  </a:rPr>
                  <a:t>）；</a:t>
                </a:r>
                <a:endParaRPr lang="en-US" altLang="zh-CN" sz="1000" dirty="0">
                  <a:solidFill>
                    <a:schemeClr val="tx1"/>
                  </a:solidFill>
                  <a:ea typeface="宋体" panose="02010600030101010101" pitchFamily="2" charset="-122"/>
                </a:endParaRPr>
              </a:p>
              <a:p>
                <a:pPr marL="171450" indent="-171450" algn="l">
                  <a:buFont typeface="Wingdings" panose="05000000000000000000" pitchFamily="2" charset="2"/>
                  <a:buChar char="l"/>
                </a:pPr>
                <a:r>
                  <a:rPr lang="zh-CN" altLang="en-US" sz="1000" dirty="0">
                    <a:solidFill>
                      <a:schemeClr val="tx1"/>
                    </a:solidFill>
                    <a:ea typeface="宋体" panose="02010600030101010101" pitchFamily="2" charset="-122"/>
                  </a:rPr>
                  <a:t>目标停靠点计算（</a:t>
                </a:r>
                <a:r>
                  <a:rPr lang="en-US" altLang="zh-CN" sz="1000" dirty="0" err="1">
                    <a:solidFill>
                      <a:schemeClr val="tx1"/>
                    </a:solidFill>
                    <a:ea typeface="宋体" panose="02010600030101010101" pitchFamily="2" charset="-122"/>
                  </a:rPr>
                  <a:t>EndCarPos</a:t>
                </a:r>
                <a:r>
                  <a:rPr lang="zh-CN" altLang="en-US" sz="1000" dirty="0">
                    <a:solidFill>
                      <a:schemeClr val="tx1"/>
                    </a:solidFill>
                    <a:ea typeface="宋体" panose="02010600030101010101" pitchFamily="2" charset="-122"/>
                  </a:rPr>
                  <a:t>）；</a:t>
                </a:r>
                <a:endParaRPr lang="en-US" altLang="zh-CN" sz="1000" dirty="0">
                  <a:solidFill>
                    <a:schemeClr val="tx1"/>
                  </a:solidFill>
                  <a:ea typeface="宋体" panose="02010600030101010101" pitchFamily="2" charset="-122"/>
                </a:endParaRPr>
              </a:p>
              <a:p>
                <a:pPr marL="171450" indent="-171450" algn="l">
                  <a:buFont typeface="Wingdings" panose="05000000000000000000" pitchFamily="2" charset="2"/>
                  <a:buChar char="l"/>
                </a:pPr>
                <a:r>
                  <a:rPr lang="zh-CN" altLang="en-US" sz="1000" dirty="0">
                    <a:solidFill>
                      <a:schemeClr val="tx1"/>
                    </a:solidFill>
                    <a:ea typeface="宋体" panose="02010600030101010101" pitchFamily="2" charset="-122"/>
                  </a:rPr>
                  <a:t>泊车地图边界构建（</a:t>
                </a:r>
                <a:r>
                  <a:rPr lang="en-US" altLang="zh-CN" sz="1000" dirty="0" err="1">
                    <a:solidFill>
                      <a:schemeClr val="tx1"/>
                    </a:solidFill>
                    <a:ea typeface="宋体" panose="02010600030101010101" pitchFamily="2" charset="-122"/>
                  </a:rPr>
                  <a:t>MapBoundry</a:t>
                </a:r>
                <a:r>
                  <a:rPr lang="zh-CN" altLang="en-US" sz="1000" dirty="0">
                    <a:solidFill>
                      <a:schemeClr val="tx1"/>
                    </a:solidFill>
                    <a:ea typeface="宋体" panose="02010600030101010101" pitchFamily="2" charset="-122"/>
                  </a:rPr>
                  <a:t>）；</a:t>
                </a:r>
                <a:endParaRPr lang="en-US" altLang="zh-CN" sz="1000" dirty="0">
                  <a:solidFill>
                    <a:schemeClr val="tx1"/>
                  </a:solidFill>
                  <a:ea typeface="宋体" panose="02010600030101010101" pitchFamily="2" charset="-122"/>
                </a:endParaRPr>
              </a:p>
              <a:p>
                <a:pPr marL="171450" indent="-171450" algn="l">
                  <a:buFont typeface="Wingdings" panose="05000000000000000000" pitchFamily="2" charset="2"/>
                  <a:buChar char="l"/>
                </a:pPr>
                <a:r>
                  <a:rPr lang="zh-CN" altLang="en-US" sz="1000" dirty="0">
                    <a:solidFill>
                      <a:schemeClr val="tx1"/>
                    </a:solidFill>
                    <a:ea typeface="宋体" panose="02010600030101010101" pitchFamily="2" charset="-122"/>
                  </a:rPr>
                  <a:t>泊车阶段，以上数据信息的更新；</a:t>
                </a:r>
                <a:endParaRPr lang="en-US" altLang="zh-CN" sz="1000" dirty="0">
                  <a:solidFill>
                    <a:schemeClr val="tx1"/>
                  </a:solidFill>
                  <a:ea typeface="宋体" panose="02010600030101010101" pitchFamily="2" charset="-122"/>
                </a:endParaRPr>
              </a:p>
              <a:p>
                <a:pPr marL="171450" indent="-171450" algn="l">
                  <a:buFont typeface="Wingdings" panose="05000000000000000000" pitchFamily="2" charset="2"/>
                  <a:buChar char="l"/>
                </a:pPr>
                <a:r>
                  <a:rPr lang="en-US" altLang="zh-CN" sz="1000" dirty="0">
                    <a:solidFill>
                      <a:schemeClr val="tx1"/>
                    </a:solidFill>
                    <a:ea typeface="宋体" panose="02010600030101010101" pitchFamily="2" charset="-122"/>
                  </a:rPr>
                  <a:t>planning</a:t>
                </a:r>
                <a:r>
                  <a:rPr lang="zh-CN" altLang="en-US" sz="1000" dirty="0">
                    <a:solidFill>
                      <a:schemeClr val="tx1"/>
                    </a:solidFill>
                    <a:ea typeface="宋体" panose="02010600030101010101" pitchFamily="2" charset="-122"/>
                  </a:rPr>
                  <a:t>模块输入数据填充；</a:t>
                </a:r>
                <a:endParaRPr lang="en-US" altLang="zh-CN" sz="1000" dirty="0">
                  <a:solidFill>
                    <a:schemeClr val="tx1"/>
                  </a:solidFill>
                  <a:ea typeface="宋体" panose="02010600030101010101" pitchFamily="2" charset="-122"/>
                </a:endParaRPr>
              </a:p>
              <a:p>
                <a:pPr marL="171450" indent="-171450" algn="l">
                  <a:buFont typeface="Wingdings" panose="05000000000000000000" pitchFamily="2" charset="2"/>
                  <a:buChar char="l"/>
                </a:pPr>
                <a:r>
                  <a:rPr lang="zh-CN" altLang="en-US" sz="1000" dirty="0">
                    <a:solidFill>
                      <a:schemeClr val="tx1"/>
                    </a:solidFill>
                    <a:ea typeface="宋体" panose="02010600030101010101" pitchFamily="2" charset="-122"/>
                  </a:rPr>
                  <a:t>提供内部状态及</a:t>
                </a:r>
                <a:r>
                  <a:rPr lang="en-US" altLang="zh-CN" sz="1000" dirty="0">
                    <a:solidFill>
                      <a:schemeClr val="tx1"/>
                    </a:solidFill>
                    <a:ea typeface="宋体" panose="02010600030101010101" pitchFamily="2" charset="-122"/>
                  </a:rPr>
                  <a:t>debug</a:t>
                </a:r>
                <a:r>
                  <a:rPr lang="zh-CN" altLang="en-US" sz="1000" dirty="0">
                    <a:solidFill>
                      <a:schemeClr val="tx1"/>
                    </a:solidFill>
                    <a:ea typeface="宋体" panose="02010600030101010101" pitchFamily="2" charset="-122"/>
                  </a:rPr>
                  <a:t>消息接口；</a:t>
                </a:r>
                <a:endParaRPr lang="en-US" altLang="zh-CN" sz="1000" dirty="0">
                  <a:solidFill>
                    <a:schemeClr val="tx1"/>
                  </a:solidFill>
                  <a:ea typeface="宋体" panose="02010600030101010101" pitchFamily="2" charset="-122"/>
                </a:endParaRPr>
              </a:p>
            </p:txBody>
          </p:sp>
          <p:sp>
            <p:nvSpPr>
              <p:cNvPr id="24" name="圆角矩形 23"/>
              <p:cNvSpPr/>
              <p:nvPr/>
            </p:nvSpPr>
            <p:spPr>
              <a:xfrm>
                <a:off x="343413" y="4806904"/>
                <a:ext cx="3010291" cy="1636417"/>
              </a:xfrm>
              <a:prstGeom prst="roundRect">
                <a:avLst/>
              </a:prstGeom>
              <a:solidFill>
                <a:schemeClr val="accent6">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050" dirty="0" err="1">
                    <a:solidFill>
                      <a:schemeClr val="tx1"/>
                    </a:solidFill>
                    <a:ea typeface="宋体" panose="02010600030101010101" pitchFamily="2" charset="-122"/>
                  </a:rPr>
                  <a:t>AlgCom</a:t>
                </a:r>
                <a:r>
                  <a:rPr lang="en-US" altLang="zh-CN" sz="1050" dirty="0">
                    <a:solidFill>
                      <a:schemeClr val="tx1"/>
                    </a:solidFill>
                    <a:ea typeface="宋体" panose="02010600030101010101" pitchFamily="2" charset="-122"/>
                  </a:rPr>
                  <a:t>:</a:t>
                </a:r>
                <a:r>
                  <a:rPr lang="zh-CN" altLang="en-US" sz="1050" dirty="0">
                    <a:solidFill>
                      <a:schemeClr val="tx1"/>
                    </a:solidFill>
                    <a:ea typeface="宋体" panose="02010600030101010101" pitchFamily="2" charset="-122"/>
                  </a:rPr>
                  <a:t>（</a:t>
                </a:r>
                <a:r>
                  <a:rPr lang="en-US" altLang="zh-CN" sz="1050" dirty="0" err="1">
                    <a:solidFill>
                      <a:schemeClr val="tx1"/>
                    </a:solidFill>
                    <a:ea typeface="宋体" panose="02010600030101010101" pitchFamily="2" charset="-122"/>
                  </a:rPr>
                  <a:t>AlgCom.c</a:t>
                </a:r>
                <a:r>
                  <a:rPr lang="zh-CN" altLang="en-US" sz="1050" dirty="0">
                    <a:solidFill>
                      <a:schemeClr val="tx1"/>
                    </a:solidFill>
                    <a:ea typeface="宋体" panose="02010600030101010101" pitchFamily="2" charset="-122"/>
                  </a:rPr>
                  <a:t>）</a:t>
                </a:r>
                <a:endParaRPr lang="en-US" altLang="zh-CN" sz="1050" dirty="0">
                  <a:solidFill>
                    <a:schemeClr val="tx1"/>
                  </a:solidFill>
                  <a:ea typeface="宋体" panose="02010600030101010101" pitchFamily="2" charset="-122"/>
                </a:endParaRPr>
              </a:p>
              <a:p>
                <a:pPr algn="l"/>
                <a:endParaRPr lang="en-US" altLang="zh-CN" sz="1050" dirty="0">
                  <a:solidFill>
                    <a:schemeClr val="tx1"/>
                  </a:solidFill>
                  <a:ea typeface="宋体" panose="02010600030101010101" pitchFamily="2" charset="-122"/>
                </a:endParaRPr>
              </a:p>
              <a:p>
                <a:pPr algn="l"/>
                <a:r>
                  <a:rPr lang="zh-CN" altLang="en-US" sz="1050" dirty="0">
                    <a:solidFill>
                      <a:schemeClr val="tx1"/>
                    </a:solidFill>
                    <a:ea typeface="宋体" panose="02010600030101010101" pitchFamily="2" charset="-122"/>
                  </a:rPr>
                  <a:t>功能：</a:t>
                </a:r>
                <a:endParaRPr lang="en-US" altLang="zh-CN" sz="1050" dirty="0">
                  <a:solidFill>
                    <a:schemeClr val="tx1"/>
                  </a:solidFill>
                  <a:ea typeface="宋体" panose="02010600030101010101" pitchFamily="2" charset="-122"/>
                </a:endParaRPr>
              </a:p>
              <a:p>
                <a:pPr marL="171450" indent="-171450" algn="l">
                  <a:buFont typeface="Wingdings" panose="05000000000000000000" pitchFamily="2" charset="2"/>
                  <a:buChar char="l"/>
                </a:pPr>
                <a:r>
                  <a:rPr lang="zh-CN" altLang="en-US" sz="1050" dirty="0">
                    <a:solidFill>
                      <a:schemeClr val="tx1"/>
                    </a:solidFill>
                    <a:ea typeface="宋体" panose="02010600030101010101" pitchFamily="2" charset="-122"/>
                  </a:rPr>
                  <a:t>提供数学计算的依赖接口；</a:t>
                </a:r>
                <a:endParaRPr lang="en-US" altLang="zh-CN" sz="1050" dirty="0">
                  <a:solidFill>
                    <a:schemeClr val="tx1"/>
                  </a:solidFill>
                  <a:ea typeface="宋体" panose="02010600030101010101" pitchFamily="2" charset="-122"/>
                </a:endParaRPr>
              </a:p>
            </p:txBody>
          </p:sp>
        </p:grpSp>
        <p:sp>
          <p:nvSpPr>
            <p:cNvPr id="20" name="圆角矩形 19"/>
            <p:cNvSpPr/>
            <p:nvPr/>
          </p:nvSpPr>
          <p:spPr>
            <a:xfrm>
              <a:off x="4205980" y="4749601"/>
              <a:ext cx="3296493" cy="1616235"/>
            </a:xfrm>
            <a:prstGeom prst="roundRect">
              <a:avLst/>
            </a:prstGeom>
            <a:solidFill>
              <a:schemeClr val="accent6">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0" lang="en-US" altLang="zh-CN" sz="1000" b="0" i="0" u="none" strike="noStrike" kern="0" cap="none" spc="0" normalizeH="0" baseline="0" noProof="0" dirty="0" err="1">
                  <a:ln>
                    <a:noFill/>
                  </a:ln>
                  <a:solidFill>
                    <a:prstClr val="black"/>
                  </a:solidFill>
                  <a:effectLst/>
                  <a:uLnTx/>
                  <a:uFillTx/>
                  <a:ea typeface="宋体" panose="02010600030101010101" pitchFamily="2" charset="-122"/>
                </a:rPr>
                <a:t>MapCfg</a:t>
              </a:r>
              <a:r>
                <a:rPr lang="en-US" altLang="zh-CN" sz="1000" dirty="0">
                  <a:solidFill>
                    <a:schemeClr val="tx1"/>
                  </a:solidFill>
                  <a:ea typeface="宋体" panose="02010600030101010101" pitchFamily="2" charset="-122"/>
                </a:rPr>
                <a:t>:</a:t>
              </a:r>
              <a:r>
                <a:rPr lang="zh-CN" altLang="en-US" sz="1000" dirty="0">
                  <a:solidFill>
                    <a:schemeClr val="tx1"/>
                  </a:solidFill>
                  <a:ea typeface="宋体" panose="02010600030101010101" pitchFamily="2" charset="-122"/>
                </a:rPr>
                <a:t>（</a:t>
              </a:r>
              <a:r>
                <a:rPr lang="en-US" altLang="zh-CN" sz="1000" dirty="0" err="1">
                  <a:solidFill>
                    <a:schemeClr val="tx1"/>
                  </a:solidFill>
                  <a:ea typeface="宋体" panose="02010600030101010101" pitchFamily="2" charset="-122"/>
                </a:rPr>
                <a:t>APAMapCfg.c</a:t>
              </a:r>
              <a:r>
                <a:rPr lang="zh-CN" altLang="en-US" sz="1000" dirty="0">
                  <a:solidFill>
                    <a:schemeClr val="tx1"/>
                  </a:solidFill>
                  <a:ea typeface="宋体" panose="02010600030101010101" pitchFamily="2" charset="-122"/>
                </a:rPr>
                <a:t>）</a:t>
              </a:r>
              <a:endParaRPr lang="en-US" altLang="zh-CN" sz="1000" dirty="0">
                <a:solidFill>
                  <a:schemeClr val="tx1"/>
                </a:solidFill>
                <a:ea typeface="宋体" panose="02010600030101010101" pitchFamily="2" charset="-122"/>
              </a:endParaRPr>
            </a:p>
            <a:p>
              <a:pPr algn="l"/>
              <a:endParaRPr lang="en-US" altLang="zh-CN" sz="1000" dirty="0">
                <a:solidFill>
                  <a:schemeClr val="tx1"/>
                </a:solidFill>
                <a:ea typeface="宋体" panose="02010600030101010101" pitchFamily="2" charset="-122"/>
              </a:endParaRPr>
            </a:p>
            <a:p>
              <a:pPr algn="l"/>
              <a:r>
                <a:rPr lang="zh-CN" altLang="en-US" sz="1000" dirty="0">
                  <a:solidFill>
                    <a:schemeClr val="tx1"/>
                  </a:solidFill>
                  <a:ea typeface="宋体" panose="02010600030101010101" pitchFamily="2" charset="-122"/>
                </a:rPr>
                <a:t>功能：</a:t>
              </a:r>
              <a:endParaRPr lang="en-US" altLang="zh-CN" sz="1000" dirty="0">
                <a:solidFill>
                  <a:schemeClr val="tx1"/>
                </a:solidFill>
                <a:ea typeface="宋体" panose="02010600030101010101" pitchFamily="2" charset="-122"/>
              </a:endParaRPr>
            </a:p>
            <a:p>
              <a:pPr marL="171450" indent="-171450" algn="l">
                <a:buFont typeface="Wingdings" panose="05000000000000000000" pitchFamily="2" charset="2"/>
                <a:buChar char="l"/>
              </a:pPr>
              <a:r>
                <a:rPr lang="zh-CN" altLang="en-US" sz="1000" dirty="0">
                  <a:solidFill>
                    <a:schemeClr val="tx1"/>
                  </a:solidFill>
                  <a:ea typeface="宋体" panose="02010600030101010101" pitchFamily="2" charset="-122"/>
                </a:rPr>
                <a:t>设置</a:t>
              </a:r>
              <a:r>
                <a:rPr lang="en-US" altLang="zh-CN" sz="1000" dirty="0" err="1">
                  <a:solidFill>
                    <a:schemeClr val="tx1"/>
                  </a:solidFill>
                  <a:ea typeface="宋体" panose="02010600030101010101" pitchFamily="2" charset="-122"/>
                </a:rPr>
                <a:t>APAMap</a:t>
              </a:r>
              <a:r>
                <a:rPr lang="zh-CN" altLang="en-US" sz="1000" dirty="0">
                  <a:solidFill>
                    <a:schemeClr val="tx1"/>
                  </a:solidFill>
                  <a:ea typeface="宋体" panose="02010600030101010101" pitchFamily="2" charset="-122"/>
                </a:rPr>
                <a:t>算法模块中使用的标定值；</a:t>
              </a:r>
              <a:endParaRPr lang="en-US" altLang="zh-CN" sz="1000" dirty="0">
                <a:solidFill>
                  <a:schemeClr val="tx1"/>
                </a:solidFill>
                <a:ea typeface="宋体" panose="02010600030101010101" pitchFamily="2" charset="-122"/>
              </a:endParaRPr>
            </a:p>
          </p:txBody>
        </p:sp>
      </p:grpSp>
    </p:spTree>
    <p:custDataLst>
      <p:tags r:id="rId1"/>
    </p:custDataLst>
    <p:extLst>
      <p:ext uri="{BB962C8B-B14F-4D97-AF65-F5344CB8AC3E}">
        <p14:creationId xmlns:p14="http://schemas.microsoft.com/office/powerpoint/2010/main" val="30627271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79202" y="233084"/>
            <a:ext cx="677732" cy="4034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1323" tIns="35662" rIns="71323" bIns="35662" rtlCol="0" anchor="ctr"/>
          <a:lstStyle/>
          <a:p>
            <a:pPr algn="ctr"/>
            <a:r>
              <a:rPr lang="en-US" altLang="zh-CN" sz="2200" b="1" dirty="0" smtClean="0">
                <a:solidFill>
                  <a:schemeClr val="tx1"/>
                </a:solidFill>
                <a:latin typeface="微软雅黑" panose="020B0503020204020204" pitchFamily="34" charset="-122"/>
                <a:ea typeface="微软雅黑" panose="020B0503020204020204" pitchFamily="34" charset="-122"/>
              </a:rPr>
              <a:t>02</a:t>
            </a:r>
            <a:endParaRPr lang="zh-CN" altLang="en-US" sz="2200" b="1" dirty="0">
              <a:solidFill>
                <a:schemeClr val="tx1"/>
              </a:solidFill>
              <a:latin typeface="微软雅黑" panose="020B0503020204020204" pitchFamily="34" charset="-122"/>
              <a:ea typeface="微软雅黑" panose="020B0503020204020204" pitchFamily="34" charset="-122"/>
            </a:endParaRPr>
          </a:p>
        </p:txBody>
      </p:sp>
      <p:sp>
        <p:nvSpPr>
          <p:cNvPr id="31" name="标题 1"/>
          <p:cNvSpPr txBox="1"/>
          <p:nvPr/>
        </p:nvSpPr>
        <p:spPr bwMode="auto">
          <a:xfrm>
            <a:off x="1056937" y="210144"/>
            <a:ext cx="3416007" cy="476250"/>
          </a:xfrm>
          <a:prstGeom prst="rect">
            <a:avLst/>
          </a:prstGeom>
          <a:noFill/>
          <a:ln w="9525">
            <a:noFill/>
            <a:miter lim="800000"/>
          </a:ln>
        </p:spPr>
        <p:txBody>
          <a:bodyPr lIns="91429" tIns="45714" rIns="91429" bIns="45714" anchor="ctr"/>
          <a:lstStyle/>
          <a:p>
            <a:r>
              <a:rPr lang="zh-CN" altLang="en-US" sz="2400" b="1" dirty="0" smtClean="0">
                <a:solidFill>
                  <a:srgbClr val="7F7F7F"/>
                </a:solidFill>
                <a:latin typeface="+mn-ea"/>
                <a:ea typeface="+mn-ea"/>
                <a:cs typeface="Arial Unicode MS" panose="020B0604020202020204" pitchFamily="34" charset="-122"/>
              </a:rPr>
              <a:t>完全泊出逻辑策略说明</a:t>
            </a:r>
            <a:endParaRPr lang="zh-CN" altLang="en-US" sz="2400" b="1" dirty="0">
              <a:solidFill>
                <a:srgbClr val="7F7F7F"/>
              </a:solidFill>
              <a:latin typeface="+mn-ea"/>
              <a:ea typeface="+mn-ea"/>
              <a:cs typeface="Arial Unicode MS" panose="020B0604020202020204" pitchFamily="34" charset="-122"/>
            </a:endParaRPr>
          </a:p>
        </p:txBody>
      </p:sp>
      <p:sp>
        <p:nvSpPr>
          <p:cNvPr id="13" name="TextBox 12"/>
          <p:cNvSpPr txBox="1"/>
          <p:nvPr/>
        </p:nvSpPr>
        <p:spPr>
          <a:xfrm>
            <a:off x="8618220" y="5345966"/>
            <a:ext cx="454732" cy="338554"/>
          </a:xfrm>
          <a:prstGeom prst="rect">
            <a:avLst/>
          </a:prstGeom>
          <a:solidFill>
            <a:schemeClr val="bg1"/>
          </a:solidFill>
          <a:ln>
            <a:solidFill>
              <a:schemeClr val="bg1"/>
            </a:solidFill>
          </a:ln>
        </p:spPr>
        <p:txBody>
          <a:bodyPr wrap="square" rtlCol="0">
            <a:spAutoFit/>
          </a:bodyPr>
          <a:lstStyle/>
          <a:p>
            <a:r>
              <a:rPr lang="en-US" altLang="zh-CN" sz="1600" dirty="0" smtClean="0">
                <a:latin typeface="+mn-ea"/>
                <a:ea typeface="+mn-ea"/>
              </a:rPr>
              <a:t>  </a:t>
            </a:r>
            <a:endParaRPr lang="zh-CN" altLang="en-US" sz="1600" dirty="0">
              <a:latin typeface="+mn-ea"/>
              <a:ea typeface="+mn-ea"/>
            </a:endParaRPr>
          </a:p>
        </p:txBody>
      </p:sp>
      <p:sp>
        <p:nvSpPr>
          <p:cNvPr id="5"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灯片编号占位符 2"/>
          <p:cNvSpPr txBox="1">
            <a:spLocks/>
          </p:cNvSpPr>
          <p:nvPr/>
        </p:nvSpPr>
        <p:spPr>
          <a:xfrm>
            <a:off x="5584611" y="6849318"/>
            <a:ext cx="1021191" cy="224284"/>
          </a:xfrm>
          <a:prstGeom prst="rect">
            <a:avLst/>
          </a:prstGeom>
        </p:spPr>
        <p:txBody>
          <a:bodyPr/>
          <a:lstStyle>
            <a:defPPr>
              <a:defRPr lang="zh-CN"/>
            </a:defPPr>
            <a:lvl1pPr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1pPr>
            <a:lvl2pPr marL="455930" indent="-444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2pPr>
            <a:lvl3pPr marL="913130" indent="-92075"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3pPr>
            <a:lvl4pPr marL="1370330" indent="-13843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4pPr>
            <a:lvl5pPr marL="1825625" indent="-1841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9pPr>
          </a:lstStyle>
          <a:p>
            <a:pPr>
              <a:defRPr/>
            </a:pPr>
            <a:fld id="{0D91A68C-EF75-448C-824C-11AEAA06B251}" type="slidenum">
              <a:rPr lang="en-GB" smtClean="0">
                <a:solidFill>
                  <a:prstClr val="black">
                    <a:tint val="75000"/>
                  </a:prstClr>
                </a:solidFill>
              </a:rPr>
              <a:pPr>
                <a:defRPr/>
              </a:pPr>
              <a:t>5</a:t>
            </a:fld>
            <a:endParaRPr lang="en-GB">
              <a:solidFill>
                <a:prstClr val="black">
                  <a:tint val="75000"/>
                </a:prstClr>
              </a:solidFill>
            </a:endParaRPr>
          </a:p>
        </p:txBody>
      </p:sp>
      <p:sp>
        <p:nvSpPr>
          <p:cNvPr id="8" name="页脚占位符 3"/>
          <p:cNvSpPr txBox="1">
            <a:spLocks/>
          </p:cNvSpPr>
          <p:nvPr/>
        </p:nvSpPr>
        <p:spPr>
          <a:xfrm>
            <a:off x="6928015" y="6848955"/>
            <a:ext cx="5242516" cy="224284"/>
          </a:xfrm>
          <a:prstGeom prst="rect">
            <a:avLst/>
          </a:prstGeom>
        </p:spPr>
        <p:txBody>
          <a:bodyPr/>
          <a:lstStyle>
            <a:defPPr>
              <a:defRPr lang="zh-CN"/>
            </a:defPPr>
            <a:lvl1pPr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1pPr>
            <a:lvl2pPr marL="455930" indent="-444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2pPr>
            <a:lvl3pPr marL="913130" indent="-92075"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3pPr>
            <a:lvl4pPr marL="1370330" indent="-13843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4pPr>
            <a:lvl5pPr marL="1825625" indent="-1841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9pPr>
          </a:lstStyle>
          <a:p>
            <a:pPr>
              <a:defRPr/>
            </a:pPr>
            <a:r>
              <a:rPr lang="en-US" altLang="zh-TW" smtClean="0">
                <a:solidFill>
                  <a:prstClr val="black">
                    <a:tint val="75000"/>
                  </a:prstClr>
                </a:solidFill>
              </a:rPr>
              <a:t>© 2024 TTE GROUP ALL RIGHT RESERVED | DO NOT FORWARD WITHOUT PERMISSION</a:t>
            </a:r>
            <a:endParaRPr lang="zh-TW" altLang="en-US" dirty="0">
              <a:solidFill>
                <a:prstClr val="black">
                  <a:tint val="75000"/>
                </a:prstClr>
              </a:solidFill>
            </a:endParaRPr>
          </a:p>
        </p:txBody>
      </p:sp>
      <p:sp>
        <p:nvSpPr>
          <p:cNvPr id="9" name="TextBox 20"/>
          <p:cNvSpPr txBox="1"/>
          <p:nvPr/>
        </p:nvSpPr>
        <p:spPr>
          <a:xfrm>
            <a:off x="0" y="815513"/>
            <a:ext cx="8393635" cy="461665"/>
          </a:xfrm>
          <a:prstGeom prst="rect">
            <a:avLst/>
          </a:prstGeom>
          <a:noFill/>
        </p:spPr>
        <p:txBody>
          <a:bodyPr wrap="square" rtlCol="0">
            <a:spAutoFit/>
          </a:bodyPr>
          <a:lstStyle/>
          <a:p>
            <a:pPr marL="742950" lvl="2" indent="-285750">
              <a:lnSpc>
                <a:spcPct val="150000"/>
              </a:lnSpc>
              <a:buFont typeface="Wingdings" panose="05000000000000000000" pitchFamily="2" charset="2"/>
              <a:buChar char="p"/>
            </a:pPr>
            <a:r>
              <a:rPr lang="zh-CN" altLang="en-US" sz="1600" dirty="0" smtClean="0">
                <a:latin typeface="+mn-ea"/>
              </a:rPr>
              <a:t>泊车场景 </a:t>
            </a:r>
            <a:r>
              <a:rPr lang="en-US" altLang="zh-CN" sz="1600" dirty="0" smtClean="0">
                <a:latin typeface="+mn-ea"/>
              </a:rPr>
              <a:t>-&gt; </a:t>
            </a:r>
            <a:r>
              <a:rPr lang="zh-CN" altLang="en-US" sz="1600" dirty="0" smtClean="0">
                <a:latin typeface="+mn-ea"/>
              </a:rPr>
              <a:t>地图记忆 </a:t>
            </a:r>
            <a:r>
              <a:rPr lang="en-US" altLang="zh-CN" sz="1600" dirty="0" smtClean="0">
                <a:latin typeface="+mn-ea"/>
              </a:rPr>
              <a:t>-&gt; </a:t>
            </a:r>
            <a:r>
              <a:rPr lang="zh-CN" altLang="en-US" sz="1600" dirty="0" smtClean="0">
                <a:latin typeface="+mn-ea"/>
              </a:rPr>
              <a:t>给出可选泊出方向</a:t>
            </a:r>
            <a:endParaRPr lang="en-US" altLang="zh-CN" sz="1600" dirty="0" smtClean="0">
              <a:latin typeface="+mn-ea"/>
            </a:endParaRPr>
          </a:p>
        </p:txBody>
      </p:sp>
      <p:sp>
        <p:nvSpPr>
          <p:cNvPr id="699" name="文本框 13"/>
          <p:cNvSpPr txBox="1"/>
          <p:nvPr/>
        </p:nvSpPr>
        <p:spPr>
          <a:xfrm>
            <a:off x="-81790" y="3836740"/>
            <a:ext cx="11863819" cy="1076257"/>
          </a:xfrm>
          <a:prstGeom prst="rect">
            <a:avLst/>
          </a:prstGeom>
          <a:noFill/>
        </p:spPr>
        <p:txBody>
          <a:bodyPr wrap="square" rtlCol="0">
            <a:spAutoFit/>
          </a:bodyPr>
          <a:lstStyle>
            <a:defPPr>
              <a:defRPr lang="zh-TW"/>
            </a:defPPr>
            <a:lvl3pPr marL="457200" lvl="2" indent="0">
              <a:lnSpc>
                <a:spcPct val="150000"/>
              </a:lnSpc>
              <a:defRPr sz="1800">
                <a:latin typeface="+mn-ea"/>
              </a:defRPr>
            </a:lvl3pPr>
          </a:lstStyle>
          <a:p>
            <a:pPr marL="742950" lvl="2" indent="-285750">
              <a:buFont typeface="Wingdings" panose="05000000000000000000" pitchFamily="2" charset="2"/>
              <a:buChar char="Ø"/>
            </a:pPr>
            <a:r>
              <a:rPr lang="zh-CN" altLang="en-US" sz="1100" dirty="0" smtClean="0">
                <a:latin typeface="+mn-lt"/>
              </a:rPr>
              <a:t>车辆行驶过程中，实时记忆周围环境信息，主要包括：</a:t>
            </a:r>
            <a:r>
              <a:rPr lang="en-US" altLang="zh-CN" sz="1100" dirty="0" smtClean="0">
                <a:latin typeface="+mn-lt"/>
              </a:rPr>
              <a:t>FSD</a:t>
            </a:r>
            <a:r>
              <a:rPr lang="zh-CN" altLang="en-US" sz="1100" dirty="0" smtClean="0">
                <a:latin typeface="+mn-lt"/>
              </a:rPr>
              <a:t>障碍物信息、车位信息（类型及位置坐标）、</a:t>
            </a:r>
            <a:r>
              <a:rPr lang="en-US" altLang="zh-CN" sz="1100" dirty="0" smtClean="0">
                <a:latin typeface="+mn-lt"/>
              </a:rPr>
              <a:t>OD</a:t>
            </a:r>
            <a:r>
              <a:rPr lang="zh-CN" altLang="en-US" sz="1100" dirty="0" smtClean="0">
                <a:latin typeface="+mn-lt"/>
              </a:rPr>
              <a:t>信息、车道线。</a:t>
            </a:r>
            <a:endParaRPr lang="en-US" altLang="zh-CN" sz="1100" dirty="0" smtClean="0">
              <a:latin typeface="+mn-lt"/>
            </a:endParaRPr>
          </a:p>
          <a:p>
            <a:pPr marL="742950" lvl="2" indent="-285750">
              <a:buFont typeface="Wingdings" panose="05000000000000000000" pitchFamily="2" charset="2"/>
              <a:buChar char="Ø"/>
            </a:pPr>
            <a:r>
              <a:rPr lang="zh-CN" altLang="en-US" sz="1100" dirty="0" smtClean="0">
                <a:latin typeface="+mn-lt"/>
              </a:rPr>
              <a:t>车辆记忆上一次泊入方向（自动</a:t>
            </a:r>
            <a:r>
              <a:rPr lang="en-US" altLang="zh-CN" sz="1100" dirty="0" smtClean="0">
                <a:latin typeface="+mn-lt"/>
              </a:rPr>
              <a:t>/</a:t>
            </a:r>
            <a:r>
              <a:rPr lang="zh-CN" altLang="en-US" sz="1100" dirty="0" smtClean="0">
                <a:latin typeface="+mn-lt"/>
              </a:rPr>
              <a:t>遥控</a:t>
            </a:r>
            <a:r>
              <a:rPr lang="en-US" altLang="zh-CN" sz="1100" dirty="0" smtClean="0">
                <a:latin typeface="+mn-lt"/>
              </a:rPr>
              <a:t>/</a:t>
            </a:r>
            <a:r>
              <a:rPr lang="zh-CN" altLang="en-US" sz="1100" dirty="0" smtClean="0">
                <a:latin typeface="+mn-lt"/>
              </a:rPr>
              <a:t>手动泊入均需记录），记录车辆行驶路径信息。</a:t>
            </a:r>
            <a:endParaRPr lang="en-US" altLang="zh-CN" sz="1100" dirty="0" smtClean="0">
              <a:latin typeface="+mn-lt"/>
            </a:endParaRPr>
          </a:p>
          <a:p>
            <a:pPr marL="742950" lvl="2" indent="-285750">
              <a:buFont typeface="Wingdings" panose="05000000000000000000" pitchFamily="2" charset="2"/>
              <a:buChar char="Ø"/>
            </a:pPr>
            <a:r>
              <a:rPr lang="zh-CN" altLang="en-US" sz="1100" dirty="0" smtClean="0">
                <a:latin typeface="+mn-lt"/>
              </a:rPr>
              <a:t>根据记忆地图信息、泊入行驶路径信息、及实时检测周围环境障碍物信息，给出可选方向和最优推荐方向。推荐方向高亮显示。</a:t>
            </a:r>
            <a:endParaRPr lang="en-US" altLang="zh-CN" sz="1100" dirty="0" smtClean="0">
              <a:latin typeface="+mn-lt"/>
            </a:endParaRPr>
          </a:p>
          <a:p>
            <a:pPr marL="742950" lvl="2" indent="-285750">
              <a:buFont typeface="Wingdings" panose="05000000000000000000" pitchFamily="2" charset="2"/>
              <a:buChar char="Ø"/>
            </a:pPr>
            <a:r>
              <a:rPr lang="zh-CN" altLang="en-US" sz="1100" dirty="0" smtClean="0">
                <a:latin typeface="+mn-lt"/>
              </a:rPr>
              <a:t>用户可以根据实际需要，点击</a:t>
            </a:r>
            <a:r>
              <a:rPr lang="en-US" altLang="zh-CN" sz="1100" dirty="0" smtClean="0">
                <a:latin typeface="+mn-lt"/>
              </a:rPr>
              <a:t>/</a:t>
            </a:r>
            <a:r>
              <a:rPr lang="zh-CN" altLang="en-US" sz="1100" dirty="0" smtClean="0">
                <a:latin typeface="+mn-lt"/>
              </a:rPr>
              <a:t>切换其他可选泊出方向，激活泊出。</a:t>
            </a:r>
            <a:endParaRPr lang="en-US" altLang="zh-CN" sz="1100" dirty="0" smtClean="0">
              <a:latin typeface="+mn-lt"/>
            </a:endParaRPr>
          </a:p>
        </p:txBody>
      </p:sp>
      <p:grpSp>
        <p:nvGrpSpPr>
          <p:cNvPr id="2" name="组合 1"/>
          <p:cNvGrpSpPr/>
          <p:nvPr/>
        </p:nvGrpSpPr>
        <p:grpSpPr>
          <a:xfrm>
            <a:off x="740699" y="1392306"/>
            <a:ext cx="7727820" cy="2517522"/>
            <a:chOff x="740699" y="1392306"/>
            <a:chExt cx="7727820" cy="2517522"/>
          </a:xfrm>
        </p:grpSpPr>
        <p:sp>
          <p:nvSpPr>
            <p:cNvPr id="11" name="右箭头 10"/>
            <p:cNvSpPr/>
            <p:nvPr/>
          </p:nvSpPr>
          <p:spPr>
            <a:xfrm>
              <a:off x="3079429" y="2122667"/>
              <a:ext cx="284849" cy="136739"/>
            </a:xfrm>
            <a:prstGeom prst="rightArrow">
              <a:avLst>
                <a:gd name="adj1" fmla="val 50000"/>
                <a:gd name="adj2" fmla="val 68510"/>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grpSp>
          <p:nvGrpSpPr>
            <p:cNvPr id="15" name="组合 14"/>
            <p:cNvGrpSpPr/>
            <p:nvPr/>
          </p:nvGrpSpPr>
          <p:grpSpPr>
            <a:xfrm>
              <a:off x="740699" y="1668688"/>
              <a:ext cx="2194806" cy="1008128"/>
              <a:chOff x="604279" y="1619623"/>
              <a:chExt cx="3282812" cy="1591551"/>
            </a:xfrm>
          </p:grpSpPr>
          <p:grpSp>
            <p:nvGrpSpPr>
              <p:cNvPr id="234" name="组合 233"/>
              <p:cNvGrpSpPr/>
              <p:nvPr/>
            </p:nvGrpSpPr>
            <p:grpSpPr>
              <a:xfrm rot="16200000">
                <a:off x="1825416" y="2003172"/>
                <a:ext cx="1087520" cy="462944"/>
                <a:chOff x="2888780" y="1949025"/>
                <a:chExt cx="1320528" cy="562133"/>
              </a:xfrm>
            </p:grpSpPr>
            <p:sp>
              <p:nvSpPr>
                <p:cNvPr id="627" name="Freeform 5"/>
                <p:cNvSpPr>
                  <a:spLocks/>
                </p:cNvSpPr>
                <p:nvPr/>
              </p:nvSpPr>
              <p:spPr bwMode="auto">
                <a:xfrm rot="10800000">
                  <a:off x="4043320" y="1998027"/>
                  <a:ext cx="165988" cy="464129"/>
                </a:xfrm>
                <a:custGeom>
                  <a:avLst/>
                  <a:gdLst>
                    <a:gd name="T0" fmla="*/ 180 w 180"/>
                    <a:gd name="T1" fmla="*/ 502 h 502"/>
                    <a:gd name="T2" fmla="*/ 180 w 180"/>
                    <a:gd name="T3" fmla="*/ 0 h 502"/>
                  </a:gdLst>
                  <a:ahLst/>
                  <a:cxnLst>
                    <a:cxn ang="0">
                      <a:pos x="T0" y="T1"/>
                    </a:cxn>
                    <a:cxn ang="0">
                      <a:pos x="T2" y="T3"/>
                    </a:cxn>
                  </a:cxnLst>
                  <a:rect l="0" t="0" r="r" b="b"/>
                  <a:pathLst>
                    <a:path w="180" h="502">
                      <a:moveTo>
                        <a:pt x="180" y="502"/>
                      </a:moveTo>
                      <a:cubicBezTo>
                        <a:pt x="15" y="396"/>
                        <a:pt x="0" y="132"/>
                        <a:pt x="18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28" name="Freeform 6"/>
                <p:cNvSpPr>
                  <a:spLocks/>
                </p:cNvSpPr>
                <p:nvPr/>
              </p:nvSpPr>
              <p:spPr bwMode="auto">
                <a:xfrm rot="10800000">
                  <a:off x="3849667" y="1973988"/>
                  <a:ext cx="193653" cy="24039"/>
                </a:xfrm>
                <a:custGeom>
                  <a:avLst/>
                  <a:gdLst>
                    <a:gd name="T0" fmla="*/ 0 w 210"/>
                    <a:gd name="T1" fmla="*/ 0 h 26"/>
                    <a:gd name="T2" fmla="*/ 210 w 210"/>
                    <a:gd name="T3" fmla="*/ 13 h 26"/>
                  </a:gdLst>
                  <a:ahLst/>
                  <a:cxnLst>
                    <a:cxn ang="0">
                      <a:pos x="T0" y="T1"/>
                    </a:cxn>
                    <a:cxn ang="0">
                      <a:pos x="T2" y="T3"/>
                    </a:cxn>
                  </a:cxnLst>
                  <a:rect l="0" t="0" r="r" b="b"/>
                  <a:pathLst>
                    <a:path w="210" h="26">
                      <a:moveTo>
                        <a:pt x="0" y="0"/>
                      </a:moveTo>
                      <a:cubicBezTo>
                        <a:pt x="105" y="26"/>
                        <a:pt x="165" y="13"/>
                        <a:pt x="210" y="1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29" name="Freeform 7"/>
                <p:cNvSpPr>
                  <a:spLocks/>
                </p:cNvSpPr>
                <p:nvPr/>
              </p:nvSpPr>
              <p:spPr bwMode="auto">
                <a:xfrm rot="10800000">
                  <a:off x="4118936" y="2120069"/>
                  <a:ext cx="48874" cy="220045"/>
                </a:xfrm>
                <a:custGeom>
                  <a:avLst/>
                  <a:gdLst>
                    <a:gd name="T0" fmla="*/ 53 w 53"/>
                    <a:gd name="T1" fmla="*/ 238 h 238"/>
                    <a:gd name="T2" fmla="*/ 53 w 53"/>
                    <a:gd name="T3" fmla="*/ 0 h 238"/>
                  </a:gdLst>
                  <a:ahLst/>
                  <a:cxnLst>
                    <a:cxn ang="0">
                      <a:pos x="T0" y="T1"/>
                    </a:cxn>
                    <a:cxn ang="0">
                      <a:pos x="T2" y="T3"/>
                    </a:cxn>
                  </a:cxnLst>
                  <a:rect l="0" t="0" r="r" b="b"/>
                  <a:pathLst>
                    <a:path w="53" h="238">
                      <a:moveTo>
                        <a:pt x="53" y="238"/>
                      </a:moveTo>
                      <a:cubicBezTo>
                        <a:pt x="0" y="185"/>
                        <a:pt x="0" y="79"/>
                        <a:pt x="53"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30" name="Freeform 8"/>
                <p:cNvSpPr>
                  <a:spLocks/>
                </p:cNvSpPr>
                <p:nvPr/>
              </p:nvSpPr>
              <p:spPr bwMode="auto">
                <a:xfrm rot="10800000">
                  <a:off x="4029487" y="2010046"/>
                  <a:ext cx="110659" cy="122042"/>
                </a:xfrm>
                <a:custGeom>
                  <a:avLst/>
                  <a:gdLst>
                    <a:gd name="T0" fmla="*/ 48 w 256"/>
                    <a:gd name="T1" fmla="*/ 32 h 320"/>
                    <a:gd name="T2" fmla="*/ 96 w 256"/>
                    <a:gd name="T3" fmla="*/ 160 h 320"/>
                    <a:gd name="T4" fmla="*/ 176 w 256"/>
                    <a:gd name="T5" fmla="*/ 272 h 320"/>
                    <a:gd name="T6" fmla="*/ 192 w 256"/>
                    <a:gd name="T7" fmla="*/ 208 h 320"/>
                    <a:gd name="T8" fmla="*/ 96 w 256"/>
                    <a:gd name="T9" fmla="*/ 64 h 320"/>
                    <a:gd name="T10" fmla="*/ 48 w 256"/>
                    <a:gd name="T11" fmla="*/ 32 h 320"/>
                  </a:gdLst>
                  <a:ahLst/>
                  <a:cxnLst>
                    <a:cxn ang="0">
                      <a:pos x="T0" y="T1"/>
                    </a:cxn>
                    <a:cxn ang="0">
                      <a:pos x="T2" y="T3"/>
                    </a:cxn>
                    <a:cxn ang="0">
                      <a:pos x="T4" y="T5"/>
                    </a:cxn>
                    <a:cxn ang="0">
                      <a:pos x="T6" y="T7"/>
                    </a:cxn>
                    <a:cxn ang="0">
                      <a:pos x="T8" y="T9"/>
                    </a:cxn>
                    <a:cxn ang="0">
                      <a:pos x="T10" y="T11"/>
                    </a:cxn>
                  </a:cxnLst>
                  <a:rect l="0" t="0" r="r" b="b"/>
                  <a:pathLst>
                    <a:path w="256" h="320">
                      <a:moveTo>
                        <a:pt x="48" y="32"/>
                      </a:moveTo>
                      <a:cubicBezTo>
                        <a:pt x="0" y="0"/>
                        <a:pt x="80" y="128"/>
                        <a:pt x="96" y="160"/>
                      </a:cubicBezTo>
                      <a:cubicBezTo>
                        <a:pt x="96" y="208"/>
                        <a:pt x="144" y="256"/>
                        <a:pt x="176" y="272"/>
                      </a:cubicBezTo>
                      <a:cubicBezTo>
                        <a:pt x="256" y="320"/>
                        <a:pt x="208" y="224"/>
                        <a:pt x="192" y="208"/>
                      </a:cubicBezTo>
                      <a:cubicBezTo>
                        <a:pt x="160" y="160"/>
                        <a:pt x="128" y="112"/>
                        <a:pt x="96" y="64"/>
                      </a:cubicBezTo>
                      <a:cubicBezTo>
                        <a:pt x="80" y="48"/>
                        <a:pt x="64" y="48"/>
                        <a:pt x="48" y="32"/>
                      </a:cubicBezTo>
                    </a:path>
                  </a:pathLst>
                </a:custGeom>
                <a:solidFill>
                  <a:srgbClr val="FFFFFF"/>
                </a:solidFill>
                <a:ln w="3175">
                  <a:solidFill>
                    <a:srgbClr val="5757FF"/>
                  </a:solidFill>
                  <a:prstDash val="solid"/>
                  <a:round/>
                  <a:headEnd/>
                  <a:tailEnd/>
                </a:ln>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31" name="Freeform 9"/>
                <p:cNvSpPr>
                  <a:spLocks/>
                </p:cNvSpPr>
                <p:nvPr/>
              </p:nvSpPr>
              <p:spPr bwMode="auto">
                <a:xfrm rot="10800000">
                  <a:off x="4029487" y="2010046"/>
                  <a:ext cx="110659" cy="122042"/>
                </a:xfrm>
                <a:custGeom>
                  <a:avLst/>
                  <a:gdLst>
                    <a:gd name="T0" fmla="*/ 23 w 120"/>
                    <a:gd name="T1" fmla="*/ 13 h 132"/>
                    <a:gd name="T2" fmla="*/ 45 w 120"/>
                    <a:gd name="T3" fmla="*/ 66 h 132"/>
                    <a:gd name="T4" fmla="*/ 82 w 120"/>
                    <a:gd name="T5" fmla="*/ 112 h 132"/>
                    <a:gd name="T6" fmla="*/ 90 w 120"/>
                    <a:gd name="T7" fmla="*/ 86 h 132"/>
                    <a:gd name="T8" fmla="*/ 45 w 120"/>
                    <a:gd name="T9" fmla="*/ 26 h 132"/>
                    <a:gd name="T10" fmla="*/ 23 w 120"/>
                    <a:gd name="T11" fmla="*/ 13 h 132"/>
                  </a:gdLst>
                  <a:ahLst/>
                  <a:cxnLst>
                    <a:cxn ang="0">
                      <a:pos x="T0" y="T1"/>
                    </a:cxn>
                    <a:cxn ang="0">
                      <a:pos x="T2" y="T3"/>
                    </a:cxn>
                    <a:cxn ang="0">
                      <a:pos x="T4" y="T5"/>
                    </a:cxn>
                    <a:cxn ang="0">
                      <a:pos x="T6" y="T7"/>
                    </a:cxn>
                    <a:cxn ang="0">
                      <a:pos x="T8" y="T9"/>
                    </a:cxn>
                    <a:cxn ang="0">
                      <a:pos x="T10" y="T11"/>
                    </a:cxn>
                  </a:cxnLst>
                  <a:rect l="0" t="0" r="r" b="b"/>
                  <a:pathLst>
                    <a:path w="120" h="132">
                      <a:moveTo>
                        <a:pt x="23" y="13"/>
                      </a:moveTo>
                      <a:cubicBezTo>
                        <a:pt x="0" y="0"/>
                        <a:pt x="38" y="53"/>
                        <a:pt x="45" y="66"/>
                      </a:cubicBezTo>
                      <a:cubicBezTo>
                        <a:pt x="45" y="86"/>
                        <a:pt x="68" y="105"/>
                        <a:pt x="82" y="112"/>
                      </a:cubicBezTo>
                      <a:cubicBezTo>
                        <a:pt x="120" y="132"/>
                        <a:pt x="97" y="92"/>
                        <a:pt x="90" y="86"/>
                      </a:cubicBezTo>
                      <a:cubicBezTo>
                        <a:pt x="75" y="66"/>
                        <a:pt x="60" y="46"/>
                        <a:pt x="45" y="26"/>
                      </a:cubicBezTo>
                      <a:cubicBezTo>
                        <a:pt x="38" y="19"/>
                        <a:pt x="30" y="19"/>
                        <a:pt x="23" y="1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32" name="Freeform 10"/>
                <p:cNvSpPr>
                  <a:spLocks/>
                </p:cNvSpPr>
                <p:nvPr/>
              </p:nvSpPr>
              <p:spPr bwMode="auto">
                <a:xfrm rot="10800000">
                  <a:off x="4029487" y="2328095"/>
                  <a:ext cx="110659" cy="122042"/>
                </a:xfrm>
                <a:custGeom>
                  <a:avLst/>
                  <a:gdLst>
                    <a:gd name="T0" fmla="*/ 48 w 256"/>
                    <a:gd name="T1" fmla="*/ 304 h 320"/>
                    <a:gd name="T2" fmla="*/ 96 w 256"/>
                    <a:gd name="T3" fmla="*/ 160 h 320"/>
                    <a:gd name="T4" fmla="*/ 176 w 256"/>
                    <a:gd name="T5" fmla="*/ 64 h 320"/>
                    <a:gd name="T6" fmla="*/ 192 w 256"/>
                    <a:gd name="T7" fmla="*/ 128 h 320"/>
                    <a:gd name="T8" fmla="*/ 96 w 256"/>
                    <a:gd name="T9" fmla="*/ 256 h 320"/>
                    <a:gd name="T10" fmla="*/ 48 w 256"/>
                    <a:gd name="T11" fmla="*/ 304 h 320"/>
                  </a:gdLst>
                  <a:ahLst/>
                  <a:cxnLst>
                    <a:cxn ang="0">
                      <a:pos x="T0" y="T1"/>
                    </a:cxn>
                    <a:cxn ang="0">
                      <a:pos x="T2" y="T3"/>
                    </a:cxn>
                    <a:cxn ang="0">
                      <a:pos x="T4" y="T5"/>
                    </a:cxn>
                    <a:cxn ang="0">
                      <a:pos x="T6" y="T7"/>
                    </a:cxn>
                    <a:cxn ang="0">
                      <a:pos x="T8" y="T9"/>
                    </a:cxn>
                    <a:cxn ang="0">
                      <a:pos x="T10" y="T11"/>
                    </a:cxn>
                  </a:cxnLst>
                  <a:rect l="0" t="0" r="r" b="b"/>
                  <a:pathLst>
                    <a:path w="256" h="320">
                      <a:moveTo>
                        <a:pt x="48" y="304"/>
                      </a:moveTo>
                      <a:cubicBezTo>
                        <a:pt x="0" y="320"/>
                        <a:pt x="80" y="208"/>
                        <a:pt x="96" y="160"/>
                      </a:cubicBezTo>
                      <a:cubicBezTo>
                        <a:pt x="112" y="112"/>
                        <a:pt x="144" y="80"/>
                        <a:pt x="176" y="64"/>
                      </a:cubicBezTo>
                      <a:cubicBezTo>
                        <a:pt x="256" y="0"/>
                        <a:pt x="208" y="112"/>
                        <a:pt x="192" y="128"/>
                      </a:cubicBezTo>
                      <a:cubicBezTo>
                        <a:pt x="160" y="160"/>
                        <a:pt x="128" y="224"/>
                        <a:pt x="96" y="256"/>
                      </a:cubicBezTo>
                      <a:cubicBezTo>
                        <a:pt x="80" y="288"/>
                        <a:pt x="64" y="288"/>
                        <a:pt x="48" y="304"/>
                      </a:cubicBezTo>
                    </a:path>
                  </a:pathLst>
                </a:custGeom>
                <a:solidFill>
                  <a:srgbClr val="FFFFFF"/>
                </a:solidFill>
                <a:ln w="3175">
                  <a:solidFill>
                    <a:srgbClr val="5757FF"/>
                  </a:solidFill>
                  <a:prstDash val="solid"/>
                  <a:round/>
                  <a:headEnd/>
                  <a:tailEnd/>
                </a:ln>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33" name="Freeform 11"/>
                <p:cNvSpPr>
                  <a:spLocks/>
                </p:cNvSpPr>
                <p:nvPr/>
              </p:nvSpPr>
              <p:spPr bwMode="auto">
                <a:xfrm rot="10800000">
                  <a:off x="4029487" y="2328095"/>
                  <a:ext cx="110659" cy="122042"/>
                </a:xfrm>
                <a:custGeom>
                  <a:avLst/>
                  <a:gdLst>
                    <a:gd name="T0" fmla="*/ 23 w 120"/>
                    <a:gd name="T1" fmla="*/ 126 h 132"/>
                    <a:gd name="T2" fmla="*/ 45 w 120"/>
                    <a:gd name="T3" fmla="*/ 66 h 132"/>
                    <a:gd name="T4" fmla="*/ 82 w 120"/>
                    <a:gd name="T5" fmla="*/ 27 h 132"/>
                    <a:gd name="T6" fmla="*/ 90 w 120"/>
                    <a:gd name="T7" fmla="*/ 53 h 132"/>
                    <a:gd name="T8" fmla="*/ 45 w 120"/>
                    <a:gd name="T9" fmla="*/ 106 h 132"/>
                    <a:gd name="T10" fmla="*/ 23 w 120"/>
                    <a:gd name="T11" fmla="*/ 126 h 132"/>
                  </a:gdLst>
                  <a:ahLst/>
                  <a:cxnLst>
                    <a:cxn ang="0">
                      <a:pos x="T0" y="T1"/>
                    </a:cxn>
                    <a:cxn ang="0">
                      <a:pos x="T2" y="T3"/>
                    </a:cxn>
                    <a:cxn ang="0">
                      <a:pos x="T4" y="T5"/>
                    </a:cxn>
                    <a:cxn ang="0">
                      <a:pos x="T6" y="T7"/>
                    </a:cxn>
                    <a:cxn ang="0">
                      <a:pos x="T8" y="T9"/>
                    </a:cxn>
                    <a:cxn ang="0">
                      <a:pos x="T10" y="T11"/>
                    </a:cxn>
                  </a:cxnLst>
                  <a:rect l="0" t="0" r="r" b="b"/>
                  <a:pathLst>
                    <a:path w="120" h="132">
                      <a:moveTo>
                        <a:pt x="23" y="126"/>
                      </a:moveTo>
                      <a:cubicBezTo>
                        <a:pt x="0" y="132"/>
                        <a:pt x="38" y="86"/>
                        <a:pt x="45" y="66"/>
                      </a:cubicBezTo>
                      <a:cubicBezTo>
                        <a:pt x="53" y="46"/>
                        <a:pt x="68" y="33"/>
                        <a:pt x="82" y="27"/>
                      </a:cubicBezTo>
                      <a:cubicBezTo>
                        <a:pt x="120" y="0"/>
                        <a:pt x="97" y="46"/>
                        <a:pt x="90" y="53"/>
                      </a:cubicBezTo>
                      <a:cubicBezTo>
                        <a:pt x="75" y="66"/>
                        <a:pt x="60" y="93"/>
                        <a:pt x="45" y="106"/>
                      </a:cubicBezTo>
                      <a:cubicBezTo>
                        <a:pt x="38" y="119"/>
                        <a:pt x="30" y="119"/>
                        <a:pt x="23" y="12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34" name="Freeform 12"/>
                <p:cNvSpPr>
                  <a:spLocks/>
                </p:cNvSpPr>
                <p:nvPr/>
              </p:nvSpPr>
              <p:spPr bwMode="auto">
                <a:xfrm rot="10800000">
                  <a:off x="3891164" y="2071067"/>
                  <a:ext cx="248982" cy="73965"/>
                </a:xfrm>
                <a:custGeom>
                  <a:avLst/>
                  <a:gdLst>
                    <a:gd name="T0" fmla="*/ 270 w 270"/>
                    <a:gd name="T1" fmla="*/ 80 h 80"/>
                    <a:gd name="T2" fmla="*/ 0 w 270"/>
                    <a:gd name="T3" fmla="*/ 0 h 80"/>
                  </a:gdLst>
                  <a:ahLst/>
                  <a:cxnLst>
                    <a:cxn ang="0">
                      <a:pos x="T0" y="T1"/>
                    </a:cxn>
                    <a:cxn ang="0">
                      <a:pos x="T2" y="T3"/>
                    </a:cxn>
                  </a:cxnLst>
                  <a:rect l="0" t="0" r="r" b="b"/>
                  <a:pathLst>
                    <a:path w="270" h="80">
                      <a:moveTo>
                        <a:pt x="270" y="80"/>
                      </a:moveTo>
                      <a:cubicBezTo>
                        <a:pt x="180" y="53"/>
                        <a:pt x="60" y="5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35" name="Freeform 13"/>
                <p:cNvSpPr>
                  <a:spLocks/>
                </p:cNvSpPr>
                <p:nvPr/>
              </p:nvSpPr>
              <p:spPr bwMode="auto">
                <a:xfrm rot="10800000">
                  <a:off x="3891164" y="2315151"/>
                  <a:ext cx="248982" cy="73965"/>
                </a:xfrm>
                <a:custGeom>
                  <a:avLst/>
                  <a:gdLst>
                    <a:gd name="T0" fmla="*/ 270 w 270"/>
                    <a:gd name="T1" fmla="*/ 0 h 80"/>
                    <a:gd name="T2" fmla="*/ 0 w 270"/>
                    <a:gd name="T3" fmla="*/ 80 h 80"/>
                  </a:gdLst>
                  <a:ahLst/>
                  <a:cxnLst>
                    <a:cxn ang="0">
                      <a:pos x="T0" y="T1"/>
                    </a:cxn>
                    <a:cxn ang="0">
                      <a:pos x="T2" y="T3"/>
                    </a:cxn>
                  </a:cxnLst>
                  <a:rect l="0" t="0" r="r" b="b"/>
                  <a:pathLst>
                    <a:path w="270" h="80">
                      <a:moveTo>
                        <a:pt x="270" y="0"/>
                      </a:moveTo>
                      <a:cubicBezTo>
                        <a:pt x="180" y="27"/>
                        <a:pt x="60" y="27"/>
                        <a:pt x="0" y="8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36" name="Oval 17"/>
                <p:cNvSpPr>
                  <a:spLocks noChangeArrowheads="1"/>
                </p:cNvSpPr>
                <p:nvPr/>
              </p:nvSpPr>
              <p:spPr bwMode="auto">
                <a:xfrm rot="10800000">
                  <a:off x="4137531" y="2199581"/>
                  <a:ext cx="13832" cy="61021"/>
                </a:xfrm>
                <a:prstGeom prst="ellipse">
                  <a:avLst/>
                </a:pr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37" name="Freeform 18"/>
                <p:cNvSpPr>
                  <a:spLocks/>
                </p:cNvSpPr>
                <p:nvPr/>
              </p:nvSpPr>
              <p:spPr bwMode="auto">
                <a:xfrm rot="10800000">
                  <a:off x="4112481" y="2132088"/>
                  <a:ext cx="27665" cy="208026"/>
                </a:xfrm>
                <a:custGeom>
                  <a:avLst/>
                  <a:gdLst>
                    <a:gd name="T0" fmla="*/ 30 w 30"/>
                    <a:gd name="T1" fmla="*/ 225 h 225"/>
                    <a:gd name="T2" fmla="*/ 30 w 30"/>
                    <a:gd name="T3" fmla="*/ 0 h 225"/>
                  </a:gdLst>
                  <a:ahLst/>
                  <a:cxnLst>
                    <a:cxn ang="0">
                      <a:pos x="T0" y="T1"/>
                    </a:cxn>
                    <a:cxn ang="0">
                      <a:pos x="T2" y="T3"/>
                    </a:cxn>
                  </a:cxnLst>
                  <a:rect l="0" t="0" r="r" b="b"/>
                  <a:pathLst>
                    <a:path w="30" h="225">
                      <a:moveTo>
                        <a:pt x="30" y="225"/>
                      </a:moveTo>
                      <a:cubicBezTo>
                        <a:pt x="0" y="165"/>
                        <a:pt x="0" y="106"/>
                        <a:pt x="3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38" name="Freeform 19"/>
                <p:cNvSpPr>
                  <a:spLocks/>
                </p:cNvSpPr>
                <p:nvPr/>
              </p:nvSpPr>
              <p:spPr bwMode="auto">
                <a:xfrm rot="10800000">
                  <a:off x="3822002" y="2022066"/>
                  <a:ext cx="235150" cy="24963"/>
                </a:xfrm>
                <a:custGeom>
                  <a:avLst/>
                  <a:gdLst>
                    <a:gd name="T0" fmla="*/ 0 w 255"/>
                    <a:gd name="T1" fmla="*/ 0 h 27"/>
                    <a:gd name="T2" fmla="*/ 255 w 255"/>
                    <a:gd name="T3" fmla="*/ 0 h 27"/>
                  </a:gdLst>
                  <a:ahLst/>
                  <a:cxnLst>
                    <a:cxn ang="0">
                      <a:pos x="T0" y="T1"/>
                    </a:cxn>
                    <a:cxn ang="0">
                      <a:pos x="T2" y="T3"/>
                    </a:cxn>
                  </a:cxnLst>
                  <a:rect l="0" t="0" r="r" b="b"/>
                  <a:pathLst>
                    <a:path w="255" h="27">
                      <a:moveTo>
                        <a:pt x="0" y="0"/>
                      </a:moveTo>
                      <a:cubicBezTo>
                        <a:pt x="90" y="0"/>
                        <a:pt x="195" y="27"/>
                        <a:pt x="25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39" name="Freeform 20"/>
                <p:cNvSpPr>
                  <a:spLocks/>
                </p:cNvSpPr>
                <p:nvPr/>
              </p:nvSpPr>
              <p:spPr bwMode="auto">
                <a:xfrm rot="10800000">
                  <a:off x="3822002" y="2413154"/>
                  <a:ext cx="235150" cy="24963"/>
                </a:xfrm>
                <a:custGeom>
                  <a:avLst/>
                  <a:gdLst>
                    <a:gd name="T0" fmla="*/ 0 w 255"/>
                    <a:gd name="T1" fmla="*/ 27 h 27"/>
                    <a:gd name="T2" fmla="*/ 255 w 255"/>
                    <a:gd name="T3" fmla="*/ 27 h 27"/>
                  </a:gdLst>
                  <a:ahLst/>
                  <a:cxnLst>
                    <a:cxn ang="0">
                      <a:pos x="T0" y="T1"/>
                    </a:cxn>
                    <a:cxn ang="0">
                      <a:pos x="T2" y="T3"/>
                    </a:cxn>
                  </a:cxnLst>
                  <a:rect l="0" t="0" r="r" b="b"/>
                  <a:pathLst>
                    <a:path w="255" h="27">
                      <a:moveTo>
                        <a:pt x="0" y="27"/>
                      </a:moveTo>
                      <a:cubicBezTo>
                        <a:pt x="90" y="27"/>
                        <a:pt x="195" y="0"/>
                        <a:pt x="255" y="2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40" name="Freeform 21"/>
                <p:cNvSpPr>
                  <a:spLocks/>
                </p:cNvSpPr>
                <p:nvPr/>
              </p:nvSpPr>
              <p:spPr bwMode="auto">
                <a:xfrm rot="10800000">
                  <a:off x="3780505" y="2010046"/>
                  <a:ext cx="262814" cy="24963"/>
                </a:xfrm>
                <a:custGeom>
                  <a:avLst/>
                  <a:gdLst>
                    <a:gd name="T0" fmla="*/ 0 w 285"/>
                    <a:gd name="T1" fmla="*/ 0 h 27"/>
                    <a:gd name="T2" fmla="*/ 285 w 285"/>
                    <a:gd name="T3" fmla="*/ 0 h 27"/>
                  </a:gdLst>
                  <a:ahLst/>
                  <a:cxnLst>
                    <a:cxn ang="0">
                      <a:pos x="T0" y="T1"/>
                    </a:cxn>
                    <a:cxn ang="0">
                      <a:pos x="T2" y="T3"/>
                    </a:cxn>
                  </a:cxnLst>
                  <a:rect l="0" t="0" r="r" b="b"/>
                  <a:pathLst>
                    <a:path w="285" h="27">
                      <a:moveTo>
                        <a:pt x="0" y="0"/>
                      </a:moveTo>
                      <a:cubicBezTo>
                        <a:pt x="105" y="0"/>
                        <a:pt x="217" y="27"/>
                        <a:pt x="28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41" name="Freeform 22"/>
                <p:cNvSpPr>
                  <a:spLocks/>
                </p:cNvSpPr>
                <p:nvPr/>
              </p:nvSpPr>
              <p:spPr bwMode="auto">
                <a:xfrm rot="10800000">
                  <a:off x="3780505" y="2425174"/>
                  <a:ext cx="262814" cy="24963"/>
                </a:xfrm>
                <a:custGeom>
                  <a:avLst/>
                  <a:gdLst>
                    <a:gd name="T0" fmla="*/ 0 w 285"/>
                    <a:gd name="T1" fmla="*/ 27 h 27"/>
                    <a:gd name="T2" fmla="*/ 285 w 285"/>
                    <a:gd name="T3" fmla="*/ 27 h 27"/>
                  </a:gdLst>
                  <a:ahLst/>
                  <a:cxnLst>
                    <a:cxn ang="0">
                      <a:pos x="T0" y="T1"/>
                    </a:cxn>
                    <a:cxn ang="0">
                      <a:pos x="T2" y="T3"/>
                    </a:cxn>
                  </a:cxnLst>
                  <a:rect l="0" t="0" r="r" b="b"/>
                  <a:pathLst>
                    <a:path w="285" h="27">
                      <a:moveTo>
                        <a:pt x="0" y="27"/>
                      </a:moveTo>
                      <a:cubicBezTo>
                        <a:pt x="105" y="27"/>
                        <a:pt x="217" y="0"/>
                        <a:pt x="285" y="2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42" name="Freeform 26"/>
                <p:cNvSpPr>
                  <a:spLocks/>
                </p:cNvSpPr>
                <p:nvPr/>
              </p:nvSpPr>
              <p:spPr bwMode="auto">
                <a:xfrm rot="10800000">
                  <a:off x="3808170" y="2455684"/>
                  <a:ext cx="90371" cy="12944"/>
                </a:xfrm>
                <a:custGeom>
                  <a:avLst/>
                  <a:gdLst>
                    <a:gd name="T0" fmla="*/ 0 w 98"/>
                    <a:gd name="T1" fmla="*/ 7 h 14"/>
                    <a:gd name="T2" fmla="*/ 53 w 98"/>
                    <a:gd name="T3" fmla="*/ 0 h 14"/>
                    <a:gd name="T4" fmla="*/ 98 w 98"/>
                    <a:gd name="T5" fmla="*/ 7 h 14"/>
                    <a:gd name="T6" fmla="*/ 53 w 98"/>
                    <a:gd name="T7" fmla="*/ 14 h 14"/>
                    <a:gd name="T8" fmla="*/ 0 w 98"/>
                    <a:gd name="T9" fmla="*/ 7 h 14"/>
                  </a:gdLst>
                  <a:ahLst/>
                  <a:cxnLst>
                    <a:cxn ang="0">
                      <a:pos x="T0" y="T1"/>
                    </a:cxn>
                    <a:cxn ang="0">
                      <a:pos x="T2" y="T3"/>
                    </a:cxn>
                    <a:cxn ang="0">
                      <a:pos x="T4" y="T5"/>
                    </a:cxn>
                    <a:cxn ang="0">
                      <a:pos x="T6" y="T7"/>
                    </a:cxn>
                    <a:cxn ang="0">
                      <a:pos x="T8" y="T9"/>
                    </a:cxn>
                  </a:cxnLst>
                  <a:rect l="0" t="0" r="r" b="b"/>
                  <a:pathLst>
                    <a:path w="98" h="14">
                      <a:moveTo>
                        <a:pt x="0" y="7"/>
                      </a:moveTo>
                      <a:cubicBezTo>
                        <a:pt x="0" y="0"/>
                        <a:pt x="23" y="0"/>
                        <a:pt x="53" y="0"/>
                      </a:cubicBezTo>
                      <a:cubicBezTo>
                        <a:pt x="75" y="0"/>
                        <a:pt x="98" y="0"/>
                        <a:pt x="98" y="7"/>
                      </a:cubicBezTo>
                      <a:cubicBezTo>
                        <a:pt x="98" y="7"/>
                        <a:pt x="75" y="14"/>
                        <a:pt x="53" y="14"/>
                      </a:cubicBezTo>
                      <a:cubicBezTo>
                        <a:pt x="23" y="14"/>
                        <a:pt x="0" y="7"/>
                        <a:pt x="0" y="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43" name="Freeform 30"/>
                <p:cNvSpPr>
                  <a:spLocks/>
                </p:cNvSpPr>
                <p:nvPr/>
              </p:nvSpPr>
              <p:spPr bwMode="auto">
                <a:xfrm rot="10800000">
                  <a:off x="3808170" y="1991555"/>
                  <a:ext cx="90371" cy="12944"/>
                </a:xfrm>
                <a:custGeom>
                  <a:avLst/>
                  <a:gdLst>
                    <a:gd name="T0" fmla="*/ 0 w 98"/>
                    <a:gd name="T1" fmla="*/ 7 h 14"/>
                    <a:gd name="T2" fmla="*/ 53 w 98"/>
                    <a:gd name="T3" fmla="*/ 0 h 14"/>
                    <a:gd name="T4" fmla="*/ 98 w 98"/>
                    <a:gd name="T5" fmla="*/ 7 h 14"/>
                    <a:gd name="T6" fmla="*/ 53 w 98"/>
                    <a:gd name="T7" fmla="*/ 14 h 14"/>
                    <a:gd name="T8" fmla="*/ 0 w 98"/>
                    <a:gd name="T9" fmla="*/ 7 h 14"/>
                  </a:gdLst>
                  <a:ahLst/>
                  <a:cxnLst>
                    <a:cxn ang="0">
                      <a:pos x="T0" y="T1"/>
                    </a:cxn>
                    <a:cxn ang="0">
                      <a:pos x="T2" y="T3"/>
                    </a:cxn>
                    <a:cxn ang="0">
                      <a:pos x="T4" y="T5"/>
                    </a:cxn>
                    <a:cxn ang="0">
                      <a:pos x="T6" y="T7"/>
                    </a:cxn>
                    <a:cxn ang="0">
                      <a:pos x="T8" y="T9"/>
                    </a:cxn>
                  </a:cxnLst>
                  <a:rect l="0" t="0" r="r" b="b"/>
                  <a:pathLst>
                    <a:path w="98" h="14">
                      <a:moveTo>
                        <a:pt x="0" y="7"/>
                      </a:moveTo>
                      <a:cubicBezTo>
                        <a:pt x="0" y="0"/>
                        <a:pt x="23" y="0"/>
                        <a:pt x="53" y="0"/>
                      </a:cubicBezTo>
                      <a:cubicBezTo>
                        <a:pt x="75" y="0"/>
                        <a:pt x="98" y="0"/>
                        <a:pt x="98" y="7"/>
                      </a:cubicBezTo>
                      <a:cubicBezTo>
                        <a:pt x="98" y="7"/>
                        <a:pt x="75" y="14"/>
                        <a:pt x="53" y="14"/>
                      </a:cubicBezTo>
                      <a:cubicBezTo>
                        <a:pt x="23" y="14"/>
                        <a:pt x="0" y="7"/>
                        <a:pt x="0" y="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44" name="Freeform 31"/>
                <p:cNvSpPr>
                  <a:spLocks/>
                </p:cNvSpPr>
                <p:nvPr/>
              </p:nvSpPr>
              <p:spPr bwMode="auto">
                <a:xfrm rot="10800000">
                  <a:off x="3835835" y="2047029"/>
                  <a:ext cx="62707" cy="366126"/>
                </a:xfrm>
                <a:custGeom>
                  <a:avLst/>
                  <a:gdLst>
                    <a:gd name="T0" fmla="*/ 68 w 68"/>
                    <a:gd name="T1" fmla="*/ 396 h 396"/>
                    <a:gd name="T2" fmla="*/ 68 w 68"/>
                    <a:gd name="T3" fmla="*/ 0 h 396"/>
                  </a:gdLst>
                  <a:ahLst/>
                  <a:cxnLst>
                    <a:cxn ang="0">
                      <a:pos x="T0" y="T1"/>
                    </a:cxn>
                    <a:cxn ang="0">
                      <a:pos x="T2" y="T3"/>
                    </a:cxn>
                  </a:cxnLst>
                  <a:rect l="0" t="0" r="r" b="b"/>
                  <a:pathLst>
                    <a:path w="68" h="396">
                      <a:moveTo>
                        <a:pt x="68" y="396"/>
                      </a:moveTo>
                      <a:cubicBezTo>
                        <a:pt x="8" y="290"/>
                        <a:pt x="0" y="132"/>
                        <a:pt x="68"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45" name="Freeform 32"/>
                <p:cNvSpPr>
                  <a:spLocks/>
                </p:cNvSpPr>
                <p:nvPr/>
              </p:nvSpPr>
              <p:spPr bwMode="auto">
                <a:xfrm rot="10800000">
                  <a:off x="3822002" y="2047029"/>
                  <a:ext cx="41497" cy="366126"/>
                </a:xfrm>
                <a:custGeom>
                  <a:avLst/>
                  <a:gdLst>
                    <a:gd name="T0" fmla="*/ 45 w 45"/>
                    <a:gd name="T1" fmla="*/ 396 h 396"/>
                    <a:gd name="T2" fmla="*/ 45 w 45"/>
                    <a:gd name="T3" fmla="*/ 0 h 396"/>
                  </a:gdLst>
                  <a:ahLst/>
                  <a:cxnLst>
                    <a:cxn ang="0">
                      <a:pos x="T0" y="T1"/>
                    </a:cxn>
                    <a:cxn ang="0">
                      <a:pos x="T2" y="T3"/>
                    </a:cxn>
                  </a:cxnLst>
                  <a:rect l="0" t="0" r="r" b="b"/>
                  <a:pathLst>
                    <a:path w="45" h="396">
                      <a:moveTo>
                        <a:pt x="45" y="396"/>
                      </a:moveTo>
                      <a:cubicBezTo>
                        <a:pt x="0" y="290"/>
                        <a:pt x="0" y="132"/>
                        <a:pt x="4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46" name="Freeform 33"/>
                <p:cNvSpPr>
                  <a:spLocks/>
                </p:cNvSpPr>
                <p:nvPr/>
              </p:nvSpPr>
              <p:spPr bwMode="auto">
                <a:xfrm rot="10800000">
                  <a:off x="3642182" y="2022066"/>
                  <a:ext cx="179820" cy="49002"/>
                </a:xfrm>
                <a:custGeom>
                  <a:avLst/>
                  <a:gdLst>
                    <a:gd name="T0" fmla="*/ 0 w 195"/>
                    <a:gd name="T1" fmla="*/ 26 h 53"/>
                    <a:gd name="T2" fmla="*/ 195 w 195"/>
                    <a:gd name="T3" fmla="*/ 0 h 53"/>
                  </a:gdLst>
                  <a:ahLst/>
                  <a:cxnLst>
                    <a:cxn ang="0">
                      <a:pos x="T0" y="T1"/>
                    </a:cxn>
                    <a:cxn ang="0">
                      <a:pos x="T2" y="T3"/>
                    </a:cxn>
                  </a:cxnLst>
                  <a:rect l="0" t="0" r="r" b="b"/>
                  <a:pathLst>
                    <a:path w="195" h="53">
                      <a:moveTo>
                        <a:pt x="0" y="26"/>
                      </a:moveTo>
                      <a:cubicBezTo>
                        <a:pt x="15" y="53"/>
                        <a:pt x="135" y="0"/>
                        <a:pt x="19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47" name="Freeform 34"/>
                <p:cNvSpPr>
                  <a:spLocks/>
                </p:cNvSpPr>
                <p:nvPr/>
              </p:nvSpPr>
              <p:spPr bwMode="auto">
                <a:xfrm rot="10800000">
                  <a:off x="3642182" y="2389116"/>
                  <a:ext cx="179820" cy="49002"/>
                </a:xfrm>
                <a:custGeom>
                  <a:avLst/>
                  <a:gdLst>
                    <a:gd name="T0" fmla="*/ 0 w 195"/>
                    <a:gd name="T1" fmla="*/ 27 h 53"/>
                    <a:gd name="T2" fmla="*/ 195 w 195"/>
                    <a:gd name="T3" fmla="*/ 53 h 53"/>
                  </a:gdLst>
                  <a:ahLst/>
                  <a:cxnLst>
                    <a:cxn ang="0">
                      <a:pos x="T0" y="T1"/>
                    </a:cxn>
                    <a:cxn ang="0">
                      <a:pos x="T2" y="T3"/>
                    </a:cxn>
                  </a:cxnLst>
                  <a:rect l="0" t="0" r="r" b="b"/>
                  <a:pathLst>
                    <a:path w="195" h="53">
                      <a:moveTo>
                        <a:pt x="0" y="27"/>
                      </a:moveTo>
                      <a:cubicBezTo>
                        <a:pt x="15" y="0"/>
                        <a:pt x="135" y="53"/>
                        <a:pt x="195" y="5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48" name="Freeform 35"/>
                <p:cNvSpPr>
                  <a:spLocks/>
                </p:cNvSpPr>
                <p:nvPr/>
              </p:nvSpPr>
              <p:spPr bwMode="auto">
                <a:xfrm rot="10800000">
                  <a:off x="3642182" y="2071067"/>
                  <a:ext cx="27665" cy="318049"/>
                </a:xfrm>
                <a:custGeom>
                  <a:avLst/>
                  <a:gdLst>
                    <a:gd name="T0" fmla="*/ 30 w 30"/>
                    <a:gd name="T1" fmla="*/ 344 h 344"/>
                    <a:gd name="T2" fmla="*/ 30 w 30"/>
                    <a:gd name="T3" fmla="*/ 0 h 344"/>
                  </a:gdLst>
                  <a:ahLst/>
                  <a:cxnLst>
                    <a:cxn ang="0">
                      <a:pos x="T0" y="T1"/>
                    </a:cxn>
                    <a:cxn ang="0">
                      <a:pos x="T2" y="T3"/>
                    </a:cxn>
                  </a:cxnLst>
                  <a:rect l="0" t="0" r="r" b="b"/>
                  <a:pathLst>
                    <a:path w="30" h="344">
                      <a:moveTo>
                        <a:pt x="30" y="344"/>
                      </a:moveTo>
                      <a:cubicBezTo>
                        <a:pt x="30" y="291"/>
                        <a:pt x="0" y="185"/>
                        <a:pt x="3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49" name="Freeform 36"/>
                <p:cNvSpPr>
                  <a:spLocks/>
                </p:cNvSpPr>
                <p:nvPr/>
              </p:nvSpPr>
              <p:spPr bwMode="auto">
                <a:xfrm rot="10800000">
                  <a:off x="2965319" y="1973988"/>
                  <a:ext cx="884348" cy="73040"/>
                </a:xfrm>
                <a:custGeom>
                  <a:avLst/>
                  <a:gdLst>
                    <a:gd name="T0" fmla="*/ 0 w 959"/>
                    <a:gd name="T1" fmla="*/ 66 h 79"/>
                    <a:gd name="T2" fmla="*/ 959 w 959"/>
                    <a:gd name="T3" fmla="*/ 0 h 79"/>
                  </a:gdLst>
                  <a:ahLst/>
                  <a:cxnLst>
                    <a:cxn ang="0">
                      <a:pos x="T0" y="T1"/>
                    </a:cxn>
                    <a:cxn ang="0">
                      <a:pos x="T2" y="T3"/>
                    </a:cxn>
                  </a:cxnLst>
                  <a:rect l="0" t="0" r="r" b="b"/>
                  <a:pathLst>
                    <a:path w="959" h="79">
                      <a:moveTo>
                        <a:pt x="0" y="66"/>
                      </a:moveTo>
                      <a:cubicBezTo>
                        <a:pt x="225" y="66"/>
                        <a:pt x="839" y="79"/>
                        <a:pt x="959"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50" name="Freeform 37"/>
                <p:cNvSpPr>
                  <a:spLocks/>
                </p:cNvSpPr>
                <p:nvPr/>
              </p:nvSpPr>
              <p:spPr bwMode="auto">
                <a:xfrm rot="10800000">
                  <a:off x="2965319" y="2413154"/>
                  <a:ext cx="884348" cy="73040"/>
                </a:xfrm>
                <a:custGeom>
                  <a:avLst/>
                  <a:gdLst>
                    <a:gd name="T0" fmla="*/ 0 w 959"/>
                    <a:gd name="T1" fmla="*/ 13 h 79"/>
                    <a:gd name="T2" fmla="*/ 959 w 959"/>
                    <a:gd name="T3" fmla="*/ 79 h 79"/>
                  </a:gdLst>
                  <a:ahLst/>
                  <a:cxnLst>
                    <a:cxn ang="0">
                      <a:pos x="T0" y="T1"/>
                    </a:cxn>
                    <a:cxn ang="0">
                      <a:pos x="T2" y="T3"/>
                    </a:cxn>
                  </a:cxnLst>
                  <a:rect l="0" t="0" r="r" b="b"/>
                  <a:pathLst>
                    <a:path w="959" h="79">
                      <a:moveTo>
                        <a:pt x="0" y="13"/>
                      </a:moveTo>
                      <a:cubicBezTo>
                        <a:pt x="232" y="26"/>
                        <a:pt x="839" y="0"/>
                        <a:pt x="959" y="7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51" name="Freeform 38"/>
                <p:cNvSpPr>
                  <a:spLocks/>
                </p:cNvSpPr>
                <p:nvPr/>
              </p:nvSpPr>
              <p:spPr bwMode="auto">
                <a:xfrm rot="10800000">
                  <a:off x="3849667" y="2462156"/>
                  <a:ext cx="193653" cy="24039"/>
                </a:xfrm>
                <a:custGeom>
                  <a:avLst/>
                  <a:gdLst>
                    <a:gd name="T0" fmla="*/ 0 w 210"/>
                    <a:gd name="T1" fmla="*/ 26 h 26"/>
                    <a:gd name="T2" fmla="*/ 210 w 210"/>
                    <a:gd name="T3" fmla="*/ 13 h 26"/>
                  </a:gdLst>
                  <a:ahLst/>
                  <a:cxnLst>
                    <a:cxn ang="0">
                      <a:pos x="T0" y="T1"/>
                    </a:cxn>
                    <a:cxn ang="0">
                      <a:pos x="T2" y="T3"/>
                    </a:cxn>
                  </a:cxnLst>
                  <a:rect l="0" t="0" r="r" b="b"/>
                  <a:pathLst>
                    <a:path w="210" h="26">
                      <a:moveTo>
                        <a:pt x="0" y="26"/>
                      </a:moveTo>
                      <a:cubicBezTo>
                        <a:pt x="105" y="0"/>
                        <a:pt x="165" y="13"/>
                        <a:pt x="210" y="1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52" name="Freeform 39"/>
                <p:cNvSpPr>
                  <a:spLocks/>
                </p:cNvSpPr>
                <p:nvPr/>
              </p:nvSpPr>
              <p:spPr bwMode="auto">
                <a:xfrm rot="10800000">
                  <a:off x="2985607" y="2047029"/>
                  <a:ext cx="656575" cy="79512"/>
                </a:xfrm>
                <a:custGeom>
                  <a:avLst/>
                  <a:gdLst>
                    <a:gd name="T0" fmla="*/ 0 w 712"/>
                    <a:gd name="T1" fmla="*/ 60 h 86"/>
                    <a:gd name="T2" fmla="*/ 712 w 712"/>
                    <a:gd name="T3" fmla="*/ 47 h 86"/>
                  </a:gdLst>
                  <a:ahLst/>
                  <a:cxnLst>
                    <a:cxn ang="0">
                      <a:pos x="T0" y="T1"/>
                    </a:cxn>
                    <a:cxn ang="0">
                      <a:pos x="T2" y="T3"/>
                    </a:cxn>
                  </a:cxnLst>
                  <a:rect l="0" t="0" r="r" b="b"/>
                  <a:pathLst>
                    <a:path w="712" h="86">
                      <a:moveTo>
                        <a:pt x="0" y="60"/>
                      </a:moveTo>
                      <a:cubicBezTo>
                        <a:pt x="345" y="0"/>
                        <a:pt x="570" y="86"/>
                        <a:pt x="712" y="4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53" name="Freeform 40"/>
                <p:cNvSpPr>
                  <a:spLocks/>
                </p:cNvSpPr>
                <p:nvPr/>
              </p:nvSpPr>
              <p:spPr bwMode="auto">
                <a:xfrm rot="10800000">
                  <a:off x="2985607" y="2340114"/>
                  <a:ext cx="656575" cy="67493"/>
                </a:xfrm>
                <a:custGeom>
                  <a:avLst/>
                  <a:gdLst>
                    <a:gd name="T0" fmla="*/ 0 w 712"/>
                    <a:gd name="T1" fmla="*/ 20 h 73"/>
                    <a:gd name="T2" fmla="*/ 712 w 712"/>
                    <a:gd name="T3" fmla="*/ 33 h 73"/>
                  </a:gdLst>
                  <a:ahLst/>
                  <a:cxnLst>
                    <a:cxn ang="0">
                      <a:pos x="T0" y="T1"/>
                    </a:cxn>
                    <a:cxn ang="0">
                      <a:pos x="T2" y="T3"/>
                    </a:cxn>
                  </a:cxnLst>
                  <a:rect l="0" t="0" r="r" b="b"/>
                  <a:pathLst>
                    <a:path w="712" h="73">
                      <a:moveTo>
                        <a:pt x="0" y="20"/>
                      </a:moveTo>
                      <a:cubicBezTo>
                        <a:pt x="330" y="73"/>
                        <a:pt x="502" y="0"/>
                        <a:pt x="712" y="3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54" name="Freeform 41"/>
                <p:cNvSpPr>
                  <a:spLocks/>
                </p:cNvSpPr>
                <p:nvPr/>
              </p:nvSpPr>
              <p:spPr bwMode="auto">
                <a:xfrm rot="10800000">
                  <a:off x="3088888" y="1961045"/>
                  <a:ext cx="221317" cy="49002"/>
                </a:xfrm>
                <a:custGeom>
                  <a:avLst/>
                  <a:gdLst>
                    <a:gd name="T0" fmla="*/ 0 w 240"/>
                    <a:gd name="T1" fmla="*/ 26 h 53"/>
                    <a:gd name="T2" fmla="*/ 232 w 240"/>
                    <a:gd name="T3" fmla="*/ 0 h 53"/>
                  </a:gdLst>
                  <a:ahLst/>
                  <a:cxnLst>
                    <a:cxn ang="0">
                      <a:pos x="T0" y="T1"/>
                    </a:cxn>
                    <a:cxn ang="0">
                      <a:pos x="T2" y="T3"/>
                    </a:cxn>
                  </a:cxnLst>
                  <a:rect l="0" t="0" r="r" b="b"/>
                  <a:pathLst>
                    <a:path w="240" h="53">
                      <a:moveTo>
                        <a:pt x="0" y="26"/>
                      </a:moveTo>
                      <a:cubicBezTo>
                        <a:pt x="150" y="53"/>
                        <a:pt x="240" y="0"/>
                        <a:pt x="232"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55" name="Freeform 42"/>
                <p:cNvSpPr>
                  <a:spLocks/>
                </p:cNvSpPr>
                <p:nvPr/>
              </p:nvSpPr>
              <p:spPr bwMode="auto">
                <a:xfrm rot="10800000">
                  <a:off x="3102721" y="2450137"/>
                  <a:ext cx="214862" cy="36058"/>
                </a:xfrm>
                <a:custGeom>
                  <a:avLst/>
                  <a:gdLst>
                    <a:gd name="T0" fmla="*/ 0 w 233"/>
                    <a:gd name="T1" fmla="*/ 26 h 39"/>
                    <a:gd name="T2" fmla="*/ 233 w 233"/>
                    <a:gd name="T3" fmla="*/ 39 h 39"/>
                  </a:gdLst>
                  <a:ahLst/>
                  <a:cxnLst>
                    <a:cxn ang="0">
                      <a:pos x="T0" y="T1"/>
                    </a:cxn>
                    <a:cxn ang="0">
                      <a:pos x="T2" y="T3"/>
                    </a:cxn>
                  </a:cxnLst>
                  <a:rect l="0" t="0" r="r" b="b"/>
                  <a:pathLst>
                    <a:path w="233" h="39">
                      <a:moveTo>
                        <a:pt x="0" y="26"/>
                      </a:moveTo>
                      <a:cubicBezTo>
                        <a:pt x="83" y="0"/>
                        <a:pt x="203" y="13"/>
                        <a:pt x="233" y="3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56" name="Freeform 43"/>
                <p:cNvSpPr>
                  <a:spLocks/>
                </p:cNvSpPr>
                <p:nvPr/>
              </p:nvSpPr>
              <p:spPr bwMode="auto">
                <a:xfrm rot="10800000">
                  <a:off x="2888780" y="2047029"/>
                  <a:ext cx="76539" cy="366126"/>
                </a:xfrm>
                <a:custGeom>
                  <a:avLst/>
                  <a:gdLst>
                    <a:gd name="T0" fmla="*/ 0 w 83"/>
                    <a:gd name="T1" fmla="*/ 396 h 396"/>
                    <a:gd name="T2" fmla="*/ 0 w 83"/>
                    <a:gd name="T3" fmla="*/ 0 h 396"/>
                  </a:gdLst>
                  <a:ahLst/>
                  <a:cxnLst>
                    <a:cxn ang="0">
                      <a:pos x="T0" y="T1"/>
                    </a:cxn>
                    <a:cxn ang="0">
                      <a:pos x="T2" y="T3"/>
                    </a:cxn>
                  </a:cxnLst>
                  <a:rect l="0" t="0" r="r" b="b"/>
                  <a:pathLst>
                    <a:path w="83" h="396">
                      <a:moveTo>
                        <a:pt x="0" y="396"/>
                      </a:moveTo>
                      <a:cubicBezTo>
                        <a:pt x="83" y="317"/>
                        <a:pt x="60" y="26"/>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57" name="Freeform 44"/>
                <p:cNvSpPr>
                  <a:spLocks/>
                </p:cNvSpPr>
                <p:nvPr/>
              </p:nvSpPr>
              <p:spPr bwMode="auto">
                <a:xfrm rot="10800000">
                  <a:off x="3006816" y="1986008"/>
                  <a:ext cx="967342" cy="61021"/>
                </a:xfrm>
                <a:custGeom>
                  <a:avLst/>
                  <a:gdLst>
                    <a:gd name="T0" fmla="*/ 0 w 1049"/>
                    <a:gd name="T1" fmla="*/ 40 h 66"/>
                    <a:gd name="T2" fmla="*/ 1049 w 1049"/>
                    <a:gd name="T3" fmla="*/ 0 h 66"/>
                  </a:gdLst>
                  <a:ahLst/>
                  <a:cxnLst>
                    <a:cxn ang="0">
                      <a:pos x="T0" y="T1"/>
                    </a:cxn>
                    <a:cxn ang="0">
                      <a:pos x="T2" y="T3"/>
                    </a:cxn>
                  </a:cxnLst>
                  <a:rect l="0" t="0" r="r" b="b"/>
                  <a:pathLst>
                    <a:path w="1049" h="66">
                      <a:moveTo>
                        <a:pt x="0" y="40"/>
                      </a:moveTo>
                      <a:cubicBezTo>
                        <a:pt x="270" y="40"/>
                        <a:pt x="907" y="66"/>
                        <a:pt x="1049"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58" name="Freeform 45"/>
                <p:cNvSpPr>
                  <a:spLocks/>
                </p:cNvSpPr>
                <p:nvPr/>
              </p:nvSpPr>
              <p:spPr bwMode="auto">
                <a:xfrm rot="10800000">
                  <a:off x="3006816" y="2410773"/>
                  <a:ext cx="967342" cy="61021"/>
                </a:xfrm>
                <a:custGeom>
                  <a:avLst/>
                  <a:gdLst>
                    <a:gd name="T0" fmla="*/ 0 w 1049"/>
                    <a:gd name="T1" fmla="*/ 26 h 66"/>
                    <a:gd name="T2" fmla="*/ 1049 w 1049"/>
                    <a:gd name="T3" fmla="*/ 66 h 66"/>
                  </a:gdLst>
                  <a:ahLst/>
                  <a:cxnLst>
                    <a:cxn ang="0">
                      <a:pos x="T0" y="T1"/>
                    </a:cxn>
                    <a:cxn ang="0">
                      <a:pos x="T2" y="T3"/>
                    </a:cxn>
                  </a:cxnLst>
                  <a:rect l="0" t="0" r="r" b="b"/>
                  <a:pathLst>
                    <a:path w="1049" h="66">
                      <a:moveTo>
                        <a:pt x="0" y="26"/>
                      </a:moveTo>
                      <a:cubicBezTo>
                        <a:pt x="270" y="26"/>
                        <a:pt x="900" y="0"/>
                        <a:pt x="1049" y="6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59" name="Freeform 46"/>
                <p:cNvSpPr>
                  <a:spLocks/>
                </p:cNvSpPr>
                <p:nvPr/>
              </p:nvSpPr>
              <p:spPr bwMode="auto">
                <a:xfrm rot="10800000">
                  <a:off x="3062146" y="2071067"/>
                  <a:ext cx="26743" cy="318049"/>
                </a:xfrm>
                <a:custGeom>
                  <a:avLst/>
                  <a:gdLst>
                    <a:gd name="T0" fmla="*/ 0 w 29"/>
                    <a:gd name="T1" fmla="*/ 344 h 344"/>
                    <a:gd name="T2" fmla="*/ 0 w 29"/>
                    <a:gd name="T3" fmla="*/ 0 h 344"/>
                  </a:gdLst>
                  <a:ahLst/>
                  <a:cxnLst>
                    <a:cxn ang="0">
                      <a:pos x="T0" y="T1"/>
                    </a:cxn>
                    <a:cxn ang="0">
                      <a:pos x="T2" y="T3"/>
                    </a:cxn>
                  </a:cxnLst>
                  <a:rect l="0" t="0" r="r" b="b"/>
                  <a:pathLst>
                    <a:path w="29" h="344">
                      <a:moveTo>
                        <a:pt x="0" y="344"/>
                      </a:moveTo>
                      <a:cubicBezTo>
                        <a:pt x="29" y="264"/>
                        <a:pt x="29" y="8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60" name="Freeform 47"/>
                <p:cNvSpPr>
                  <a:spLocks/>
                </p:cNvSpPr>
                <p:nvPr/>
              </p:nvSpPr>
              <p:spPr bwMode="auto">
                <a:xfrm rot="10800000">
                  <a:off x="2957942" y="2083086"/>
                  <a:ext cx="27665" cy="294010"/>
                </a:xfrm>
                <a:custGeom>
                  <a:avLst/>
                  <a:gdLst>
                    <a:gd name="T0" fmla="*/ 0 w 30"/>
                    <a:gd name="T1" fmla="*/ 318 h 318"/>
                    <a:gd name="T2" fmla="*/ 0 w 30"/>
                    <a:gd name="T3" fmla="*/ 0 h 318"/>
                  </a:gdLst>
                  <a:ahLst/>
                  <a:cxnLst>
                    <a:cxn ang="0">
                      <a:pos x="T0" y="T1"/>
                    </a:cxn>
                    <a:cxn ang="0">
                      <a:pos x="T2" y="T3"/>
                    </a:cxn>
                  </a:cxnLst>
                  <a:rect l="0" t="0" r="r" b="b"/>
                  <a:pathLst>
                    <a:path w="30" h="318">
                      <a:moveTo>
                        <a:pt x="0" y="318"/>
                      </a:moveTo>
                      <a:cubicBezTo>
                        <a:pt x="30" y="225"/>
                        <a:pt x="22" y="67"/>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61" name="Freeform 48"/>
                <p:cNvSpPr>
                  <a:spLocks/>
                </p:cNvSpPr>
                <p:nvPr/>
              </p:nvSpPr>
              <p:spPr bwMode="auto">
                <a:xfrm rot="10800000">
                  <a:off x="2923822" y="2040557"/>
                  <a:ext cx="55329" cy="384617"/>
                </a:xfrm>
                <a:custGeom>
                  <a:avLst/>
                  <a:gdLst>
                    <a:gd name="T0" fmla="*/ 0 w 60"/>
                    <a:gd name="T1" fmla="*/ 416 h 416"/>
                    <a:gd name="T2" fmla="*/ 0 w 60"/>
                    <a:gd name="T3" fmla="*/ 0 h 416"/>
                  </a:gdLst>
                  <a:ahLst/>
                  <a:cxnLst>
                    <a:cxn ang="0">
                      <a:pos x="T0" y="T1"/>
                    </a:cxn>
                    <a:cxn ang="0">
                      <a:pos x="T2" y="T3"/>
                    </a:cxn>
                  </a:cxnLst>
                  <a:rect l="0" t="0" r="r" b="b"/>
                  <a:pathLst>
                    <a:path w="60" h="416">
                      <a:moveTo>
                        <a:pt x="0" y="416"/>
                      </a:moveTo>
                      <a:cubicBezTo>
                        <a:pt x="60" y="277"/>
                        <a:pt x="30" y="66"/>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62" name="Freeform 49"/>
                <p:cNvSpPr>
                  <a:spLocks/>
                </p:cNvSpPr>
                <p:nvPr/>
              </p:nvSpPr>
              <p:spPr bwMode="auto">
                <a:xfrm rot="10800000">
                  <a:off x="2985607" y="2022066"/>
                  <a:ext cx="35042" cy="61021"/>
                </a:xfrm>
                <a:custGeom>
                  <a:avLst/>
                  <a:gdLst>
                    <a:gd name="T0" fmla="*/ 0 w 38"/>
                    <a:gd name="T1" fmla="*/ 66 h 66"/>
                    <a:gd name="T2" fmla="*/ 38 w 38"/>
                    <a:gd name="T3" fmla="*/ 0 h 66"/>
                  </a:gdLst>
                  <a:ahLst/>
                  <a:cxnLst>
                    <a:cxn ang="0">
                      <a:pos x="T0" y="T1"/>
                    </a:cxn>
                    <a:cxn ang="0">
                      <a:pos x="T2" y="T3"/>
                    </a:cxn>
                  </a:cxnLst>
                  <a:rect l="0" t="0" r="r" b="b"/>
                  <a:pathLst>
                    <a:path w="38" h="66">
                      <a:moveTo>
                        <a:pt x="0" y="66"/>
                      </a:moveTo>
                      <a:cubicBezTo>
                        <a:pt x="0" y="66"/>
                        <a:pt x="38" y="26"/>
                        <a:pt x="38"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63" name="Freeform 50"/>
                <p:cNvSpPr>
                  <a:spLocks/>
                </p:cNvSpPr>
                <p:nvPr/>
              </p:nvSpPr>
              <p:spPr bwMode="auto">
                <a:xfrm rot="10800000">
                  <a:off x="2985607" y="2377097"/>
                  <a:ext cx="35042" cy="61021"/>
                </a:xfrm>
                <a:custGeom>
                  <a:avLst/>
                  <a:gdLst>
                    <a:gd name="T0" fmla="*/ 0 w 38"/>
                    <a:gd name="T1" fmla="*/ 0 h 66"/>
                    <a:gd name="T2" fmla="*/ 38 w 38"/>
                    <a:gd name="T3" fmla="*/ 66 h 66"/>
                  </a:gdLst>
                  <a:ahLst/>
                  <a:cxnLst>
                    <a:cxn ang="0">
                      <a:pos x="T0" y="T1"/>
                    </a:cxn>
                    <a:cxn ang="0">
                      <a:pos x="T2" y="T3"/>
                    </a:cxn>
                  </a:cxnLst>
                  <a:rect l="0" t="0" r="r" b="b"/>
                  <a:pathLst>
                    <a:path w="38" h="66">
                      <a:moveTo>
                        <a:pt x="0" y="0"/>
                      </a:moveTo>
                      <a:cubicBezTo>
                        <a:pt x="0" y="0"/>
                        <a:pt x="38" y="40"/>
                        <a:pt x="38" y="6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64" name="Freeform 51"/>
                <p:cNvSpPr>
                  <a:spLocks/>
                </p:cNvSpPr>
                <p:nvPr/>
              </p:nvSpPr>
              <p:spPr bwMode="auto">
                <a:xfrm rot="10800000">
                  <a:off x="2902613" y="2096030"/>
                  <a:ext cx="55329" cy="268122"/>
                </a:xfrm>
                <a:custGeom>
                  <a:avLst/>
                  <a:gdLst>
                    <a:gd name="T0" fmla="*/ 0 w 60"/>
                    <a:gd name="T1" fmla="*/ 290 h 290"/>
                    <a:gd name="T2" fmla="*/ 0 w 60"/>
                    <a:gd name="T3" fmla="*/ 0 h 290"/>
                  </a:gdLst>
                  <a:ahLst/>
                  <a:cxnLst>
                    <a:cxn ang="0">
                      <a:pos x="T0" y="T1"/>
                    </a:cxn>
                    <a:cxn ang="0">
                      <a:pos x="T2" y="T3"/>
                    </a:cxn>
                  </a:cxnLst>
                  <a:rect l="0" t="0" r="r" b="b"/>
                  <a:pathLst>
                    <a:path w="60" h="290">
                      <a:moveTo>
                        <a:pt x="0" y="290"/>
                      </a:moveTo>
                      <a:cubicBezTo>
                        <a:pt x="37" y="290"/>
                        <a:pt x="60" y="26"/>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65" name="Freeform 52"/>
                <p:cNvSpPr>
                  <a:spLocks/>
                </p:cNvSpPr>
                <p:nvPr/>
              </p:nvSpPr>
              <p:spPr bwMode="auto">
                <a:xfrm rot="10800000">
                  <a:off x="2957942" y="2071067"/>
                  <a:ext cx="130946" cy="24963"/>
                </a:xfrm>
                <a:custGeom>
                  <a:avLst/>
                  <a:gdLst>
                    <a:gd name="T0" fmla="*/ 0 w 142"/>
                    <a:gd name="T1" fmla="*/ 27 h 27"/>
                    <a:gd name="T2" fmla="*/ 142 w 142"/>
                    <a:gd name="T3" fmla="*/ 0 h 27"/>
                  </a:gdLst>
                  <a:ahLst/>
                  <a:cxnLst>
                    <a:cxn ang="0">
                      <a:pos x="T0" y="T1"/>
                    </a:cxn>
                    <a:cxn ang="0">
                      <a:pos x="T2" y="T3"/>
                    </a:cxn>
                  </a:cxnLst>
                  <a:rect l="0" t="0" r="r" b="b"/>
                  <a:pathLst>
                    <a:path w="142" h="27">
                      <a:moveTo>
                        <a:pt x="0" y="27"/>
                      </a:moveTo>
                      <a:cubicBezTo>
                        <a:pt x="0" y="27"/>
                        <a:pt x="142" y="27"/>
                        <a:pt x="142"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66" name="Freeform 53"/>
                <p:cNvSpPr>
                  <a:spLocks/>
                </p:cNvSpPr>
                <p:nvPr/>
              </p:nvSpPr>
              <p:spPr bwMode="auto">
                <a:xfrm rot="10800000">
                  <a:off x="2957942" y="2364153"/>
                  <a:ext cx="130946" cy="24963"/>
                </a:xfrm>
                <a:custGeom>
                  <a:avLst/>
                  <a:gdLst>
                    <a:gd name="T0" fmla="*/ 0 w 142"/>
                    <a:gd name="T1" fmla="*/ 0 h 27"/>
                    <a:gd name="T2" fmla="*/ 142 w 142"/>
                    <a:gd name="T3" fmla="*/ 27 h 27"/>
                  </a:gdLst>
                  <a:ahLst/>
                  <a:cxnLst>
                    <a:cxn ang="0">
                      <a:pos x="T0" y="T1"/>
                    </a:cxn>
                    <a:cxn ang="0">
                      <a:pos x="T2" y="T3"/>
                    </a:cxn>
                  </a:cxnLst>
                  <a:rect l="0" t="0" r="r" b="b"/>
                  <a:pathLst>
                    <a:path w="142" h="27">
                      <a:moveTo>
                        <a:pt x="0" y="0"/>
                      </a:moveTo>
                      <a:cubicBezTo>
                        <a:pt x="0" y="0"/>
                        <a:pt x="142" y="0"/>
                        <a:pt x="142" y="2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67" name="Freeform 57"/>
                <p:cNvSpPr>
                  <a:spLocks/>
                </p:cNvSpPr>
                <p:nvPr/>
              </p:nvSpPr>
              <p:spPr bwMode="auto">
                <a:xfrm rot="10800000">
                  <a:off x="2927443" y="2220453"/>
                  <a:ext cx="13832" cy="24039"/>
                </a:xfrm>
                <a:custGeom>
                  <a:avLst/>
                  <a:gdLst>
                    <a:gd name="T0" fmla="*/ 7 w 15"/>
                    <a:gd name="T1" fmla="*/ 26 h 26"/>
                    <a:gd name="T2" fmla="*/ 0 w 15"/>
                    <a:gd name="T3" fmla="*/ 13 h 26"/>
                    <a:gd name="T4" fmla="*/ 7 w 15"/>
                    <a:gd name="T5" fmla="*/ 0 h 26"/>
                    <a:gd name="T6" fmla="*/ 15 w 15"/>
                    <a:gd name="T7" fmla="*/ 13 h 26"/>
                    <a:gd name="T8" fmla="*/ 7 w 15"/>
                    <a:gd name="T9" fmla="*/ 26 h 26"/>
                  </a:gdLst>
                  <a:ahLst/>
                  <a:cxnLst>
                    <a:cxn ang="0">
                      <a:pos x="T0" y="T1"/>
                    </a:cxn>
                    <a:cxn ang="0">
                      <a:pos x="T2" y="T3"/>
                    </a:cxn>
                    <a:cxn ang="0">
                      <a:pos x="T4" y="T5"/>
                    </a:cxn>
                    <a:cxn ang="0">
                      <a:pos x="T6" y="T7"/>
                    </a:cxn>
                    <a:cxn ang="0">
                      <a:pos x="T8" y="T9"/>
                    </a:cxn>
                  </a:cxnLst>
                  <a:rect l="0" t="0" r="r" b="b"/>
                  <a:pathLst>
                    <a:path w="15" h="26">
                      <a:moveTo>
                        <a:pt x="7" y="26"/>
                      </a:moveTo>
                      <a:cubicBezTo>
                        <a:pt x="0" y="26"/>
                        <a:pt x="0" y="20"/>
                        <a:pt x="0" y="13"/>
                      </a:cubicBezTo>
                      <a:cubicBezTo>
                        <a:pt x="0" y="6"/>
                        <a:pt x="0" y="0"/>
                        <a:pt x="7" y="0"/>
                      </a:cubicBezTo>
                      <a:cubicBezTo>
                        <a:pt x="7" y="0"/>
                        <a:pt x="15" y="6"/>
                        <a:pt x="15" y="13"/>
                      </a:cubicBezTo>
                      <a:cubicBezTo>
                        <a:pt x="15" y="20"/>
                        <a:pt x="7" y="26"/>
                        <a:pt x="7" y="2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68" name="Freeform 58"/>
                <p:cNvSpPr>
                  <a:spLocks/>
                </p:cNvSpPr>
                <p:nvPr/>
              </p:nvSpPr>
              <p:spPr bwMode="auto">
                <a:xfrm rot="10800000">
                  <a:off x="3282541" y="2083086"/>
                  <a:ext cx="13832" cy="294010"/>
                </a:xfrm>
                <a:custGeom>
                  <a:avLst/>
                  <a:gdLst>
                    <a:gd name="T0" fmla="*/ 0 w 15"/>
                    <a:gd name="T1" fmla="*/ 318 h 318"/>
                    <a:gd name="T2" fmla="*/ 0 w 15"/>
                    <a:gd name="T3" fmla="*/ 0 h 318"/>
                  </a:gdLst>
                  <a:ahLst/>
                  <a:cxnLst>
                    <a:cxn ang="0">
                      <a:pos x="T0" y="T1"/>
                    </a:cxn>
                    <a:cxn ang="0">
                      <a:pos x="T2" y="T3"/>
                    </a:cxn>
                  </a:cxnLst>
                  <a:rect l="0" t="0" r="r" b="b"/>
                  <a:pathLst>
                    <a:path w="15" h="318">
                      <a:moveTo>
                        <a:pt x="0" y="318"/>
                      </a:moveTo>
                      <a:cubicBezTo>
                        <a:pt x="15" y="271"/>
                        <a:pt x="15" y="4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69" name="Freeform 59"/>
                <p:cNvSpPr>
                  <a:spLocks/>
                </p:cNvSpPr>
                <p:nvPr/>
              </p:nvSpPr>
              <p:spPr bwMode="auto">
                <a:xfrm rot="10800000">
                  <a:off x="3199547" y="1986008"/>
                  <a:ext cx="588335" cy="110023"/>
                </a:xfrm>
                <a:custGeom>
                  <a:avLst/>
                  <a:gdLst>
                    <a:gd name="T0" fmla="*/ 638 w 638"/>
                    <a:gd name="T1" fmla="*/ 80 h 119"/>
                    <a:gd name="T2" fmla="*/ 0 w 638"/>
                    <a:gd name="T3" fmla="*/ 119 h 119"/>
                  </a:gdLst>
                  <a:ahLst/>
                  <a:cxnLst>
                    <a:cxn ang="0">
                      <a:pos x="T0" y="T1"/>
                    </a:cxn>
                    <a:cxn ang="0">
                      <a:pos x="T2" y="T3"/>
                    </a:cxn>
                  </a:cxnLst>
                  <a:rect l="0" t="0" r="r" b="b"/>
                  <a:pathLst>
                    <a:path w="638" h="119">
                      <a:moveTo>
                        <a:pt x="638" y="80"/>
                      </a:moveTo>
                      <a:cubicBezTo>
                        <a:pt x="518" y="14"/>
                        <a:pt x="0" y="0"/>
                        <a:pt x="0" y="11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70" name="Freeform 60"/>
                <p:cNvSpPr>
                  <a:spLocks/>
                </p:cNvSpPr>
                <p:nvPr/>
              </p:nvSpPr>
              <p:spPr bwMode="auto">
                <a:xfrm rot="10800000">
                  <a:off x="3193092" y="2361772"/>
                  <a:ext cx="594791" cy="110023"/>
                </a:xfrm>
                <a:custGeom>
                  <a:avLst/>
                  <a:gdLst>
                    <a:gd name="T0" fmla="*/ 645 w 645"/>
                    <a:gd name="T1" fmla="*/ 39 h 119"/>
                    <a:gd name="T2" fmla="*/ 0 w 645"/>
                    <a:gd name="T3" fmla="*/ 0 h 119"/>
                  </a:gdLst>
                  <a:ahLst/>
                  <a:cxnLst>
                    <a:cxn ang="0">
                      <a:pos x="T0" y="T1"/>
                    </a:cxn>
                    <a:cxn ang="0">
                      <a:pos x="T2" y="T3"/>
                    </a:cxn>
                  </a:cxnLst>
                  <a:rect l="0" t="0" r="r" b="b"/>
                  <a:pathLst>
                    <a:path w="645" h="119">
                      <a:moveTo>
                        <a:pt x="645" y="39"/>
                      </a:moveTo>
                      <a:cubicBezTo>
                        <a:pt x="525" y="105"/>
                        <a:pt x="0" y="119"/>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71" name="Freeform 61"/>
                <p:cNvSpPr>
                  <a:spLocks/>
                </p:cNvSpPr>
                <p:nvPr/>
              </p:nvSpPr>
              <p:spPr bwMode="auto">
                <a:xfrm rot="10800000">
                  <a:off x="3199547" y="2010046"/>
                  <a:ext cx="580958" cy="12019"/>
                </a:xfrm>
                <a:custGeom>
                  <a:avLst/>
                  <a:gdLst>
                    <a:gd name="T0" fmla="*/ 630 w 630"/>
                    <a:gd name="T1" fmla="*/ 0 h 13"/>
                    <a:gd name="T2" fmla="*/ 0 w 630"/>
                    <a:gd name="T3" fmla="*/ 13 h 13"/>
                  </a:gdLst>
                  <a:ahLst/>
                  <a:cxnLst>
                    <a:cxn ang="0">
                      <a:pos x="T0" y="T1"/>
                    </a:cxn>
                    <a:cxn ang="0">
                      <a:pos x="T2" y="T3"/>
                    </a:cxn>
                  </a:cxnLst>
                  <a:rect l="0" t="0" r="r" b="b"/>
                  <a:pathLst>
                    <a:path w="630" h="13">
                      <a:moveTo>
                        <a:pt x="630" y="0"/>
                      </a:moveTo>
                      <a:cubicBezTo>
                        <a:pt x="510" y="13"/>
                        <a:pt x="270" y="13"/>
                        <a:pt x="0" y="1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72" name="Freeform 62"/>
                <p:cNvSpPr>
                  <a:spLocks/>
                </p:cNvSpPr>
                <p:nvPr/>
              </p:nvSpPr>
              <p:spPr bwMode="auto">
                <a:xfrm rot="10800000">
                  <a:off x="3193092" y="2438117"/>
                  <a:ext cx="580958" cy="12019"/>
                </a:xfrm>
                <a:custGeom>
                  <a:avLst/>
                  <a:gdLst>
                    <a:gd name="T0" fmla="*/ 630 w 630"/>
                    <a:gd name="T1" fmla="*/ 13 h 13"/>
                    <a:gd name="T2" fmla="*/ 0 w 630"/>
                    <a:gd name="T3" fmla="*/ 0 h 13"/>
                  </a:gdLst>
                  <a:ahLst/>
                  <a:cxnLst>
                    <a:cxn ang="0">
                      <a:pos x="T0" y="T1"/>
                    </a:cxn>
                    <a:cxn ang="0">
                      <a:pos x="T2" y="T3"/>
                    </a:cxn>
                  </a:cxnLst>
                  <a:rect l="0" t="0" r="r" b="b"/>
                  <a:pathLst>
                    <a:path w="630" h="13">
                      <a:moveTo>
                        <a:pt x="630" y="13"/>
                      </a:moveTo>
                      <a:cubicBezTo>
                        <a:pt x="510" y="0"/>
                        <a:pt x="270" y="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73" name="Freeform 63"/>
                <p:cNvSpPr>
                  <a:spLocks/>
                </p:cNvSpPr>
                <p:nvPr/>
              </p:nvSpPr>
              <p:spPr bwMode="auto">
                <a:xfrm rot="10800000">
                  <a:off x="3227212" y="2022066"/>
                  <a:ext cx="525629" cy="61021"/>
                </a:xfrm>
                <a:custGeom>
                  <a:avLst/>
                  <a:gdLst>
                    <a:gd name="T0" fmla="*/ 570 w 570"/>
                    <a:gd name="T1" fmla="*/ 66 h 66"/>
                    <a:gd name="T2" fmla="*/ 0 w 570"/>
                    <a:gd name="T3" fmla="*/ 66 h 66"/>
                  </a:gdLst>
                  <a:ahLst/>
                  <a:cxnLst>
                    <a:cxn ang="0">
                      <a:pos x="T0" y="T1"/>
                    </a:cxn>
                    <a:cxn ang="0">
                      <a:pos x="T2" y="T3"/>
                    </a:cxn>
                  </a:cxnLst>
                  <a:rect l="0" t="0" r="r" b="b"/>
                  <a:pathLst>
                    <a:path w="570" h="66">
                      <a:moveTo>
                        <a:pt x="570" y="66"/>
                      </a:moveTo>
                      <a:cubicBezTo>
                        <a:pt x="420" y="0"/>
                        <a:pt x="37" y="26"/>
                        <a:pt x="0" y="6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74" name="Freeform 64"/>
                <p:cNvSpPr>
                  <a:spLocks/>
                </p:cNvSpPr>
                <p:nvPr/>
              </p:nvSpPr>
              <p:spPr bwMode="auto">
                <a:xfrm rot="10800000">
                  <a:off x="3227212" y="2022066"/>
                  <a:ext cx="525629" cy="0"/>
                </a:xfrm>
                <a:custGeom>
                  <a:avLst/>
                  <a:gdLst>
                    <a:gd name="T0" fmla="*/ 570 w 570"/>
                    <a:gd name="T1" fmla="*/ 0 w 570"/>
                  </a:gdLst>
                  <a:ahLst/>
                  <a:cxnLst>
                    <a:cxn ang="0">
                      <a:pos x="T0" y="0"/>
                    </a:cxn>
                    <a:cxn ang="0">
                      <a:pos x="T1" y="0"/>
                    </a:cxn>
                  </a:cxnLst>
                  <a:rect l="0" t="0" r="r" b="b"/>
                  <a:pathLst>
                    <a:path w="570">
                      <a:moveTo>
                        <a:pt x="570" y="0"/>
                      </a:moveTo>
                      <a:cubicBezTo>
                        <a:pt x="360" y="0"/>
                        <a:pt x="90" y="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75" name="Freeform 65"/>
                <p:cNvSpPr>
                  <a:spLocks/>
                </p:cNvSpPr>
                <p:nvPr/>
              </p:nvSpPr>
              <p:spPr bwMode="auto">
                <a:xfrm rot="10800000">
                  <a:off x="3517691" y="2010046"/>
                  <a:ext cx="21210" cy="49002"/>
                </a:xfrm>
                <a:custGeom>
                  <a:avLst/>
                  <a:gdLst>
                    <a:gd name="T0" fmla="*/ 23 w 23"/>
                    <a:gd name="T1" fmla="*/ 0 h 53"/>
                    <a:gd name="T2" fmla="*/ 0 w 23"/>
                    <a:gd name="T3" fmla="*/ 53 h 53"/>
                  </a:gdLst>
                  <a:ahLst/>
                  <a:cxnLst>
                    <a:cxn ang="0">
                      <a:pos x="T0" y="T1"/>
                    </a:cxn>
                    <a:cxn ang="0">
                      <a:pos x="T2" y="T3"/>
                    </a:cxn>
                  </a:cxnLst>
                  <a:rect l="0" t="0" r="r" b="b"/>
                  <a:pathLst>
                    <a:path w="23" h="53">
                      <a:moveTo>
                        <a:pt x="23" y="0"/>
                      </a:moveTo>
                      <a:cubicBezTo>
                        <a:pt x="15" y="13"/>
                        <a:pt x="0" y="40"/>
                        <a:pt x="0" y="5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76" name="Freeform 66"/>
                <p:cNvSpPr>
                  <a:spLocks/>
                </p:cNvSpPr>
                <p:nvPr/>
              </p:nvSpPr>
              <p:spPr bwMode="auto">
                <a:xfrm rot="10800000">
                  <a:off x="3483571" y="2010046"/>
                  <a:ext cx="13832" cy="49002"/>
                </a:xfrm>
                <a:custGeom>
                  <a:avLst/>
                  <a:gdLst>
                    <a:gd name="T0" fmla="*/ 15 w 15"/>
                    <a:gd name="T1" fmla="*/ 0 h 53"/>
                    <a:gd name="T2" fmla="*/ 0 w 15"/>
                    <a:gd name="T3" fmla="*/ 53 h 53"/>
                  </a:gdLst>
                  <a:ahLst/>
                  <a:cxnLst>
                    <a:cxn ang="0">
                      <a:pos x="T0" y="T1"/>
                    </a:cxn>
                    <a:cxn ang="0">
                      <a:pos x="T2" y="T3"/>
                    </a:cxn>
                  </a:cxnLst>
                  <a:rect l="0" t="0" r="r" b="b"/>
                  <a:pathLst>
                    <a:path w="15" h="53">
                      <a:moveTo>
                        <a:pt x="15" y="0"/>
                      </a:moveTo>
                      <a:cubicBezTo>
                        <a:pt x="15" y="13"/>
                        <a:pt x="8" y="40"/>
                        <a:pt x="0" y="5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77" name="Freeform 67"/>
                <p:cNvSpPr>
                  <a:spLocks/>
                </p:cNvSpPr>
                <p:nvPr/>
              </p:nvSpPr>
              <p:spPr bwMode="auto">
                <a:xfrm rot="10800000">
                  <a:off x="3503858" y="1986008"/>
                  <a:ext cx="27665" cy="73040"/>
                </a:xfrm>
                <a:custGeom>
                  <a:avLst/>
                  <a:gdLst>
                    <a:gd name="T0" fmla="*/ 30 w 30"/>
                    <a:gd name="T1" fmla="*/ 0 h 79"/>
                    <a:gd name="T2" fmla="*/ 0 w 30"/>
                    <a:gd name="T3" fmla="*/ 79 h 79"/>
                  </a:gdLst>
                  <a:ahLst/>
                  <a:cxnLst>
                    <a:cxn ang="0">
                      <a:pos x="T0" y="T1"/>
                    </a:cxn>
                    <a:cxn ang="0">
                      <a:pos x="T2" y="T3"/>
                    </a:cxn>
                  </a:cxnLst>
                  <a:rect l="0" t="0" r="r" b="b"/>
                  <a:pathLst>
                    <a:path w="30" h="79">
                      <a:moveTo>
                        <a:pt x="30" y="0"/>
                      </a:moveTo>
                      <a:cubicBezTo>
                        <a:pt x="22" y="26"/>
                        <a:pt x="7" y="66"/>
                        <a:pt x="0" y="7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78" name="Freeform 92"/>
                <p:cNvSpPr>
                  <a:spLocks/>
                </p:cNvSpPr>
                <p:nvPr/>
              </p:nvSpPr>
              <p:spPr bwMode="auto">
                <a:xfrm rot="10800000">
                  <a:off x="3234589" y="2374716"/>
                  <a:ext cx="525629" cy="61021"/>
                </a:xfrm>
                <a:custGeom>
                  <a:avLst/>
                  <a:gdLst>
                    <a:gd name="T0" fmla="*/ 570 w 570"/>
                    <a:gd name="T1" fmla="*/ 0 h 66"/>
                    <a:gd name="T2" fmla="*/ 0 w 570"/>
                    <a:gd name="T3" fmla="*/ 0 h 66"/>
                  </a:gdLst>
                  <a:ahLst/>
                  <a:cxnLst>
                    <a:cxn ang="0">
                      <a:pos x="T0" y="T1"/>
                    </a:cxn>
                    <a:cxn ang="0">
                      <a:pos x="T2" y="T3"/>
                    </a:cxn>
                  </a:cxnLst>
                  <a:rect l="0" t="0" r="r" b="b"/>
                  <a:pathLst>
                    <a:path w="570" h="66">
                      <a:moveTo>
                        <a:pt x="570" y="0"/>
                      </a:moveTo>
                      <a:cubicBezTo>
                        <a:pt x="420" y="66"/>
                        <a:pt x="38" y="3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79" name="Freeform 93"/>
                <p:cNvSpPr>
                  <a:spLocks/>
                </p:cNvSpPr>
                <p:nvPr/>
              </p:nvSpPr>
              <p:spPr bwMode="auto">
                <a:xfrm rot="10800000">
                  <a:off x="3234589" y="2438117"/>
                  <a:ext cx="525629" cy="0"/>
                </a:xfrm>
                <a:custGeom>
                  <a:avLst/>
                  <a:gdLst>
                    <a:gd name="T0" fmla="*/ 570 w 570"/>
                    <a:gd name="T1" fmla="*/ 0 w 570"/>
                  </a:gdLst>
                  <a:ahLst/>
                  <a:cxnLst>
                    <a:cxn ang="0">
                      <a:pos x="T0" y="0"/>
                    </a:cxn>
                    <a:cxn ang="0">
                      <a:pos x="T1" y="0"/>
                    </a:cxn>
                  </a:cxnLst>
                  <a:rect l="0" t="0" r="r" b="b"/>
                  <a:pathLst>
                    <a:path w="570">
                      <a:moveTo>
                        <a:pt x="570" y="0"/>
                      </a:moveTo>
                      <a:cubicBezTo>
                        <a:pt x="360" y="0"/>
                        <a:pt x="90" y="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80" name="Freeform 94"/>
                <p:cNvSpPr>
                  <a:spLocks/>
                </p:cNvSpPr>
                <p:nvPr/>
              </p:nvSpPr>
              <p:spPr bwMode="auto">
                <a:xfrm rot="10800000">
                  <a:off x="3525068" y="2401135"/>
                  <a:ext cx="20287" cy="49002"/>
                </a:xfrm>
                <a:custGeom>
                  <a:avLst/>
                  <a:gdLst>
                    <a:gd name="T0" fmla="*/ 22 w 22"/>
                    <a:gd name="T1" fmla="*/ 53 h 53"/>
                    <a:gd name="T2" fmla="*/ 0 w 22"/>
                    <a:gd name="T3" fmla="*/ 0 h 53"/>
                  </a:gdLst>
                  <a:ahLst/>
                  <a:cxnLst>
                    <a:cxn ang="0">
                      <a:pos x="T0" y="T1"/>
                    </a:cxn>
                    <a:cxn ang="0">
                      <a:pos x="T2" y="T3"/>
                    </a:cxn>
                  </a:cxnLst>
                  <a:rect l="0" t="0" r="r" b="b"/>
                  <a:pathLst>
                    <a:path w="22" h="53">
                      <a:moveTo>
                        <a:pt x="22" y="53"/>
                      </a:moveTo>
                      <a:cubicBezTo>
                        <a:pt x="15" y="33"/>
                        <a:pt x="0" y="1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81" name="Freeform 95"/>
                <p:cNvSpPr>
                  <a:spLocks/>
                </p:cNvSpPr>
                <p:nvPr/>
              </p:nvSpPr>
              <p:spPr bwMode="auto">
                <a:xfrm rot="10800000">
                  <a:off x="3490026" y="2401135"/>
                  <a:ext cx="13832" cy="49002"/>
                </a:xfrm>
                <a:custGeom>
                  <a:avLst/>
                  <a:gdLst>
                    <a:gd name="T0" fmla="*/ 15 w 15"/>
                    <a:gd name="T1" fmla="*/ 53 h 53"/>
                    <a:gd name="T2" fmla="*/ 0 w 15"/>
                    <a:gd name="T3" fmla="*/ 0 h 53"/>
                  </a:gdLst>
                  <a:ahLst/>
                  <a:cxnLst>
                    <a:cxn ang="0">
                      <a:pos x="T0" y="T1"/>
                    </a:cxn>
                    <a:cxn ang="0">
                      <a:pos x="T2" y="T3"/>
                    </a:cxn>
                  </a:cxnLst>
                  <a:rect l="0" t="0" r="r" b="b"/>
                  <a:pathLst>
                    <a:path w="15" h="53">
                      <a:moveTo>
                        <a:pt x="15" y="53"/>
                      </a:moveTo>
                      <a:cubicBezTo>
                        <a:pt x="15" y="33"/>
                        <a:pt x="7" y="1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82" name="Freeform 96"/>
                <p:cNvSpPr>
                  <a:spLocks/>
                </p:cNvSpPr>
                <p:nvPr/>
              </p:nvSpPr>
              <p:spPr bwMode="auto">
                <a:xfrm rot="10800000">
                  <a:off x="3508855" y="2401504"/>
                  <a:ext cx="27665" cy="72000"/>
                </a:xfrm>
                <a:custGeom>
                  <a:avLst/>
                  <a:gdLst>
                    <a:gd name="T0" fmla="*/ 30 w 30"/>
                    <a:gd name="T1" fmla="*/ 86 h 86"/>
                    <a:gd name="T2" fmla="*/ 0 w 30"/>
                    <a:gd name="T3" fmla="*/ 0 h 86"/>
                  </a:gdLst>
                  <a:ahLst/>
                  <a:cxnLst>
                    <a:cxn ang="0">
                      <a:pos x="T0" y="T1"/>
                    </a:cxn>
                    <a:cxn ang="0">
                      <a:pos x="T2" y="T3"/>
                    </a:cxn>
                  </a:cxnLst>
                  <a:rect l="0" t="0" r="r" b="b"/>
                  <a:pathLst>
                    <a:path w="30" h="86">
                      <a:moveTo>
                        <a:pt x="30" y="86"/>
                      </a:moveTo>
                      <a:cubicBezTo>
                        <a:pt x="23" y="60"/>
                        <a:pt x="8" y="1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83" name="Freeform 121"/>
                <p:cNvSpPr>
                  <a:spLocks/>
                </p:cNvSpPr>
                <p:nvPr/>
              </p:nvSpPr>
              <p:spPr bwMode="auto">
                <a:xfrm rot="10800000">
                  <a:off x="3586852" y="2035009"/>
                  <a:ext cx="193653" cy="36058"/>
                </a:xfrm>
                <a:custGeom>
                  <a:avLst/>
                  <a:gdLst>
                    <a:gd name="T0" fmla="*/ 0 w 210"/>
                    <a:gd name="T1" fmla="*/ 39 h 39"/>
                    <a:gd name="T2" fmla="*/ 210 w 210"/>
                    <a:gd name="T3" fmla="*/ 0 h 39"/>
                  </a:gdLst>
                  <a:ahLst/>
                  <a:cxnLst>
                    <a:cxn ang="0">
                      <a:pos x="T0" y="T1"/>
                    </a:cxn>
                    <a:cxn ang="0">
                      <a:pos x="T2" y="T3"/>
                    </a:cxn>
                  </a:cxnLst>
                  <a:rect l="0" t="0" r="r" b="b"/>
                  <a:pathLst>
                    <a:path w="210" h="39">
                      <a:moveTo>
                        <a:pt x="0" y="39"/>
                      </a:moveTo>
                      <a:cubicBezTo>
                        <a:pt x="60" y="26"/>
                        <a:pt x="150" y="0"/>
                        <a:pt x="21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84" name="Freeform 122"/>
                <p:cNvSpPr>
                  <a:spLocks/>
                </p:cNvSpPr>
                <p:nvPr/>
              </p:nvSpPr>
              <p:spPr bwMode="auto">
                <a:xfrm rot="10800000">
                  <a:off x="3586852" y="2389116"/>
                  <a:ext cx="193653" cy="36058"/>
                </a:xfrm>
                <a:custGeom>
                  <a:avLst/>
                  <a:gdLst>
                    <a:gd name="T0" fmla="*/ 0 w 210"/>
                    <a:gd name="T1" fmla="*/ 0 h 39"/>
                    <a:gd name="T2" fmla="*/ 210 w 210"/>
                    <a:gd name="T3" fmla="*/ 39 h 39"/>
                  </a:gdLst>
                  <a:ahLst/>
                  <a:cxnLst>
                    <a:cxn ang="0">
                      <a:pos x="T0" y="T1"/>
                    </a:cxn>
                    <a:cxn ang="0">
                      <a:pos x="T2" y="T3"/>
                    </a:cxn>
                  </a:cxnLst>
                  <a:rect l="0" t="0" r="r" b="b"/>
                  <a:pathLst>
                    <a:path w="210" h="39">
                      <a:moveTo>
                        <a:pt x="0" y="0"/>
                      </a:moveTo>
                      <a:cubicBezTo>
                        <a:pt x="60" y="13"/>
                        <a:pt x="150" y="39"/>
                        <a:pt x="210" y="3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85" name="Freeform 123"/>
                <p:cNvSpPr>
                  <a:spLocks/>
                </p:cNvSpPr>
                <p:nvPr/>
              </p:nvSpPr>
              <p:spPr bwMode="auto">
                <a:xfrm rot="10800000">
                  <a:off x="3711343" y="1949025"/>
                  <a:ext cx="41497" cy="55474"/>
                </a:xfrm>
                <a:custGeom>
                  <a:avLst/>
                  <a:gdLst>
                    <a:gd name="T0" fmla="*/ 45 w 45"/>
                    <a:gd name="T1" fmla="*/ 53 h 60"/>
                    <a:gd name="T2" fmla="*/ 0 w 45"/>
                    <a:gd name="T3" fmla="*/ 0 h 60"/>
                  </a:gdLst>
                  <a:ahLst/>
                  <a:cxnLst>
                    <a:cxn ang="0">
                      <a:pos x="T0" y="T1"/>
                    </a:cxn>
                    <a:cxn ang="0">
                      <a:pos x="T2" y="T3"/>
                    </a:cxn>
                  </a:cxnLst>
                  <a:rect l="0" t="0" r="r" b="b"/>
                  <a:pathLst>
                    <a:path w="45" h="60">
                      <a:moveTo>
                        <a:pt x="45" y="53"/>
                      </a:moveTo>
                      <a:cubicBezTo>
                        <a:pt x="30" y="60"/>
                        <a:pt x="7" y="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86" name="Freeform 124"/>
                <p:cNvSpPr>
                  <a:spLocks/>
                </p:cNvSpPr>
                <p:nvPr/>
              </p:nvSpPr>
              <p:spPr bwMode="auto">
                <a:xfrm rot="10800000">
                  <a:off x="3711343" y="1955497"/>
                  <a:ext cx="41497" cy="73040"/>
                </a:xfrm>
                <a:custGeom>
                  <a:avLst/>
                  <a:gdLst>
                    <a:gd name="T0" fmla="*/ 0 w 45"/>
                    <a:gd name="T1" fmla="*/ 26 h 79"/>
                    <a:gd name="T2" fmla="*/ 45 w 45"/>
                    <a:gd name="T3" fmla="*/ 79 h 79"/>
                  </a:gdLst>
                  <a:ahLst/>
                  <a:cxnLst>
                    <a:cxn ang="0">
                      <a:pos x="T0" y="T1"/>
                    </a:cxn>
                    <a:cxn ang="0">
                      <a:pos x="T2" y="T3"/>
                    </a:cxn>
                  </a:cxnLst>
                  <a:rect l="0" t="0" r="r" b="b"/>
                  <a:pathLst>
                    <a:path w="45" h="79">
                      <a:moveTo>
                        <a:pt x="0" y="26"/>
                      </a:moveTo>
                      <a:cubicBezTo>
                        <a:pt x="30" y="0"/>
                        <a:pt x="45" y="73"/>
                        <a:pt x="45" y="7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87" name="Freeform 125"/>
                <p:cNvSpPr>
                  <a:spLocks/>
                </p:cNvSpPr>
                <p:nvPr/>
              </p:nvSpPr>
              <p:spPr bwMode="auto">
                <a:xfrm rot="10800000">
                  <a:off x="3697511" y="1955497"/>
                  <a:ext cx="41497" cy="73040"/>
                </a:xfrm>
                <a:custGeom>
                  <a:avLst/>
                  <a:gdLst>
                    <a:gd name="T0" fmla="*/ 0 w 45"/>
                    <a:gd name="T1" fmla="*/ 13 h 79"/>
                    <a:gd name="T2" fmla="*/ 30 w 45"/>
                    <a:gd name="T3" fmla="*/ 79 h 79"/>
                  </a:gdLst>
                  <a:ahLst/>
                  <a:cxnLst>
                    <a:cxn ang="0">
                      <a:pos x="T0" y="T1"/>
                    </a:cxn>
                    <a:cxn ang="0">
                      <a:pos x="T2" y="T3"/>
                    </a:cxn>
                  </a:cxnLst>
                  <a:rect l="0" t="0" r="r" b="b"/>
                  <a:pathLst>
                    <a:path w="45" h="79">
                      <a:moveTo>
                        <a:pt x="0" y="13"/>
                      </a:moveTo>
                      <a:cubicBezTo>
                        <a:pt x="15" y="0"/>
                        <a:pt x="45" y="79"/>
                        <a:pt x="30" y="7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88" name="Freeform 126"/>
                <p:cNvSpPr>
                  <a:spLocks/>
                </p:cNvSpPr>
                <p:nvPr/>
              </p:nvSpPr>
              <p:spPr bwMode="auto">
                <a:xfrm rot="10800000">
                  <a:off x="3711343" y="2450137"/>
                  <a:ext cx="41497" cy="61021"/>
                </a:xfrm>
                <a:custGeom>
                  <a:avLst/>
                  <a:gdLst>
                    <a:gd name="T0" fmla="*/ 45 w 45"/>
                    <a:gd name="T1" fmla="*/ 13 h 66"/>
                    <a:gd name="T2" fmla="*/ 0 w 45"/>
                    <a:gd name="T3" fmla="*/ 66 h 66"/>
                  </a:gdLst>
                  <a:ahLst/>
                  <a:cxnLst>
                    <a:cxn ang="0">
                      <a:pos x="T0" y="T1"/>
                    </a:cxn>
                    <a:cxn ang="0">
                      <a:pos x="T2" y="T3"/>
                    </a:cxn>
                  </a:cxnLst>
                  <a:rect l="0" t="0" r="r" b="b"/>
                  <a:pathLst>
                    <a:path w="45" h="66">
                      <a:moveTo>
                        <a:pt x="45" y="13"/>
                      </a:moveTo>
                      <a:cubicBezTo>
                        <a:pt x="30" y="0"/>
                        <a:pt x="7" y="66"/>
                        <a:pt x="0" y="6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89" name="Freeform 127"/>
                <p:cNvSpPr>
                  <a:spLocks/>
                </p:cNvSpPr>
                <p:nvPr/>
              </p:nvSpPr>
              <p:spPr bwMode="auto">
                <a:xfrm rot="10800000">
                  <a:off x="3711343" y="2425174"/>
                  <a:ext cx="41497" cy="73965"/>
                </a:xfrm>
                <a:custGeom>
                  <a:avLst/>
                  <a:gdLst>
                    <a:gd name="T0" fmla="*/ 0 w 45"/>
                    <a:gd name="T1" fmla="*/ 53 h 80"/>
                    <a:gd name="T2" fmla="*/ 45 w 45"/>
                    <a:gd name="T3" fmla="*/ 0 h 80"/>
                  </a:gdLst>
                  <a:ahLst/>
                  <a:cxnLst>
                    <a:cxn ang="0">
                      <a:pos x="T0" y="T1"/>
                    </a:cxn>
                    <a:cxn ang="0">
                      <a:pos x="T2" y="T3"/>
                    </a:cxn>
                  </a:cxnLst>
                  <a:rect l="0" t="0" r="r" b="b"/>
                  <a:pathLst>
                    <a:path w="45" h="80">
                      <a:moveTo>
                        <a:pt x="0" y="53"/>
                      </a:moveTo>
                      <a:cubicBezTo>
                        <a:pt x="30" y="80"/>
                        <a:pt x="45" y="0"/>
                        <a:pt x="4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90" name="Freeform 128"/>
                <p:cNvSpPr>
                  <a:spLocks/>
                </p:cNvSpPr>
                <p:nvPr/>
              </p:nvSpPr>
              <p:spPr bwMode="auto">
                <a:xfrm rot="10800000">
                  <a:off x="3697511" y="2425174"/>
                  <a:ext cx="41497" cy="73965"/>
                </a:xfrm>
                <a:custGeom>
                  <a:avLst/>
                  <a:gdLst>
                    <a:gd name="T0" fmla="*/ 0 w 45"/>
                    <a:gd name="T1" fmla="*/ 60 h 80"/>
                    <a:gd name="T2" fmla="*/ 30 w 45"/>
                    <a:gd name="T3" fmla="*/ 0 h 80"/>
                  </a:gdLst>
                  <a:ahLst/>
                  <a:cxnLst>
                    <a:cxn ang="0">
                      <a:pos x="T0" y="T1"/>
                    </a:cxn>
                    <a:cxn ang="0">
                      <a:pos x="T2" y="T3"/>
                    </a:cxn>
                  </a:cxnLst>
                  <a:rect l="0" t="0" r="r" b="b"/>
                  <a:pathLst>
                    <a:path w="45" h="80">
                      <a:moveTo>
                        <a:pt x="0" y="60"/>
                      </a:moveTo>
                      <a:cubicBezTo>
                        <a:pt x="15" y="80"/>
                        <a:pt x="45" y="0"/>
                        <a:pt x="3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91" name="Rectangle 69"/>
                <p:cNvSpPr>
                  <a:spLocks noChangeArrowheads="1"/>
                </p:cNvSpPr>
                <p:nvPr/>
              </p:nvSpPr>
              <p:spPr bwMode="auto">
                <a:xfrm rot="10800000">
                  <a:off x="3535015" y="2458808"/>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92" name="Rectangle 69"/>
                <p:cNvSpPr>
                  <a:spLocks noChangeArrowheads="1"/>
                </p:cNvSpPr>
                <p:nvPr/>
              </p:nvSpPr>
              <p:spPr bwMode="auto">
                <a:xfrm rot="10800000">
                  <a:off x="3562940" y="2458808"/>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93" name="Rectangle 69"/>
                <p:cNvSpPr>
                  <a:spLocks noChangeArrowheads="1"/>
                </p:cNvSpPr>
                <p:nvPr/>
              </p:nvSpPr>
              <p:spPr bwMode="auto">
                <a:xfrm rot="10800000">
                  <a:off x="3535031" y="1987386"/>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94" name="Rectangle 69"/>
                <p:cNvSpPr>
                  <a:spLocks noChangeArrowheads="1"/>
                </p:cNvSpPr>
                <p:nvPr/>
              </p:nvSpPr>
              <p:spPr bwMode="auto">
                <a:xfrm rot="10800000">
                  <a:off x="3562956" y="1987386"/>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95" name="Rectangle 69"/>
                <p:cNvSpPr>
                  <a:spLocks noChangeArrowheads="1"/>
                </p:cNvSpPr>
                <p:nvPr/>
              </p:nvSpPr>
              <p:spPr bwMode="auto">
                <a:xfrm rot="10800000">
                  <a:off x="3282645" y="2454062"/>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96" name="Rectangle 69"/>
                <p:cNvSpPr>
                  <a:spLocks noChangeArrowheads="1"/>
                </p:cNvSpPr>
                <p:nvPr/>
              </p:nvSpPr>
              <p:spPr bwMode="auto">
                <a:xfrm rot="10800000">
                  <a:off x="3310570" y="2454062"/>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97" name="Rectangle 69"/>
                <p:cNvSpPr>
                  <a:spLocks noChangeArrowheads="1"/>
                </p:cNvSpPr>
                <p:nvPr/>
              </p:nvSpPr>
              <p:spPr bwMode="auto">
                <a:xfrm rot="10800000">
                  <a:off x="3282661" y="1992164"/>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98" name="Rectangle 69"/>
                <p:cNvSpPr>
                  <a:spLocks noChangeArrowheads="1"/>
                </p:cNvSpPr>
                <p:nvPr/>
              </p:nvSpPr>
              <p:spPr bwMode="auto">
                <a:xfrm rot="10800000">
                  <a:off x="3310586" y="1992164"/>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grpSp>
          <p:grpSp>
            <p:nvGrpSpPr>
              <p:cNvPr id="235" name="组合 234"/>
              <p:cNvGrpSpPr/>
              <p:nvPr/>
            </p:nvGrpSpPr>
            <p:grpSpPr>
              <a:xfrm rot="10800000">
                <a:off x="2754518" y="1670685"/>
                <a:ext cx="1128701" cy="470201"/>
                <a:chOff x="142014" y="3553987"/>
                <a:chExt cx="1320528" cy="562133"/>
              </a:xfrm>
            </p:grpSpPr>
            <p:sp>
              <p:nvSpPr>
                <p:cNvPr id="555" name="Freeform 5"/>
                <p:cNvSpPr>
                  <a:spLocks/>
                </p:cNvSpPr>
                <p:nvPr/>
              </p:nvSpPr>
              <p:spPr bwMode="auto">
                <a:xfrm rot="10800000">
                  <a:off x="1296554" y="3602989"/>
                  <a:ext cx="165988" cy="464129"/>
                </a:xfrm>
                <a:custGeom>
                  <a:avLst/>
                  <a:gdLst>
                    <a:gd name="T0" fmla="*/ 180 w 180"/>
                    <a:gd name="T1" fmla="*/ 502 h 502"/>
                    <a:gd name="T2" fmla="*/ 180 w 180"/>
                    <a:gd name="T3" fmla="*/ 0 h 502"/>
                  </a:gdLst>
                  <a:ahLst/>
                  <a:cxnLst>
                    <a:cxn ang="0">
                      <a:pos x="T0" y="T1"/>
                    </a:cxn>
                    <a:cxn ang="0">
                      <a:pos x="T2" y="T3"/>
                    </a:cxn>
                  </a:cxnLst>
                  <a:rect l="0" t="0" r="r" b="b"/>
                  <a:pathLst>
                    <a:path w="180" h="502">
                      <a:moveTo>
                        <a:pt x="180" y="502"/>
                      </a:moveTo>
                      <a:cubicBezTo>
                        <a:pt x="15" y="396"/>
                        <a:pt x="0" y="132"/>
                        <a:pt x="18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56" name="Freeform 6"/>
                <p:cNvSpPr>
                  <a:spLocks/>
                </p:cNvSpPr>
                <p:nvPr/>
              </p:nvSpPr>
              <p:spPr bwMode="auto">
                <a:xfrm rot="10800000">
                  <a:off x="1102901" y="3578950"/>
                  <a:ext cx="193653" cy="24039"/>
                </a:xfrm>
                <a:custGeom>
                  <a:avLst/>
                  <a:gdLst>
                    <a:gd name="T0" fmla="*/ 0 w 210"/>
                    <a:gd name="T1" fmla="*/ 0 h 26"/>
                    <a:gd name="T2" fmla="*/ 210 w 210"/>
                    <a:gd name="T3" fmla="*/ 13 h 26"/>
                  </a:gdLst>
                  <a:ahLst/>
                  <a:cxnLst>
                    <a:cxn ang="0">
                      <a:pos x="T0" y="T1"/>
                    </a:cxn>
                    <a:cxn ang="0">
                      <a:pos x="T2" y="T3"/>
                    </a:cxn>
                  </a:cxnLst>
                  <a:rect l="0" t="0" r="r" b="b"/>
                  <a:pathLst>
                    <a:path w="210" h="26">
                      <a:moveTo>
                        <a:pt x="0" y="0"/>
                      </a:moveTo>
                      <a:cubicBezTo>
                        <a:pt x="105" y="26"/>
                        <a:pt x="165" y="13"/>
                        <a:pt x="210" y="1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57" name="Freeform 7"/>
                <p:cNvSpPr>
                  <a:spLocks/>
                </p:cNvSpPr>
                <p:nvPr/>
              </p:nvSpPr>
              <p:spPr bwMode="auto">
                <a:xfrm rot="10800000">
                  <a:off x="1372170" y="3725031"/>
                  <a:ext cx="48874" cy="220045"/>
                </a:xfrm>
                <a:custGeom>
                  <a:avLst/>
                  <a:gdLst>
                    <a:gd name="T0" fmla="*/ 53 w 53"/>
                    <a:gd name="T1" fmla="*/ 238 h 238"/>
                    <a:gd name="T2" fmla="*/ 53 w 53"/>
                    <a:gd name="T3" fmla="*/ 0 h 238"/>
                  </a:gdLst>
                  <a:ahLst/>
                  <a:cxnLst>
                    <a:cxn ang="0">
                      <a:pos x="T0" y="T1"/>
                    </a:cxn>
                    <a:cxn ang="0">
                      <a:pos x="T2" y="T3"/>
                    </a:cxn>
                  </a:cxnLst>
                  <a:rect l="0" t="0" r="r" b="b"/>
                  <a:pathLst>
                    <a:path w="53" h="238">
                      <a:moveTo>
                        <a:pt x="53" y="238"/>
                      </a:moveTo>
                      <a:cubicBezTo>
                        <a:pt x="0" y="185"/>
                        <a:pt x="0" y="79"/>
                        <a:pt x="53"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58" name="Freeform 8"/>
                <p:cNvSpPr>
                  <a:spLocks/>
                </p:cNvSpPr>
                <p:nvPr/>
              </p:nvSpPr>
              <p:spPr bwMode="auto">
                <a:xfrm rot="10800000">
                  <a:off x="1282721" y="3615008"/>
                  <a:ext cx="110659" cy="122042"/>
                </a:xfrm>
                <a:custGeom>
                  <a:avLst/>
                  <a:gdLst>
                    <a:gd name="T0" fmla="*/ 48 w 256"/>
                    <a:gd name="T1" fmla="*/ 32 h 320"/>
                    <a:gd name="T2" fmla="*/ 96 w 256"/>
                    <a:gd name="T3" fmla="*/ 160 h 320"/>
                    <a:gd name="T4" fmla="*/ 176 w 256"/>
                    <a:gd name="T5" fmla="*/ 272 h 320"/>
                    <a:gd name="T6" fmla="*/ 192 w 256"/>
                    <a:gd name="T7" fmla="*/ 208 h 320"/>
                    <a:gd name="T8" fmla="*/ 96 w 256"/>
                    <a:gd name="T9" fmla="*/ 64 h 320"/>
                    <a:gd name="T10" fmla="*/ 48 w 256"/>
                    <a:gd name="T11" fmla="*/ 32 h 320"/>
                  </a:gdLst>
                  <a:ahLst/>
                  <a:cxnLst>
                    <a:cxn ang="0">
                      <a:pos x="T0" y="T1"/>
                    </a:cxn>
                    <a:cxn ang="0">
                      <a:pos x="T2" y="T3"/>
                    </a:cxn>
                    <a:cxn ang="0">
                      <a:pos x="T4" y="T5"/>
                    </a:cxn>
                    <a:cxn ang="0">
                      <a:pos x="T6" y="T7"/>
                    </a:cxn>
                    <a:cxn ang="0">
                      <a:pos x="T8" y="T9"/>
                    </a:cxn>
                    <a:cxn ang="0">
                      <a:pos x="T10" y="T11"/>
                    </a:cxn>
                  </a:cxnLst>
                  <a:rect l="0" t="0" r="r" b="b"/>
                  <a:pathLst>
                    <a:path w="256" h="320">
                      <a:moveTo>
                        <a:pt x="48" y="32"/>
                      </a:moveTo>
                      <a:cubicBezTo>
                        <a:pt x="0" y="0"/>
                        <a:pt x="80" y="128"/>
                        <a:pt x="96" y="160"/>
                      </a:cubicBezTo>
                      <a:cubicBezTo>
                        <a:pt x="96" y="208"/>
                        <a:pt x="144" y="256"/>
                        <a:pt x="176" y="272"/>
                      </a:cubicBezTo>
                      <a:cubicBezTo>
                        <a:pt x="256" y="320"/>
                        <a:pt x="208" y="224"/>
                        <a:pt x="192" y="208"/>
                      </a:cubicBezTo>
                      <a:cubicBezTo>
                        <a:pt x="160" y="160"/>
                        <a:pt x="128" y="112"/>
                        <a:pt x="96" y="64"/>
                      </a:cubicBezTo>
                      <a:cubicBezTo>
                        <a:pt x="80" y="48"/>
                        <a:pt x="64" y="48"/>
                        <a:pt x="48" y="32"/>
                      </a:cubicBezTo>
                    </a:path>
                  </a:pathLst>
                </a:custGeom>
                <a:solidFill>
                  <a:srgbClr val="FFFFFF"/>
                </a:solidFill>
                <a:ln w="3175">
                  <a:solidFill>
                    <a:schemeClr val="tx1"/>
                  </a:solidFill>
                  <a:prstDash val="solid"/>
                  <a:round/>
                  <a:headEnd/>
                  <a:tailEnd/>
                </a:ln>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59" name="Freeform 9"/>
                <p:cNvSpPr>
                  <a:spLocks/>
                </p:cNvSpPr>
                <p:nvPr/>
              </p:nvSpPr>
              <p:spPr bwMode="auto">
                <a:xfrm rot="10800000">
                  <a:off x="1282721" y="3615008"/>
                  <a:ext cx="110659" cy="122042"/>
                </a:xfrm>
                <a:custGeom>
                  <a:avLst/>
                  <a:gdLst>
                    <a:gd name="T0" fmla="*/ 23 w 120"/>
                    <a:gd name="T1" fmla="*/ 13 h 132"/>
                    <a:gd name="T2" fmla="*/ 45 w 120"/>
                    <a:gd name="T3" fmla="*/ 66 h 132"/>
                    <a:gd name="T4" fmla="*/ 82 w 120"/>
                    <a:gd name="T5" fmla="*/ 112 h 132"/>
                    <a:gd name="T6" fmla="*/ 90 w 120"/>
                    <a:gd name="T7" fmla="*/ 86 h 132"/>
                    <a:gd name="T8" fmla="*/ 45 w 120"/>
                    <a:gd name="T9" fmla="*/ 26 h 132"/>
                    <a:gd name="T10" fmla="*/ 23 w 120"/>
                    <a:gd name="T11" fmla="*/ 13 h 132"/>
                  </a:gdLst>
                  <a:ahLst/>
                  <a:cxnLst>
                    <a:cxn ang="0">
                      <a:pos x="T0" y="T1"/>
                    </a:cxn>
                    <a:cxn ang="0">
                      <a:pos x="T2" y="T3"/>
                    </a:cxn>
                    <a:cxn ang="0">
                      <a:pos x="T4" y="T5"/>
                    </a:cxn>
                    <a:cxn ang="0">
                      <a:pos x="T6" y="T7"/>
                    </a:cxn>
                    <a:cxn ang="0">
                      <a:pos x="T8" y="T9"/>
                    </a:cxn>
                    <a:cxn ang="0">
                      <a:pos x="T10" y="T11"/>
                    </a:cxn>
                  </a:cxnLst>
                  <a:rect l="0" t="0" r="r" b="b"/>
                  <a:pathLst>
                    <a:path w="120" h="132">
                      <a:moveTo>
                        <a:pt x="23" y="13"/>
                      </a:moveTo>
                      <a:cubicBezTo>
                        <a:pt x="0" y="0"/>
                        <a:pt x="38" y="53"/>
                        <a:pt x="45" y="66"/>
                      </a:cubicBezTo>
                      <a:cubicBezTo>
                        <a:pt x="45" y="86"/>
                        <a:pt x="68" y="105"/>
                        <a:pt x="82" y="112"/>
                      </a:cubicBezTo>
                      <a:cubicBezTo>
                        <a:pt x="120" y="132"/>
                        <a:pt x="97" y="92"/>
                        <a:pt x="90" y="86"/>
                      </a:cubicBezTo>
                      <a:cubicBezTo>
                        <a:pt x="75" y="66"/>
                        <a:pt x="60" y="46"/>
                        <a:pt x="45" y="26"/>
                      </a:cubicBezTo>
                      <a:cubicBezTo>
                        <a:pt x="38" y="19"/>
                        <a:pt x="30" y="19"/>
                        <a:pt x="23" y="1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60" name="Freeform 10"/>
                <p:cNvSpPr>
                  <a:spLocks/>
                </p:cNvSpPr>
                <p:nvPr/>
              </p:nvSpPr>
              <p:spPr bwMode="auto">
                <a:xfrm rot="10800000">
                  <a:off x="1282721" y="3933057"/>
                  <a:ext cx="110659" cy="122042"/>
                </a:xfrm>
                <a:custGeom>
                  <a:avLst/>
                  <a:gdLst>
                    <a:gd name="T0" fmla="*/ 48 w 256"/>
                    <a:gd name="T1" fmla="*/ 304 h 320"/>
                    <a:gd name="T2" fmla="*/ 96 w 256"/>
                    <a:gd name="T3" fmla="*/ 160 h 320"/>
                    <a:gd name="T4" fmla="*/ 176 w 256"/>
                    <a:gd name="T5" fmla="*/ 64 h 320"/>
                    <a:gd name="T6" fmla="*/ 192 w 256"/>
                    <a:gd name="T7" fmla="*/ 128 h 320"/>
                    <a:gd name="T8" fmla="*/ 96 w 256"/>
                    <a:gd name="T9" fmla="*/ 256 h 320"/>
                    <a:gd name="T10" fmla="*/ 48 w 256"/>
                    <a:gd name="T11" fmla="*/ 304 h 320"/>
                  </a:gdLst>
                  <a:ahLst/>
                  <a:cxnLst>
                    <a:cxn ang="0">
                      <a:pos x="T0" y="T1"/>
                    </a:cxn>
                    <a:cxn ang="0">
                      <a:pos x="T2" y="T3"/>
                    </a:cxn>
                    <a:cxn ang="0">
                      <a:pos x="T4" y="T5"/>
                    </a:cxn>
                    <a:cxn ang="0">
                      <a:pos x="T6" y="T7"/>
                    </a:cxn>
                    <a:cxn ang="0">
                      <a:pos x="T8" y="T9"/>
                    </a:cxn>
                    <a:cxn ang="0">
                      <a:pos x="T10" y="T11"/>
                    </a:cxn>
                  </a:cxnLst>
                  <a:rect l="0" t="0" r="r" b="b"/>
                  <a:pathLst>
                    <a:path w="256" h="320">
                      <a:moveTo>
                        <a:pt x="48" y="304"/>
                      </a:moveTo>
                      <a:cubicBezTo>
                        <a:pt x="0" y="320"/>
                        <a:pt x="80" y="208"/>
                        <a:pt x="96" y="160"/>
                      </a:cubicBezTo>
                      <a:cubicBezTo>
                        <a:pt x="112" y="112"/>
                        <a:pt x="144" y="80"/>
                        <a:pt x="176" y="64"/>
                      </a:cubicBezTo>
                      <a:cubicBezTo>
                        <a:pt x="256" y="0"/>
                        <a:pt x="208" y="112"/>
                        <a:pt x="192" y="128"/>
                      </a:cubicBezTo>
                      <a:cubicBezTo>
                        <a:pt x="160" y="160"/>
                        <a:pt x="128" y="224"/>
                        <a:pt x="96" y="256"/>
                      </a:cubicBezTo>
                      <a:cubicBezTo>
                        <a:pt x="80" y="288"/>
                        <a:pt x="64" y="288"/>
                        <a:pt x="48" y="304"/>
                      </a:cubicBezTo>
                    </a:path>
                  </a:pathLst>
                </a:custGeom>
                <a:solidFill>
                  <a:srgbClr val="FFFFFF"/>
                </a:solidFill>
                <a:ln w="3175">
                  <a:solidFill>
                    <a:schemeClr val="tx1"/>
                  </a:solidFill>
                  <a:prstDash val="solid"/>
                  <a:round/>
                  <a:headEnd/>
                  <a:tailEnd/>
                </a:ln>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61" name="Freeform 11"/>
                <p:cNvSpPr>
                  <a:spLocks/>
                </p:cNvSpPr>
                <p:nvPr/>
              </p:nvSpPr>
              <p:spPr bwMode="auto">
                <a:xfrm rot="10800000">
                  <a:off x="1282721" y="3933057"/>
                  <a:ext cx="110659" cy="122042"/>
                </a:xfrm>
                <a:custGeom>
                  <a:avLst/>
                  <a:gdLst>
                    <a:gd name="T0" fmla="*/ 23 w 120"/>
                    <a:gd name="T1" fmla="*/ 126 h 132"/>
                    <a:gd name="T2" fmla="*/ 45 w 120"/>
                    <a:gd name="T3" fmla="*/ 66 h 132"/>
                    <a:gd name="T4" fmla="*/ 82 w 120"/>
                    <a:gd name="T5" fmla="*/ 27 h 132"/>
                    <a:gd name="T6" fmla="*/ 90 w 120"/>
                    <a:gd name="T7" fmla="*/ 53 h 132"/>
                    <a:gd name="T8" fmla="*/ 45 w 120"/>
                    <a:gd name="T9" fmla="*/ 106 h 132"/>
                    <a:gd name="T10" fmla="*/ 23 w 120"/>
                    <a:gd name="T11" fmla="*/ 126 h 132"/>
                  </a:gdLst>
                  <a:ahLst/>
                  <a:cxnLst>
                    <a:cxn ang="0">
                      <a:pos x="T0" y="T1"/>
                    </a:cxn>
                    <a:cxn ang="0">
                      <a:pos x="T2" y="T3"/>
                    </a:cxn>
                    <a:cxn ang="0">
                      <a:pos x="T4" y="T5"/>
                    </a:cxn>
                    <a:cxn ang="0">
                      <a:pos x="T6" y="T7"/>
                    </a:cxn>
                    <a:cxn ang="0">
                      <a:pos x="T8" y="T9"/>
                    </a:cxn>
                    <a:cxn ang="0">
                      <a:pos x="T10" y="T11"/>
                    </a:cxn>
                  </a:cxnLst>
                  <a:rect l="0" t="0" r="r" b="b"/>
                  <a:pathLst>
                    <a:path w="120" h="132">
                      <a:moveTo>
                        <a:pt x="23" y="126"/>
                      </a:moveTo>
                      <a:cubicBezTo>
                        <a:pt x="0" y="132"/>
                        <a:pt x="38" y="86"/>
                        <a:pt x="45" y="66"/>
                      </a:cubicBezTo>
                      <a:cubicBezTo>
                        <a:pt x="53" y="46"/>
                        <a:pt x="68" y="33"/>
                        <a:pt x="82" y="27"/>
                      </a:cubicBezTo>
                      <a:cubicBezTo>
                        <a:pt x="120" y="0"/>
                        <a:pt x="97" y="46"/>
                        <a:pt x="90" y="53"/>
                      </a:cubicBezTo>
                      <a:cubicBezTo>
                        <a:pt x="75" y="66"/>
                        <a:pt x="60" y="93"/>
                        <a:pt x="45" y="106"/>
                      </a:cubicBezTo>
                      <a:cubicBezTo>
                        <a:pt x="38" y="119"/>
                        <a:pt x="30" y="119"/>
                        <a:pt x="23" y="12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62" name="Freeform 12"/>
                <p:cNvSpPr>
                  <a:spLocks/>
                </p:cNvSpPr>
                <p:nvPr/>
              </p:nvSpPr>
              <p:spPr bwMode="auto">
                <a:xfrm rot="10800000">
                  <a:off x="1144398" y="3676029"/>
                  <a:ext cx="248982" cy="73965"/>
                </a:xfrm>
                <a:custGeom>
                  <a:avLst/>
                  <a:gdLst>
                    <a:gd name="T0" fmla="*/ 270 w 270"/>
                    <a:gd name="T1" fmla="*/ 80 h 80"/>
                    <a:gd name="T2" fmla="*/ 0 w 270"/>
                    <a:gd name="T3" fmla="*/ 0 h 80"/>
                  </a:gdLst>
                  <a:ahLst/>
                  <a:cxnLst>
                    <a:cxn ang="0">
                      <a:pos x="T0" y="T1"/>
                    </a:cxn>
                    <a:cxn ang="0">
                      <a:pos x="T2" y="T3"/>
                    </a:cxn>
                  </a:cxnLst>
                  <a:rect l="0" t="0" r="r" b="b"/>
                  <a:pathLst>
                    <a:path w="270" h="80">
                      <a:moveTo>
                        <a:pt x="270" y="80"/>
                      </a:moveTo>
                      <a:cubicBezTo>
                        <a:pt x="180" y="53"/>
                        <a:pt x="60" y="5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63" name="Freeform 13"/>
                <p:cNvSpPr>
                  <a:spLocks/>
                </p:cNvSpPr>
                <p:nvPr/>
              </p:nvSpPr>
              <p:spPr bwMode="auto">
                <a:xfrm rot="10800000">
                  <a:off x="1144398" y="3920113"/>
                  <a:ext cx="248982" cy="73965"/>
                </a:xfrm>
                <a:custGeom>
                  <a:avLst/>
                  <a:gdLst>
                    <a:gd name="T0" fmla="*/ 270 w 270"/>
                    <a:gd name="T1" fmla="*/ 0 h 80"/>
                    <a:gd name="T2" fmla="*/ 0 w 270"/>
                    <a:gd name="T3" fmla="*/ 80 h 80"/>
                  </a:gdLst>
                  <a:ahLst/>
                  <a:cxnLst>
                    <a:cxn ang="0">
                      <a:pos x="T0" y="T1"/>
                    </a:cxn>
                    <a:cxn ang="0">
                      <a:pos x="T2" y="T3"/>
                    </a:cxn>
                  </a:cxnLst>
                  <a:rect l="0" t="0" r="r" b="b"/>
                  <a:pathLst>
                    <a:path w="270" h="80">
                      <a:moveTo>
                        <a:pt x="270" y="0"/>
                      </a:moveTo>
                      <a:cubicBezTo>
                        <a:pt x="180" y="27"/>
                        <a:pt x="60" y="27"/>
                        <a:pt x="0" y="8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64" name="Oval 17"/>
                <p:cNvSpPr>
                  <a:spLocks noChangeArrowheads="1"/>
                </p:cNvSpPr>
                <p:nvPr/>
              </p:nvSpPr>
              <p:spPr bwMode="auto">
                <a:xfrm rot="10800000">
                  <a:off x="1390765" y="3804543"/>
                  <a:ext cx="13832" cy="61021"/>
                </a:xfrm>
                <a:prstGeom prst="ellipse">
                  <a:avLst/>
                </a:pr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65" name="Freeform 18"/>
                <p:cNvSpPr>
                  <a:spLocks/>
                </p:cNvSpPr>
                <p:nvPr/>
              </p:nvSpPr>
              <p:spPr bwMode="auto">
                <a:xfrm rot="10800000">
                  <a:off x="1365715" y="3737050"/>
                  <a:ext cx="27665" cy="208026"/>
                </a:xfrm>
                <a:custGeom>
                  <a:avLst/>
                  <a:gdLst>
                    <a:gd name="T0" fmla="*/ 30 w 30"/>
                    <a:gd name="T1" fmla="*/ 225 h 225"/>
                    <a:gd name="T2" fmla="*/ 30 w 30"/>
                    <a:gd name="T3" fmla="*/ 0 h 225"/>
                  </a:gdLst>
                  <a:ahLst/>
                  <a:cxnLst>
                    <a:cxn ang="0">
                      <a:pos x="T0" y="T1"/>
                    </a:cxn>
                    <a:cxn ang="0">
                      <a:pos x="T2" y="T3"/>
                    </a:cxn>
                  </a:cxnLst>
                  <a:rect l="0" t="0" r="r" b="b"/>
                  <a:pathLst>
                    <a:path w="30" h="225">
                      <a:moveTo>
                        <a:pt x="30" y="225"/>
                      </a:moveTo>
                      <a:cubicBezTo>
                        <a:pt x="0" y="165"/>
                        <a:pt x="0" y="106"/>
                        <a:pt x="3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66" name="Freeform 19"/>
                <p:cNvSpPr>
                  <a:spLocks/>
                </p:cNvSpPr>
                <p:nvPr/>
              </p:nvSpPr>
              <p:spPr bwMode="auto">
                <a:xfrm rot="10800000">
                  <a:off x="1075236" y="3627028"/>
                  <a:ext cx="235150" cy="24963"/>
                </a:xfrm>
                <a:custGeom>
                  <a:avLst/>
                  <a:gdLst>
                    <a:gd name="T0" fmla="*/ 0 w 255"/>
                    <a:gd name="T1" fmla="*/ 0 h 27"/>
                    <a:gd name="T2" fmla="*/ 255 w 255"/>
                    <a:gd name="T3" fmla="*/ 0 h 27"/>
                  </a:gdLst>
                  <a:ahLst/>
                  <a:cxnLst>
                    <a:cxn ang="0">
                      <a:pos x="T0" y="T1"/>
                    </a:cxn>
                    <a:cxn ang="0">
                      <a:pos x="T2" y="T3"/>
                    </a:cxn>
                  </a:cxnLst>
                  <a:rect l="0" t="0" r="r" b="b"/>
                  <a:pathLst>
                    <a:path w="255" h="27">
                      <a:moveTo>
                        <a:pt x="0" y="0"/>
                      </a:moveTo>
                      <a:cubicBezTo>
                        <a:pt x="90" y="0"/>
                        <a:pt x="195" y="27"/>
                        <a:pt x="25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67" name="Freeform 20"/>
                <p:cNvSpPr>
                  <a:spLocks/>
                </p:cNvSpPr>
                <p:nvPr/>
              </p:nvSpPr>
              <p:spPr bwMode="auto">
                <a:xfrm rot="10800000">
                  <a:off x="1075236" y="4018116"/>
                  <a:ext cx="235150" cy="24963"/>
                </a:xfrm>
                <a:custGeom>
                  <a:avLst/>
                  <a:gdLst>
                    <a:gd name="T0" fmla="*/ 0 w 255"/>
                    <a:gd name="T1" fmla="*/ 27 h 27"/>
                    <a:gd name="T2" fmla="*/ 255 w 255"/>
                    <a:gd name="T3" fmla="*/ 27 h 27"/>
                  </a:gdLst>
                  <a:ahLst/>
                  <a:cxnLst>
                    <a:cxn ang="0">
                      <a:pos x="T0" y="T1"/>
                    </a:cxn>
                    <a:cxn ang="0">
                      <a:pos x="T2" y="T3"/>
                    </a:cxn>
                  </a:cxnLst>
                  <a:rect l="0" t="0" r="r" b="b"/>
                  <a:pathLst>
                    <a:path w="255" h="27">
                      <a:moveTo>
                        <a:pt x="0" y="27"/>
                      </a:moveTo>
                      <a:cubicBezTo>
                        <a:pt x="90" y="27"/>
                        <a:pt x="195" y="0"/>
                        <a:pt x="255" y="2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68" name="Freeform 21"/>
                <p:cNvSpPr>
                  <a:spLocks/>
                </p:cNvSpPr>
                <p:nvPr/>
              </p:nvSpPr>
              <p:spPr bwMode="auto">
                <a:xfrm rot="10800000">
                  <a:off x="1033739" y="3615008"/>
                  <a:ext cx="262814" cy="24963"/>
                </a:xfrm>
                <a:custGeom>
                  <a:avLst/>
                  <a:gdLst>
                    <a:gd name="T0" fmla="*/ 0 w 285"/>
                    <a:gd name="T1" fmla="*/ 0 h 27"/>
                    <a:gd name="T2" fmla="*/ 285 w 285"/>
                    <a:gd name="T3" fmla="*/ 0 h 27"/>
                  </a:gdLst>
                  <a:ahLst/>
                  <a:cxnLst>
                    <a:cxn ang="0">
                      <a:pos x="T0" y="T1"/>
                    </a:cxn>
                    <a:cxn ang="0">
                      <a:pos x="T2" y="T3"/>
                    </a:cxn>
                  </a:cxnLst>
                  <a:rect l="0" t="0" r="r" b="b"/>
                  <a:pathLst>
                    <a:path w="285" h="27">
                      <a:moveTo>
                        <a:pt x="0" y="0"/>
                      </a:moveTo>
                      <a:cubicBezTo>
                        <a:pt x="105" y="0"/>
                        <a:pt x="217" y="27"/>
                        <a:pt x="28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69" name="Freeform 22"/>
                <p:cNvSpPr>
                  <a:spLocks/>
                </p:cNvSpPr>
                <p:nvPr/>
              </p:nvSpPr>
              <p:spPr bwMode="auto">
                <a:xfrm rot="10800000">
                  <a:off x="1033739" y="4030136"/>
                  <a:ext cx="262814" cy="24963"/>
                </a:xfrm>
                <a:custGeom>
                  <a:avLst/>
                  <a:gdLst>
                    <a:gd name="T0" fmla="*/ 0 w 285"/>
                    <a:gd name="T1" fmla="*/ 27 h 27"/>
                    <a:gd name="T2" fmla="*/ 285 w 285"/>
                    <a:gd name="T3" fmla="*/ 27 h 27"/>
                  </a:gdLst>
                  <a:ahLst/>
                  <a:cxnLst>
                    <a:cxn ang="0">
                      <a:pos x="T0" y="T1"/>
                    </a:cxn>
                    <a:cxn ang="0">
                      <a:pos x="T2" y="T3"/>
                    </a:cxn>
                  </a:cxnLst>
                  <a:rect l="0" t="0" r="r" b="b"/>
                  <a:pathLst>
                    <a:path w="285" h="27">
                      <a:moveTo>
                        <a:pt x="0" y="27"/>
                      </a:moveTo>
                      <a:cubicBezTo>
                        <a:pt x="105" y="27"/>
                        <a:pt x="217" y="0"/>
                        <a:pt x="285" y="2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70" name="Freeform 26"/>
                <p:cNvSpPr>
                  <a:spLocks/>
                </p:cNvSpPr>
                <p:nvPr/>
              </p:nvSpPr>
              <p:spPr bwMode="auto">
                <a:xfrm rot="10800000">
                  <a:off x="1061404" y="4060646"/>
                  <a:ext cx="90371" cy="12944"/>
                </a:xfrm>
                <a:custGeom>
                  <a:avLst/>
                  <a:gdLst>
                    <a:gd name="T0" fmla="*/ 0 w 98"/>
                    <a:gd name="T1" fmla="*/ 7 h 14"/>
                    <a:gd name="T2" fmla="*/ 53 w 98"/>
                    <a:gd name="T3" fmla="*/ 0 h 14"/>
                    <a:gd name="T4" fmla="*/ 98 w 98"/>
                    <a:gd name="T5" fmla="*/ 7 h 14"/>
                    <a:gd name="T6" fmla="*/ 53 w 98"/>
                    <a:gd name="T7" fmla="*/ 14 h 14"/>
                    <a:gd name="T8" fmla="*/ 0 w 98"/>
                    <a:gd name="T9" fmla="*/ 7 h 14"/>
                  </a:gdLst>
                  <a:ahLst/>
                  <a:cxnLst>
                    <a:cxn ang="0">
                      <a:pos x="T0" y="T1"/>
                    </a:cxn>
                    <a:cxn ang="0">
                      <a:pos x="T2" y="T3"/>
                    </a:cxn>
                    <a:cxn ang="0">
                      <a:pos x="T4" y="T5"/>
                    </a:cxn>
                    <a:cxn ang="0">
                      <a:pos x="T6" y="T7"/>
                    </a:cxn>
                    <a:cxn ang="0">
                      <a:pos x="T8" y="T9"/>
                    </a:cxn>
                  </a:cxnLst>
                  <a:rect l="0" t="0" r="r" b="b"/>
                  <a:pathLst>
                    <a:path w="98" h="14">
                      <a:moveTo>
                        <a:pt x="0" y="7"/>
                      </a:moveTo>
                      <a:cubicBezTo>
                        <a:pt x="0" y="0"/>
                        <a:pt x="23" y="0"/>
                        <a:pt x="53" y="0"/>
                      </a:cubicBezTo>
                      <a:cubicBezTo>
                        <a:pt x="75" y="0"/>
                        <a:pt x="98" y="0"/>
                        <a:pt x="98" y="7"/>
                      </a:cubicBezTo>
                      <a:cubicBezTo>
                        <a:pt x="98" y="7"/>
                        <a:pt x="75" y="14"/>
                        <a:pt x="53" y="14"/>
                      </a:cubicBezTo>
                      <a:cubicBezTo>
                        <a:pt x="23" y="14"/>
                        <a:pt x="0" y="7"/>
                        <a:pt x="0" y="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71" name="Freeform 30"/>
                <p:cNvSpPr>
                  <a:spLocks/>
                </p:cNvSpPr>
                <p:nvPr/>
              </p:nvSpPr>
              <p:spPr bwMode="auto">
                <a:xfrm rot="10800000">
                  <a:off x="1061404" y="3596517"/>
                  <a:ext cx="90371" cy="12944"/>
                </a:xfrm>
                <a:custGeom>
                  <a:avLst/>
                  <a:gdLst>
                    <a:gd name="T0" fmla="*/ 0 w 98"/>
                    <a:gd name="T1" fmla="*/ 7 h 14"/>
                    <a:gd name="T2" fmla="*/ 53 w 98"/>
                    <a:gd name="T3" fmla="*/ 0 h 14"/>
                    <a:gd name="T4" fmla="*/ 98 w 98"/>
                    <a:gd name="T5" fmla="*/ 7 h 14"/>
                    <a:gd name="T6" fmla="*/ 53 w 98"/>
                    <a:gd name="T7" fmla="*/ 14 h 14"/>
                    <a:gd name="T8" fmla="*/ 0 w 98"/>
                    <a:gd name="T9" fmla="*/ 7 h 14"/>
                  </a:gdLst>
                  <a:ahLst/>
                  <a:cxnLst>
                    <a:cxn ang="0">
                      <a:pos x="T0" y="T1"/>
                    </a:cxn>
                    <a:cxn ang="0">
                      <a:pos x="T2" y="T3"/>
                    </a:cxn>
                    <a:cxn ang="0">
                      <a:pos x="T4" y="T5"/>
                    </a:cxn>
                    <a:cxn ang="0">
                      <a:pos x="T6" y="T7"/>
                    </a:cxn>
                    <a:cxn ang="0">
                      <a:pos x="T8" y="T9"/>
                    </a:cxn>
                  </a:cxnLst>
                  <a:rect l="0" t="0" r="r" b="b"/>
                  <a:pathLst>
                    <a:path w="98" h="14">
                      <a:moveTo>
                        <a:pt x="0" y="7"/>
                      </a:moveTo>
                      <a:cubicBezTo>
                        <a:pt x="0" y="0"/>
                        <a:pt x="23" y="0"/>
                        <a:pt x="53" y="0"/>
                      </a:cubicBezTo>
                      <a:cubicBezTo>
                        <a:pt x="75" y="0"/>
                        <a:pt x="98" y="0"/>
                        <a:pt x="98" y="7"/>
                      </a:cubicBezTo>
                      <a:cubicBezTo>
                        <a:pt x="98" y="7"/>
                        <a:pt x="75" y="14"/>
                        <a:pt x="53" y="14"/>
                      </a:cubicBezTo>
                      <a:cubicBezTo>
                        <a:pt x="23" y="14"/>
                        <a:pt x="0" y="7"/>
                        <a:pt x="0" y="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72" name="Freeform 31"/>
                <p:cNvSpPr>
                  <a:spLocks/>
                </p:cNvSpPr>
                <p:nvPr/>
              </p:nvSpPr>
              <p:spPr bwMode="auto">
                <a:xfrm rot="10800000">
                  <a:off x="1089069" y="3651991"/>
                  <a:ext cx="62707" cy="366126"/>
                </a:xfrm>
                <a:custGeom>
                  <a:avLst/>
                  <a:gdLst>
                    <a:gd name="T0" fmla="*/ 68 w 68"/>
                    <a:gd name="T1" fmla="*/ 396 h 396"/>
                    <a:gd name="T2" fmla="*/ 68 w 68"/>
                    <a:gd name="T3" fmla="*/ 0 h 396"/>
                  </a:gdLst>
                  <a:ahLst/>
                  <a:cxnLst>
                    <a:cxn ang="0">
                      <a:pos x="T0" y="T1"/>
                    </a:cxn>
                    <a:cxn ang="0">
                      <a:pos x="T2" y="T3"/>
                    </a:cxn>
                  </a:cxnLst>
                  <a:rect l="0" t="0" r="r" b="b"/>
                  <a:pathLst>
                    <a:path w="68" h="396">
                      <a:moveTo>
                        <a:pt x="68" y="396"/>
                      </a:moveTo>
                      <a:cubicBezTo>
                        <a:pt x="8" y="290"/>
                        <a:pt x="0" y="132"/>
                        <a:pt x="68"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73" name="Freeform 32"/>
                <p:cNvSpPr>
                  <a:spLocks/>
                </p:cNvSpPr>
                <p:nvPr/>
              </p:nvSpPr>
              <p:spPr bwMode="auto">
                <a:xfrm rot="10800000">
                  <a:off x="1075236" y="3651991"/>
                  <a:ext cx="41497" cy="366126"/>
                </a:xfrm>
                <a:custGeom>
                  <a:avLst/>
                  <a:gdLst>
                    <a:gd name="T0" fmla="*/ 45 w 45"/>
                    <a:gd name="T1" fmla="*/ 396 h 396"/>
                    <a:gd name="T2" fmla="*/ 45 w 45"/>
                    <a:gd name="T3" fmla="*/ 0 h 396"/>
                  </a:gdLst>
                  <a:ahLst/>
                  <a:cxnLst>
                    <a:cxn ang="0">
                      <a:pos x="T0" y="T1"/>
                    </a:cxn>
                    <a:cxn ang="0">
                      <a:pos x="T2" y="T3"/>
                    </a:cxn>
                  </a:cxnLst>
                  <a:rect l="0" t="0" r="r" b="b"/>
                  <a:pathLst>
                    <a:path w="45" h="396">
                      <a:moveTo>
                        <a:pt x="45" y="396"/>
                      </a:moveTo>
                      <a:cubicBezTo>
                        <a:pt x="0" y="290"/>
                        <a:pt x="0" y="132"/>
                        <a:pt x="4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74" name="Freeform 33"/>
                <p:cNvSpPr>
                  <a:spLocks/>
                </p:cNvSpPr>
                <p:nvPr/>
              </p:nvSpPr>
              <p:spPr bwMode="auto">
                <a:xfrm rot="10800000">
                  <a:off x="895416" y="3627028"/>
                  <a:ext cx="179820" cy="49002"/>
                </a:xfrm>
                <a:custGeom>
                  <a:avLst/>
                  <a:gdLst>
                    <a:gd name="T0" fmla="*/ 0 w 195"/>
                    <a:gd name="T1" fmla="*/ 26 h 53"/>
                    <a:gd name="T2" fmla="*/ 195 w 195"/>
                    <a:gd name="T3" fmla="*/ 0 h 53"/>
                  </a:gdLst>
                  <a:ahLst/>
                  <a:cxnLst>
                    <a:cxn ang="0">
                      <a:pos x="T0" y="T1"/>
                    </a:cxn>
                    <a:cxn ang="0">
                      <a:pos x="T2" y="T3"/>
                    </a:cxn>
                  </a:cxnLst>
                  <a:rect l="0" t="0" r="r" b="b"/>
                  <a:pathLst>
                    <a:path w="195" h="53">
                      <a:moveTo>
                        <a:pt x="0" y="26"/>
                      </a:moveTo>
                      <a:cubicBezTo>
                        <a:pt x="15" y="53"/>
                        <a:pt x="135" y="0"/>
                        <a:pt x="19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75" name="Freeform 34"/>
                <p:cNvSpPr>
                  <a:spLocks/>
                </p:cNvSpPr>
                <p:nvPr/>
              </p:nvSpPr>
              <p:spPr bwMode="auto">
                <a:xfrm rot="10800000">
                  <a:off x="895416" y="3994078"/>
                  <a:ext cx="179820" cy="49002"/>
                </a:xfrm>
                <a:custGeom>
                  <a:avLst/>
                  <a:gdLst>
                    <a:gd name="T0" fmla="*/ 0 w 195"/>
                    <a:gd name="T1" fmla="*/ 27 h 53"/>
                    <a:gd name="T2" fmla="*/ 195 w 195"/>
                    <a:gd name="T3" fmla="*/ 53 h 53"/>
                  </a:gdLst>
                  <a:ahLst/>
                  <a:cxnLst>
                    <a:cxn ang="0">
                      <a:pos x="T0" y="T1"/>
                    </a:cxn>
                    <a:cxn ang="0">
                      <a:pos x="T2" y="T3"/>
                    </a:cxn>
                  </a:cxnLst>
                  <a:rect l="0" t="0" r="r" b="b"/>
                  <a:pathLst>
                    <a:path w="195" h="53">
                      <a:moveTo>
                        <a:pt x="0" y="27"/>
                      </a:moveTo>
                      <a:cubicBezTo>
                        <a:pt x="15" y="0"/>
                        <a:pt x="135" y="53"/>
                        <a:pt x="195" y="5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76" name="Freeform 35"/>
                <p:cNvSpPr>
                  <a:spLocks/>
                </p:cNvSpPr>
                <p:nvPr/>
              </p:nvSpPr>
              <p:spPr bwMode="auto">
                <a:xfrm rot="10800000">
                  <a:off x="895416" y="3676029"/>
                  <a:ext cx="27665" cy="318049"/>
                </a:xfrm>
                <a:custGeom>
                  <a:avLst/>
                  <a:gdLst>
                    <a:gd name="T0" fmla="*/ 30 w 30"/>
                    <a:gd name="T1" fmla="*/ 344 h 344"/>
                    <a:gd name="T2" fmla="*/ 30 w 30"/>
                    <a:gd name="T3" fmla="*/ 0 h 344"/>
                  </a:gdLst>
                  <a:ahLst/>
                  <a:cxnLst>
                    <a:cxn ang="0">
                      <a:pos x="T0" y="T1"/>
                    </a:cxn>
                    <a:cxn ang="0">
                      <a:pos x="T2" y="T3"/>
                    </a:cxn>
                  </a:cxnLst>
                  <a:rect l="0" t="0" r="r" b="b"/>
                  <a:pathLst>
                    <a:path w="30" h="344">
                      <a:moveTo>
                        <a:pt x="30" y="344"/>
                      </a:moveTo>
                      <a:cubicBezTo>
                        <a:pt x="30" y="291"/>
                        <a:pt x="0" y="185"/>
                        <a:pt x="3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77" name="Freeform 36"/>
                <p:cNvSpPr>
                  <a:spLocks/>
                </p:cNvSpPr>
                <p:nvPr/>
              </p:nvSpPr>
              <p:spPr bwMode="auto">
                <a:xfrm rot="10800000">
                  <a:off x="218553" y="3578950"/>
                  <a:ext cx="884348" cy="73040"/>
                </a:xfrm>
                <a:custGeom>
                  <a:avLst/>
                  <a:gdLst>
                    <a:gd name="T0" fmla="*/ 0 w 959"/>
                    <a:gd name="T1" fmla="*/ 66 h 79"/>
                    <a:gd name="T2" fmla="*/ 959 w 959"/>
                    <a:gd name="T3" fmla="*/ 0 h 79"/>
                  </a:gdLst>
                  <a:ahLst/>
                  <a:cxnLst>
                    <a:cxn ang="0">
                      <a:pos x="T0" y="T1"/>
                    </a:cxn>
                    <a:cxn ang="0">
                      <a:pos x="T2" y="T3"/>
                    </a:cxn>
                  </a:cxnLst>
                  <a:rect l="0" t="0" r="r" b="b"/>
                  <a:pathLst>
                    <a:path w="959" h="79">
                      <a:moveTo>
                        <a:pt x="0" y="66"/>
                      </a:moveTo>
                      <a:cubicBezTo>
                        <a:pt x="225" y="66"/>
                        <a:pt x="839" y="79"/>
                        <a:pt x="959"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78" name="Freeform 37"/>
                <p:cNvSpPr>
                  <a:spLocks/>
                </p:cNvSpPr>
                <p:nvPr/>
              </p:nvSpPr>
              <p:spPr bwMode="auto">
                <a:xfrm rot="10800000">
                  <a:off x="218553" y="4018116"/>
                  <a:ext cx="884348" cy="73040"/>
                </a:xfrm>
                <a:custGeom>
                  <a:avLst/>
                  <a:gdLst>
                    <a:gd name="T0" fmla="*/ 0 w 959"/>
                    <a:gd name="T1" fmla="*/ 13 h 79"/>
                    <a:gd name="T2" fmla="*/ 959 w 959"/>
                    <a:gd name="T3" fmla="*/ 79 h 79"/>
                  </a:gdLst>
                  <a:ahLst/>
                  <a:cxnLst>
                    <a:cxn ang="0">
                      <a:pos x="T0" y="T1"/>
                    </a:cxn>
                    <a:cxn ang="0">
                      <a:pos x="T2" y="T3"/>
                    </a:cxn>
                  </a:cxnLst>
                  <a:rect l="0" t="0" r="r" b="b"/>
                  <a:pathLst>
                    <a:path w="959" h="79">
                      <a:moveTo>
                        <a:pt x="0" y="13"/>
                      </a:moveTo>
                      <a:cubicBezTo>
                        <a:pt x="232" y="26"/>
                        <a:pt x="839" y="0"/>
                        <a:pt x="959" y="7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79" name="Freeform 38"/>
                <p:cNvSpPr>
                  <a:spLocks/>
                </p:cNvSpPr>
                <p:nvPr/>
              </p:nvSpPr>
              <p:spPr bwMode="auto">
                <a:xfrm rot="10800000">
                  <a:off x="1102901" y="4067118"/>
                  <a:ext cx="193653" cy="24039"/>
                </a:xfrm>
                <a:custGeom>
                  <a:avLst/>
                  <a:gdLst>
                    <a:gd name="T0" fmla="*/ 0 w 210"/>
                    <a:gd name="T1" fmla="*/ 26 h 26"/>
                    <a:gd name="T2" fmla="*/ 210 w 210"/>
                    <a:gd name="T3" fmla="*/ 13 h 26"/>
                  </a:gdLst>
                  <a:ahLst/>
                  <a:cxnLst>
                    <a:cxn ang="0">
                      <a:pos x="T0" y="T1"/>
                    </a:cxn>
                    <a:cxn ang="0">
                      <a:pos x="T2" y="T3"/>
                    </a:cxn>
                  </a:cxnLst>
                  <a:rect l="0" t="0" r="r" b="b"/>
                  <a:pathLst>
                    <a:path w="210" h="26">
                      <a:moveTo>
                        <a:pt x="0" y="26"/>
                      </a:moveTo>
                      <a:cubicBezTo>
                        <a:pt x="105" y="0"/>
                        <a:pt x="165" y="13"/>
                        <a:pt x="210" y="1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80" name="Freeform 39"/>
                <p:cNvSpPr>
                  <a:spLocks/>
                </p:cNvSpPr>
                <p:nvPr/>
              </p:nvSpPr>
              <p:spPr bwMode="auto">
                <a:xfrm rot="10800000">
                  <a:off x="238841" y="3651991"/>
                  <a:ext cx="656575" cy="79512"/>
                </a:xfrm>
                <a:custGeom>
                  <a:avLst/>
                  <a:gdLst>
                    <a:gd name="T0" fmla="*/ 0 w 712"/>
                    <a:gd name="T1" fmla="*/ 60 h 86"/>
                    <a:gd name="T2" fmla="*/ 712 w 712"/>
                    <a:gd name="T3" fmla="*/ 47 h 86"/>
                  </a:gdLst>
                  <a:ahLst/>
                  <a:cxnLst>
                    <a:cxn ang="0">
                      <a:pos x="T0" y="T1"/>
                    </a:cxn>
                    <a:cxn ang="0">
                      <a:pos x="T2" y="T3"/>
                    </a:cxn>
                  </a:cxnLst>
                  <a:rect l="0" t="0" r="r" b="b"/>
                  <a:pathLst>
                    <a:path w="712" h="86">
                      <a:moveTo>
                        <a:pt x="0" y="60"/>
                      </a:moveTo>
                      <a:cubicBezTo>
                        <a:pt x="345" y="0"/>
                        <a:pt x="570" y="86"/>
                        <a:pt x="712" y="4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81" name="Freeform 40"/>
                <p:cNvSpPr>
                  <a:spLocks/>
                </p:cNvSpPr>
                <p:nvPr/>
              </p:nvSpPr>
              <p:spPr bwMode="auto">
                <a:xfrm rot="10800000">
                  <a:off x="238841" y="3945076"/>
                  <a:ext cx="656575" cy="67493"/>
                </a:xfrm>
                <a:custGeom>
                  <a:avLst/>
                  <a:gdLst>
                    <a:gd name="T0" fmla="*/ 0 w 712"/>
                    <a:gd name="T1" fmla="*/ 20 h 73"/>
                    <a:gd name="T2" fmla="*/ 712 w 712"/>
                    <a:gd name="T3" fmla="*/ 33 h 73"/>
                  </a:gdLst>
                  <a:ahLst/>
                  <a:cxnLst>
                    <a:cxn ang="0">
                      <a:pos x="T0" y="T1"/>
                    </a:cxn>
                    <a:cxn ang="0">
                      <a:pos x="T2" y="T3"/>
                    </a:cxn>
                  </a:cxnLst>
                  <a:rect l="0" t="0" r="r" b="b"/>
                  <a:pathLst>
                    <a:path w="712" h="73">
                      <a:moveTo>
                        <a:pt x="0" y="20"/>
                      </a:moveTo>
                      <a:cubicBezTo>
                        <a:pt x="330" y="73"/>
                        <a:pt x="502" y="0"/>
                        <a:pt x="712" y="3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82" name="Freeform 41"/>
                <p:cNvSpPr>
                  <a:spLocks/>
                </p:cNvSpPr>
                <p:nvPr/>
              </p:nvSpPr>
              <p:spPr bwMode="auto">
                <a:xfrm rot="10800000">
                  <a:off x="342122" y="3566007"/>
                  <a:ext cx="221317" cy="49002"/>
                </a:xfrm>
                <a:custGeom>
                  <a:avLst/>
                  <a:gdLst>
                    <a:gd name="T0" fmla="*/ 0 w 240"/>
                    <a:gd name="T1" fmla="*/ 26 h 53"/>
                    <a:gd name="T2" fmla="*/ 232 w 240"/>
                    <a:gd name="T3" fmla="*/ 0 h 53"/>
                  </a:gdLst>
                  <a:ahLst/>
                  <a:cxnLst>
                    <a:cxn ang="0">
                      <a:pos x="T0" y="T1"/>
                    </a:cxn>
                    <a:cxn ang="0">
                      <a:pos x="T2" y="T3"/>
                    </a:cxn>
                  </a:cxnLst>
                  <a:rect l="0" t="0" r="r" b="b"/>
                  <a:pathLst>
                    <a:path w="240" h="53">
                      <a:moveTo>
                        <a:pt x="0" y="26"/>
                      </a:moveTo>
                      <a:cubicBezTo>
                        <a:pt x="150" y="53"/>
                        <a:pt x="240" y="0"/>
                        <a:pt x="232"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83" name="Freeform 42"/>
                <p:cNvSpPr>
                  <a:spLocks/>
                </p:cNvSpPr>
                <p:nvPr/>
              </p:nvSpPr>
              <p:spPr bwMode="auto">
                <a:xfrm rot="10800000">
                  <a:off x="355955" y="4055099"/>
                  <a:ext cx="214862" cy="36058"/>
                </a:xfrm>
                <a:custGeom>
                  <a:avLst/>
                  <a:gdLst>
                    <a:gd name="T0" fmla="*/ 0 w 233"/>
                    <a:gd name="T1" fmla="*/ 26 h 39"/>
                    <a:gd name="T2" fmla="*/ 233 w 233"/>
                    <a:gd name="T3" fmla="*/ 39 h 39"/>
                  </a:gdLst>
                  <a:ahLst/>
                  <a:cxnLst>
                    <a:cxn ang="0">
                      <a:pos x="T0" y="T1"/>
                    </a:cxn>
                    <a:cxn ang="0">
                      <a:pos x="T2" y="T3"/>
                    </a:cxn>
                  </a:cxnLst>
                  <a:rect l="0" t="0" r="r" b="b"/>
                  <a:pathLst>
                    <a:path w="233" h="39">
                      <a:moveTo>
                        <a:pt x="0" y="26"/>
                      </a:moveTo>
                      <a:cubicBezTo>
                        <a:pt x="83" y="0"/>
                        <a:pt x="203" y="13"/>
                        <a:pt x="233" y="3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84" name="Freeform 43"/>
                <p:cNvSpPr>
                  <a:spLocks/>
                </p:cNvSpPr>
                <p:nvPr/>
              </p:nvSpPr>
              <p:spPr bwMode="auto">
                <a:xfrm rot="10800000">
                  <a:off x="142014" y="3651991"/>
                  <a:ext cx="76539" cy="366126"/>
                </a:xfrm>
                <a:custGeom>
                  <a:avLst/>
                  <a:gdLst>
                    <a:gd name="T0" fmla="*/ 0 w 83"/>
                    <a:gd name="T1" fmla="*/ 396 h 396"/>
                    <a:gd name="T2" fmla="*/ 0 w 83"/>
                    <a:gd name="T3" fmla="*/ 0 h 396"/>
                  </a:gdLst>
                  <a:ahLst/>
                  <a:cxnLst>
                    <a:cxn ang="0">
                      <a:pos x="T0" y="T1"/>
                    </a:cxn>
                    <a:cxn ang="0">
                      <a:pos x="T2" y="T3"/>
                    </a:cxn>
                  </a:cxnLst>
                  <a:rect l="0" t="0" r="r" b="b"/>
                  <a:pathLst>
                    <a:path w="83" h="396">
                      <a:moveTo>
                        <a:pt x="0" y="396"/>
                      </a:moveTo>
                      <a:cubicBezTo>
                        <a:pt x="83" y="317"/>
                        <a:pt x="60" y="26"/>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85" name="Freeform 44"/>
                <p:cNvSpPr>
                  <a:spLocks/>
                </p:cNvSpPr>
                <p:nvPr/>
              </p:nvSpPr>
              <p:spPr bwMode="auto">
                <a:xfrm rot="10800000">
                  <a:off x="260050" y="3590970"/>
                  <a:ext cx="967342" cy="61021"/>
                </a:xfrm>
                <a:custGeom>
                  <a:avLst/>
                  <a:gdLst>
                    <a:gd name="T0" fmla="*/ 0 w 1049"/>
                    <a:gd name="T1" fmla="*/ 40 h 66"/>
                    <a:gd name="T2" fmla="*/ 1049 w 1049"/>
                    <a:gd name="T3" fmla="*/ 0 h 66"/>
                  </a:gdLst>
                  <a:ahLst/>
                  <a:cxnLst>
                    <a:cxn ang="0">
                      <a:pos x="T0" y="T1"/>
                    </a:cxn>
                    <a:cxn ang="0">
                      <a:pos x="T2" y="T3"/>
                    </a:cxn>
                  </a:cxnLst>
                  <a:rect l="0" t="0" r="r" b="b"/>
                  <a:pathLst>
                    <a:path w="1049" h="66">
                      <a:moveTo>
                        <a:pt x="0" y="40"/>
                      </a:moveTo>
                      <a:cubicBezTo>
                        <a:pt x="270" y="40"/>
                        <a:pt x="907" y="66"/>
                        <a:pt x="1049"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86" name="Freeform 45"/>
                <p:cNvSpPr>
                  <a:spLocks/>
                </p:cNvSpPr>
                <p:nvPr/>
              </p:nvSpPr>
              <p:spPr bwMode="auto">
                <a:xfrm rot="10800000">
                  <a:off x="260050" y="4015735"/>
                  <a:ext cx="967342" cy="61021"/>
                </a:xfrm>
                <a:custGeom>
                  <a:avLst/>
                  <a:gdLst>
                    <a:gd name="T0" fmla="*/ 0 w 1049"/>
                    <a:gd name="T1" fmla="*/ 26 h 66"/>
                    <a:gd name="T2" fmla="*/ 1049 w 1049"/>
                    <a:gd name="T3" fmla="*/ 66 h 66"/>
                  </a:gdLst>
                  <a:ahLst/>
                  <a:cxnLst>
                    <a:cxn ang="0">
                      <a:pos x="T0" y="T1"/>
                    </a:cxn>
                    <a:cxn ang="0">
                      <a:pos x="T2" y="T3"/>
                    </a:cxn>
                  </a:cxnLst>
                  <a:rect l="0" t="0" r="r" b="b"/>
                  <a:pathLst>
                    <a:path w="1049" h="66">
                      <a:moveTo>
                        <a:pt x="0" y="26"/>
                      </a:moveTo>
                      <a:cubicBezTo>
                        <a:pt x="270" y="26"/>
                        <a:pt x="900" y="0"/>
                        <a:pt x="1049" y="6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87" name="Freeform 46"/>
                <p:cNvSpPr>
                  <a:spLocks/>
                </p:cNvSpPr>
                <p:nvPr/>
              </p:nvSpPr>
              <p:spPr bwMode="auto">
                <a:xfrm rot="10800000">
                  <a:off x="315380" y="3676029"/>
                  <a:ext cx="26743" cy="318049"/>
                </a:xfrm>
                <a:custGeom>
                  <a:avLst/>
                  <a:gdLst>
                    <a:gd name="T0" fmla="*/ 0 w 29"/>
                    <a:gd name="T1" fmla="*/ 344 h 344"/>
                    <a:gd name="T2" fmla="*/ 0 w 29"/>
                    <a:gd name="T3" fmla="*/ 0 h 344"/>
                  </a:gdLst>
                  <a:ahLst/>
                  <a:cxnLst>
                    <a:cxn ang="0">
                      <a:pos x="T0" y="T1"/>
                    </a:cxn>
                    <a:cxn ang="0">
                      <a:pos x="T2" y="T3"/>
                    </a:cxn>
                  </a:cxnLst>
                  <a:rect l="0" t="0" r="r" b="b"/>
                  <a:pathLst>
                    <a:path w="29" h="344">
                      <a:moveTo>
                        <a:pt x="0" y="344"/>
                      </a:moveTo>
                      <a:cubicBezTo>
                        <a:pt x="29" y="264"/>
                        <a:pt x="29" y="8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88" name="Freeform 47"/>
                <p:cNvSpPr>
                  <a:spLocks/>
                </p:cNvSpPr>
                <p:nvPr/>
              </p:nvSpPr>
              <p:spPr bwMode="auto">
                <a:xfrm rot="10800000">
                  <a:off x="211176" y="3688048"/>
                  <a:ext cx="27665" cy="294010"/>
                </a:xfrm>
                <a:custGeom>
                  <a:avLst/>
                  <a:gdLst>
                    <a:gd name="T0" fmla="*/ 0 w 30"/>
                    <a:gd name="T1" fmla="*/ 318 h 318"/>
                    <a:gd name="T2" fmla="*/ 0 w 30"/>
                    <a:gd name="T3" fmla="*/ 0 h 318"/>
                  </a:gdLst>
                  <a:ahLst/>
                  <a:cxnLst>
                    <a:cxn ang="0">
                      <a:pos x="T0" y="T1"/>
                    </a:cxn>
                    <a:cxn ang="0">
                      <a:pos x="T2" y="T3"/>
                    </a:cxn>
                  </a:cxnLst>
                  <a:rect l="0" t="0" r="r" b="b"/>
                  <a:pathLst>
                    <a:path w="30" h="318">
                      <a:moveTo>
                        <a:pt x="0" y="318"/>
                      </a:moveTo>
                      <a:cubicBezTo>
                        <a:pt x="30" y="225"/>
                        <a:pt x="22" y="67"/>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89" name="Freeform 48"/>
                <p:cNvSpPr>
                  <a:spLocks/>
                </p:cNvSpPr>
                <p:nvPr/>
              </p:nvSpPr>
              <p:spPr bwMode="auto">
                <a:xfrm rot="10800000">
                  <a:off x="177056" y="3645519"/>
                  <a:ext cx="55329" cy="384617"/>
                </a:xfrm>
                <a:custGeom>
                  <a:avLst/>
                  <a:gdLst>
                    <a:gd name="T0" fmla="*/ 0 w 60"/>
                    <a:gd name="T1" fmla="*/ 416 h 416"/>
                    <a:gd name="T2" fmla="*/ 0 w 60"/>
                    <a:gd name="T3" fmla="*/ 0 h 416"/>
                  </a:gdLst>
                  <a:ahLst/>
                  <a:cxnLst>
                    <a:cxn ang="0">
                      <a:pos x="T0" y="T1"/>
                    </a:cxn>
                    <a:cxn ang="0">
                      <a:pos x="T2" y="T3"/>
                    </a:cxn>
                  </a:cxnLst>
                  <a:rect l="0" t="0" r="r" b="b"/>
                  <a:pathLst>
                    <a:path w="60" h="416">
                      <a:moveTo>
                        <a:pt x="0" y="416"/>
                      </a:moveTo>
                      <a:cubicBezTo>
                        <a:pt x="60" y="277"/>
                        <a:pt x="30" y="66"/>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90" name="Freeform 49"/>
                <p:cNvSpPr>
                  <a:spLocks/>
                </p:cNvSpPr>
                <p:nvPr/>
              </p:nvSpPr>
              <p:spPr bwMode="auto">
                <a:xfrm rot="10800000">
                  <a:off x="238841" y="3627028"/>
                  <a:ext cx="35042" cy="61021"/>
                </a:xfrm>
                <a:custGeom>
                  <a:avLst/>
                  <a:gdLst>
                    <a:gd name="T0" fmla="*/ 0 w 38"/>
                    <a:gd name="T1" fmla="*/ 66 h 66"/>
                    <a:gd name="T2" fmla="*/ 38 w 38"/>
                    <a:gd name="T3" fmla="*/ 0 h 66"/>
                  </a:gdLst>
                  <a:ahLst/>
                  <a:cxnLst>
                    <a:cxn ang="0">
                      <a:pos x="T0" y="T1"/>
                    </a:cxn>
                    <a:cxn ang="0">
                      <a:pos x="T2" y="T3"/>
                    </a:cxn>
                  </a:cxnLst>
                  <a:rect l="0" t="0" r="r" b="b"/>
                  <a:pathLst>
                    <a:path w="38" h="66">
                      <a:moveTo>
                        <a:pt x="0" y="66"/>
                      </a:moveTo>
                      <a:cubicBezTo>
                        <a:pt x="0" y="66"/>
                        <a:pt x="38" y="26"/>
                        <a:pt x="38"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91" name="Freeform 50"/>
                <p:cNvSpPr>
                  <a:spLocks/>
                </p:cNvSpPr>
                <p:nvPr/>
              </p:nvSpPr>
              <p:spPr bwMode="auto">
                <a:xfrm rot="10800000">
                  <a:off x="238841" y="3982059"/>
                  <a:ext cx="35042" cy="61021"/>
                </a:xfrm>
                <a:custGeom>
                  <a:avLst/>
                  <a:gdLst>
                    <a:gd name="T0" fmla="*/ 0 w 38"/>
                    <a:gd name="T1" fmla="*/ 0 h 66"/>
                    <a:gd name="T2" fmla="*/ 38 w 38"/>
                    <a:gd name="T3" fmla="*/ 66 h 66"/>
                  </a:gdLst>
                  <a:ahLst/>
                  <a:cxnLst>
                    <a:cxn ang="0">
                      <a:pos x="T0" y="T1"/>
                    </a:cxn>
                    <a:cxn ang="0">
                      <a:pos x="T2" y="T3"/>
                    </a:cxn>
                  </a:cxnLst>
                  <a:rect l="0" t="0" r="r" b="b"/>
                  <a:pathLst>
                    <a:path w="38" h="66">
                      <a:moveTo>
                        <a:pt x="0" y="0"/>
                      </a:moveTo>
                      <a:cubicBezTo>
                        <a:pt x="0" y="0"/>
                        <a:pt x="38" y="40"/>
                        <a:pt x="38" y="6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92" name="Freeform 51"/>
                <p:cNvSpPr>
                  <a:spLocks/>
                </p:cNvSpPr>
                <p:nvPr/>
              </p:nvSpPr>
              <p:spPr bwMode="auto">
                <a:xfrm rot="10800000">
                  <a:off x="155847" y="3700992"/>
                  <a:ext cx="55329" cy="268122"/>
                </a:xfrm>
                <a:custGeom>
                  <a:avLst/>
                  <a:gdLst>
                    <a:gd name="T0" fmla="*/ 0 w 60"/>
                    <a:gd name="T1" fmla="*/ 290 h 290"/>
                    <a:gd name="T2" fmla="*/ 0 w 60"/>
                    <a:gd name="T3" fmla="*/ 0 h 290"/>
                  </a:gdLst>
                  <a:ahLst/>
                  <a:cxnLst>
                    <a:cxn ang="0">
                      <a:pos x="T0" y="T1"/>
                    </a:cxn>
                    <a:cxn ang="0">
                      <a:pos x="T2" y="T3"/>
                    </a:cxn>
                  </a:cxnLst>
                  <a:rect l="0" t="0" r="r" b="b"/>
                  <a:pathLst>
                    <a:path w="60" h="290">
                      <a:moveTo>
                        <a:pt x="0" y="290"/>
                      </a:moveTo>
                      <a:cubicBezTo>
                        <a:pt x="37" y="290"/>
                        <a:pt x="60" y="26"/>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93" name="Freeform 52"/>
                <p:cNvSpPr>
                  <a:spLocks/>
                </p:cNvSpPr>
                <p:nvPr/>
              </p:nvSpPr>
              <p:spPr bwMode="auto">
                <a:xfrm rot="10800000">
                  <a:off x="211176" y="3676029"/>
                  <a:ext cx="130946" cy="24963"/>
                </a:xfrm>
                <a:custGeom>
                  <a:avLst/>
                  <a:gdLst>
                    <a:gd name="T0" fmla="*/ 0 w 142"/>
                    <a:gd name="T1" fmla="*/ 27 h 27"/>
                    <a:gd name="T2" fmla="*/ 142 w 142"/>
                    <a:gd name="T3" fmla="*/ 0 h 27"/>
                  </a:gdLst>
                  <a:ahLst/>
                  <a:cxnLst>
                    <a:cxn ang="0">
                      <a:pos x="T0" y="T1"/>
                    </a:cxn>
                    <a:cxn ang="0">
                      <a:pos x="T2" y="T3"/>
                    </a:cxn>
                  </a:cxnLst>
                  <a:rect l="0" t="0" r="r" b="b"/>
                  <a:pathLst>
                    <a:path w="142" h="27">
                      <a:moveTo>
                        <a:pt x="0" y="27"/>
                      </a:moveTo>
                      <a:cubicBezTo>
                        <a:pt x="0" y="27"/>
                        <a:pt x="142" y="27"/>
                        <a:pt x="142"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94" name="Freeform 53"/>
                <p:cNvSpPr>
                  <a:spLocks/>
                </p:cNvSpPr>
                <p:nvPr/>
              </p:nvSpPr>
              <p:spPr bwMode="auto">
                <a:xfrm rot="10800000">
                  <a:off x="211176" y="3969115"/>
                  <a:ext cx="130946" cy="24963"/>
                </a:xfrm>
                <a:custGeom>
                  <a:avLst/>
                  <a:gdLst>
                    <a:gd name="T0" fmla="*/ 0 w 142"/>
                    <a:gd name="T1" fmla="*/ 0 h 27"/>
                    <a:gd name="T2" fmla="*/ 142 w 142"/>
                    <a:gd name="T3" fmla="*/ 27 h 27"/>
                  </a:gdLst>
                  <a:ahLst/>
                  <a:cxnLst>
                    <a:cxn ang="0">
                      <a:pos x="T0" y="T1"/>
                    </a:cxn>
                    <a:cxn ang="0">
                      <a:pos x="T2" y="T3"/>
                    </a:cxn>
                  </a:cxnLst>
                  <a:rect l="0" t="0" r="r" b="b"/>
                  <a:pathLst>
                    <a:path w="142" h="27">
                      <a:moveTo>
                        <a:pt x="0" y="0"/>
                      </a:moveTo>
                      <a:cubicBezTo>
                        <a:pt x="0" y="0"/>
                        <a:pt x="142" y="0"/>
                        <a:pt x="142" y="2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95" name="Freeform 57"/>
                <p:cNvSpPr>
                  <a:spLocks/>
                </p:cNvSpPr>
                <p:nvPr/>
              </p:nvSpPr>
              <p:spPr bwMode="auto">
                <a:xfrm rot="10800000">
                  <a:off x="180677" y="3825415"/>
                  <a:ext cx="13832" cy="24039"/>
                </a:xfrm>
                <a:custGeom>
                  <a:avLst/>
                  <a:gdLst>
                    <a:gd name="T0" fmla="*/ 7 w 15"/>
                    <a:gd name="T1" fmla="*/ 26 h 26"/>
                    <a:gd name="T2" fmla="*/ 0 w 15"/>
                    <a:gd name="T3" fmla="*/ 13 h 26"/>
                    <a:gd name="T4" fmla="*/ 7 w 15"/>
                    <a:gd name="T5" fmla="*/ 0 h 26"/>
                    <a:gd name="T6" fmla="*/ 15 w 15"/>
                    <a:gd name="T7" fmla="*/ 13 h 26"/>
                    <a:gd name="T8" fmla="*/ 7 w 15"/>
                    <a:gd name="T9" fmla="*/ 26 h 26"/>
                  </a:gdLst>
                  <a:ahLst/>
                  <a:cxnLst>
                    <a:cxn ang="0">
                      <a:pos x="T0" y="T1"/>
                    </a:cxn>
                    <a:cxn ang="0">
                      <a:pos x="T2" y="T3"/>
                    </a:cxn>
                    <a:cxn ang="0">
                      <a:pos x="T4" y="T5"/>
                    </a:cxn>
                    <a:cxn ang="0">
                      <a:pos x="T6" y="T7"/>
                    </a:cxn>
                    <a:cxn ang="0">
                      <a:pos x="T8" y="T9"/>
                    </a:cxn>
                  </a:cxnLst>
                  <a:rect l="0" t="0" r="r" b="b"/>
                  <a:pathLst>
                    <a:path w="15" h="26">
                      <a:moveTo>
                        <a:pt x="7" y="26"/>
                      </a:moveTo>
                      <a:cubicBezTo>
                        <a:pt x="0" y="26"/>
                        <a:pt x="0" y="20"/>
                        <a:pt x="0" y="13"/>
                      </a:cubicBezTo>
                      <a:cubicBezTo>
                        <a:pt x="0" y="6"/>
                        <a:pt x="0" y="0"/>
                        <a:pt x="7" y="0"/>
                      </a:cubicBezTo>
                      <a:cubicBezTo>
                        <a:pt x="7" y="0"/>
                        <a:pt x="15" y="6"/>
                        <a:pt x="15" y="13"/>
                      </a:cubicBezTo>
                      <a:cubicBezTo>
                        <a:pt x="15" y="20"/>
                        <a:pt x="7" y="26"/>
                        <a:pt x="7" y="2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96" name="Freeform 58"/>
                <p:cNvSpPr>
                  <a:spLocks/>
                </p:cNvSpPr>
                <p:nvPr/>
              </p:nvSpPr>
              <p:spPr bwMode="auto">
                <a:xfrm rot="10800000">
                  <a:off x="535775" y="3688048"/>
                  <a:ext cx="13832" cy="294010"/>
                </a:xfrm>
                <a:custGeom>
                  <a:avLst/>
                  <a:gdLst>
                    <a:gd name="T0" fmla="*/ 0 w 15"/>
                    <a:gd name="T1" fmla="*/ 318 h 318"/>
                    <a:gd name="T2" fmla="*/ 0 w 15"/>
                    <a:gd name="T3" fmla="*/ 0 h 318"/>
                  </a:gdLst>
                  <a:ahLst/>
                  <a:cxnLst>
                    <a:cxn ang="0">
                      <a:pos x="T0" y="T1"/>
                    </a:cxn>
                    <a:cxn ang="0">
                      <a:pos x="T2" y="T3"/>
                    </a:cxn>
                  </a:cxnLst>
                  <a:rect l="0" t="0" r="r" b="b"/>
                  <a:pathLst>
                    <a:path w="15" h="318">
                      <a:moveTo>
                        <a:pt x="0" y="318"/>
                      </a:moveTo>
                      <a:cubicBezTo>
                        <a:pt x="15" y="271"/>
                        <a:pt x="15" y="4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97" name="Freeform 59"/>
                <p:cNvSpPr>
                  <a:spLocks/>
                </p:cNvSpPr>
                <p:nvPr/>
              </p:nvSpPr>
              <p:spPr bwMode="auto">
                <a:xfrm rot="10800000">
                  <a:off x="452781" y="3590970"/>
                  <a:ext cx="588335" cy="110023"/>
                </a:xfrm>
                <a:custGeom>
                  <a:avLst/>
                  <a:gdLst>
                    <a:gd name="T0" fmla="*/ 638 w 638"/>
                    <a:gd name="T1" fmla="*/ 80 h 119"/>
                    <a:gd name="T2" fmla="*/ 0 w 638"/>
                    <a:gd name="T3" fmla="*/ 119 h 119"/>
                  </a:gdLst>
                  <a:ahLst/>
                  <a:cxnLst>
                    <a:cxn ang="0">
                      <a:pos x="T0" y="T1"/>
                    </a:cxn>
                    <a:cxn ang="0">
                      <a:pos x="T2" y="T3"/>
                    </a:cxn>
                  </a:cxnLst>
                  <a:rect l="0" t="0" r="r" b="b"/>
                  <a:pathLst>
                    <a:path w="638" h="119">
                      <a:moveTo>
                        <a:pt x="638" y="80"/>
                      </a:moveTo>
                      <a:cubicBezTo>
                        <a:pt x="518" y="14"/>
                        <a:pt x="0" y="0"/>
                        <a:pt x="0" y="11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98" name="Freeform 60"/>
                <p:cNvSpPr>
                  <a:spLocks/>
                </p:cNvSpPr>
                <p:nvPr/>
              </p:nvSpPr>
              <p:spPr bwMode="auto">
                <a:xfrm rot="10800000">
                  <a:off x="446326" y="3966734"/>
                  <a:ext cx="594791" cy="110023"/>
                </a:xfrm>
                <a:custGeom>
                  <a:avLst/>
                  <a:gdLst>
                    <a:gd name="T0" fmla="*/ 645 w 645"/>
                    <a:gd name="T1" fmla="*/ 39 h 119"/>
                    <a:gd name="T2" fmla="*/ 0 w 645"/>
                    <a:gd name="T3" fmla="*/ 0 h 119"/>
                  </a:gdLst>
                  <a:ahLst/>
                  <a:cxnLst>
                    <a:cxn ang="0">
                      <a:pos x="T0" y="T1"/>
                    </a:cxn>
                    <a:cxn ang="0">
                      <a:pos x="T2" y="T3"/>
                    </a:cxn>
                  </a:cxnLst>
                  <a:rect l="0" t="0" r="r" b="b"/>
                  <a:pathLst>
                    <a:path w="645" h="119">
                      <a:moveTo>
                        <a:pt x="645" y="39"/>
                      </a:moveTo>
                      <a:cubicBezTo>
                        <a:pt x="525" y="105"/>
                        <a:pt x="0" y="119"/>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99" name="Freeform 61"/>
                <p:cNvSpPr>
                  <a:spLocks/>
                </p:cNvSpPr>
                <p:nvPr/>
              </p:nvSpPr>
              <p:spPr bwMode="auto">
                <a:xfrm rot="10800000">
                  <a:off x="452781" y="3615008"/>
                  <a:ext cx="580958" cy="12019"/>
                </a:xfrm>
                <a:custGeom>
                  <a:avLst/>
                  <a:gdLst>
                    <a:gd name="T0" fmla="*/ 630 w 630"/>
                    <a:gd name="T1" fmla="*/ 0 h 13"/>
                    <a:gd name="T2" fmla="*/ 0 w 630"/>
                    <a:gd name="T3" fmla="*/ 13 h 13"/>
                  </a:gdLst>
                  <a:ahLst/>
                  <a:cxnLst>
                    <a:cxn ang="0">
                      <a:pos x="T0" y="T1"/>
                    </a:cxn>
                    <a:cxn ang="0">
                      <a:pos x="T2" y="T3"/>
                    </a:cxn>
                  </a:cxnLst>
                  <a:rect l="0" t="0" r="r" b="b"/>
                  <a:pathLst>
                    <a:path w="630" h="13">
                      <a:moveTo>
                        <a:pt x="630" y="0"/>
                      </a:moveTo>
                      <a:cubicBezTo>
                        <a:pt x="510" y="13"/>
                        <a:pt x="270" y="13"/>
                        <a:pt x="0" y="1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00" name="Freeform 62"/>
                <p:cNvSpPr>
                  <a:spLocks/>
                </p:cNvSpPr>
                <p:nvPr/>
              </p:nvSpPr>
              <p:spPr bwMode="auto">
                <a:xfrm rot="10800000">
                  <a:off x="446326" y="4043079"/>
                  <a:ext cx="580958" cy="12019"/>
                </a:xfrm>
                <a:custGeom>
                  <a:avLst/>
                  <a:gdLst>
                    <a:gd name="T0" fmla="*/ 630 w 630"/>
                    <a:gd name="T1" fmla="*/ 13 h 13"/>
                    <a:gd name="T2" fmla="*/ 0 w 630"/>
                    <a:gd name="T3" fmla="*/ 0 h 13"/>
                  </a:gdLst>
                  <a:ahLst/>
                  <a:cxnLst>
                    <a:cxn ang="0">
                      <a:pos x="T0" y="T1"/>
                    </a:cxn>
                    <a:cxn ang="0">
                      <a:pos x="T2" y="T3"/>
                    </a:cxn>
                  </a:cxnLst>
                  <a:rect l="0" t="0" r="r" b="b"/>
                  <a:pathLst>
                    <a:path w="630" h="13">
                      <a:moveTo>
                        <a:pt x="630" y="13"/>
                      </a:moveTo>
                      <a:cubicBezTo>
                        <a:pt x="510" y="0"/>
                        <a:pt x="270" y="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01" name="Freeform 63"/>
                <p:cNvSpPr>
                  <a:spLocks/>
                </p:cNvSpPr>
                <p:nvPr/>
              </p:nvSpPr>
              <p:spPr bwMode="auto">
                <a:xfrm rot="10800000">
                  <a:off x="480446" y="3627028"/>
                  <a:ext cx="525629" cy="61021"/>
                </a:xfrm>
                <a:custGeom>
                  <a:avLst/>
                  <a:gdLst>
                    <a:gd name="T0" fmla="*/ 570 w 570"/>
                    <a:gd name="T1" fmla="*/ 66 h 66"/>
                    <a:gd name="T2" fmla="*/ 0 w 570"/>
                    <a:gd name="T3" fmla="*/ 66 h 66"/>
                  </a:gdLst>
                  <a:ahLst/>
                  <a:cxnLst>
                    <a:cxn ang="0">
                      <a:pos x="T0" y="T1"/>
                    </a:cxn>
                    <a:cxn ang="0">
                      <a:pos x="T2" y="T3"/>
                    </a:cxn>
                  </a:cxnLst>
                  <a:rect l="0" t="0" r="r" b="b"/>
                  <a:pathLst>
                    <a:path w="570" h="66">
                      <a:moveTo>
                        <a:pt x="570" y="66"/>
                      </a:moveTo>
                      <a:cubicBezTo>
                        <a:pt x="420" y="0"/>
                        <a:pt x="37" y="26"/>
                        <a:pt x="0" y="6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02" name="Freeform 64"/>
                <p:cNvSpPr>
                  <a:spLocks/>
                </p:cNvSpPr>
                <p:nvPr/>
              </p:nvSpPr>
              <p:spPr bwMode="auto">
                <a:xfrm rot="10800000">
                  <a:off x="480446" y="3627028"/>
                  <a:ext cx="525629" cy="0"/>
                </a:xfrm>
                <a:custGeom>
                  <a:avLst/>
                  <a:gdLst>
                    <a:gd name="T0" fmla="*/ 570 w 570"/>
                    <a:gd name="T1" fmla="*/ 0 w 570"/>
                  </a:gdLst>
                  <a:ahLst/>
                  <a:cxnLst>
                    <a:cxn ang="0">
                      <a:pos x="T0" y="0"/>
                    </a:cxn>
                    <a:cxn ang="0">
                      <a:pos x="T1" y="0"/>
                    </a:cxn>
                  </a:cxnLst>
                  <a:rect l="0" t="0" r="r" b="b"/>
                  <a:pathLst>
                    <a:path w="570">
                      <a:moveTo>
                        <a:pt x="570" y="0"/>
                      </a:moveTo>
                      <a:cubicBezTo>
                        <a:pt x="360" y="0"/>
                        <a:pt x="90" y="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03" name="Freeform 65"/>
                <p:cNvSpPr>
                  <a:spLocks/>
                </p:cNvSpPr>
                <p:nvPr/>
              </p:nvSpPr>
              <p:spPr bwMode="auto">
                <a:xfrm rot="10800000">
                  <a:off x="770925" y="3615008"/>
                  <a:ext cx="21210" cy="49002"/>
                </a:xfrm>
                <a:custGeom>
                  <a:avLst/>
                  <a:gdLst>
                    <a:gd name="T0" fmla="*/ 23 w 23"/>
                    <a:gd name="T1" fmla="*/ 0 h 53"/>
                    <a:gd name="T2" fmla="*/ 0 w 23"/>
                    <a:gd name="T3" fmla="*/ 53 h 53"/>
                  </a:gdLst>
                  <a:ahLst/>
                  <a:cxnLst>
                    <a:cxn ang="0">
                      <a:pos x="T0" y="T1"/>
                    </a:cxn>
                    <a:cxn ang="0">
                      <a:pos x="T2" y="T3"/>
                    </a:cxn>
                  </a:cxnLst>
                  <a:rect l="0" t="0" r="r" b="b"/>
                  <a:pathLst>
                    <a:path w="23" h="53">
                      <a:moveTo>
                        <a:pt x="23" y="0"/>
                      </a:moveTo>
                      <a:cubicBezTo>
                        <a:pt x="15" y="13"/>
                        <a:pt x="0" y="40"/>
                        <a:pt x="0" y="5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04" name="Freeform 66"/>
                <p:cNvSpPr>
                  <a:spLocks/>
                </p:cNvSpPr>
                <p:nvPr/>
              </p:nvSpPr>
              <p:spPr bwMode="auto">
                <a:xfrm rot="10800000">
                  <a:off x="736805" y="3615008"/>
                  <a:ext cx="13832" cy="49002"/>
                </a:xfrm>
                <a:custGeom>
                  <a:avLst/>
                  <a:gdLst>
                    <a:gd name="T0" fmla="*/ 15 w 15"/>
                    <a:gd name="T1" fmla="*/ 0 h 53"/>
                    <a:gd name="T2" fmla="*/ 0 w 15"/>
                    <a:gd name="T3" fmla="*/ 53 h 53"/>
                  </a:gdLst>
                  <a:ahLst/>
                  <a:cxnLst>
                    <a:cxn ang="0">
                      <a:pos x="T0" y="T1"/>
                    </a:cxn>
                    <a:cxn ang="0">
                      <a:pos x="T2" y="T3"/>
                    </a:cxn>
                  </a:cxnLst>
                  <a:rect l="0" t="0" r="r" b="b"/>
                  <a:pathLst>
                    <a:path w="15" h="53">
                      <a:moveTo>
                        <a:pt x="15" y="0"/>
                      </a:moveTo>
                      <a:cubicBezTo>
                        <a:pt x="15" y="13"/>
                        <a:pt x="8" y="40"/>
                        <a:pt x="0" y="5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05" name="Freeform 67"/>
                <p:cNvSpPr>
                  <a:spLocks/>
                </p:cNvSpPr>
                <p:nvPr/>
              </p:nvSpPr>
              <p:spPr bwMode="auto">
                <a:xfrm rot="10800000">
                  <a:off x="757092" y="3590970"/>
                  <a:ext cx="27665" cy="73040"/>
                </a:xfrm>
                <a:custGeom>
                  <a:avLst/>
                  <a:gdLst>
                    <a:gd name="T0" fmla="*/ 30 w 30"/>
                    <a:gd name="T1" fmla="*/ 0 h 79"/>
                    <a:gd name="T2" fmla="*/ 0 w 30"/>
                    <a:gd name="T3" fmla="*/ 79 h 79"/>
                  </a:gdLst>
                  <a:ahLst/>
                  <a:cxnLst>
                    <a:cxn ang="0">
                      <a:pos x="T0" y="T1"/>
                    </a:cxn>
                    <a:cxn ang="0">
                      <a:pos x="T2" y="T3"/>
                    </a:cxn>
                  </a:cxnLst>
                  <a:rect l="0" t="0" r="r" b="b"/>
                  <a:pathLst>
                    <a:path w="30" h="79">
                      <a:moveTo>
                        <a:pt x="30" y="0"/>
                      </a:moveTo>
                      <a:cubicBezTo>
                        <a:pt x="22" y="26"/>
                        <a:pt x="7" y="66"/>
                        <a:pt x="0" y="7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06" name="Freeform 92"/>
                <p:cNvSpPr>
                  <a:spLocks/>
                </p:cNvSpPr>
                <p:nvPr/>
              </p:nvSpPr>
              <p:spPr bwMode="auto">
                <a:xfrm rot="10800000">
                  <a:off x="487823" y="3979678"/>
                  <a:ext cx="525629" cy="61021"/>
                </a:xfrm>
                <a:custGeom>
                  <a:avLst/>
                  <a:gdLst>
                    <a:gd name="T0" fmla="*/ 570 w 570"/>
                    <a:gd name="T1" fmla="*/ 0 h 66"/>
                    <a:gd name="T2" fmla="*/ 0 w 570"/>
                    <a:gd name="T3" fmla="*/ 0 h 66"/>
                  </a:gdLst>
                  <a:ahLst/>
                  <a:cxnLst>
                    <a:cxn ang="0">
                      <a:pos x="T0" y="T1"/>
                    </a:cxn>
                    <a:cxn ang="0">
                      <a:pos x="T2" y="T3"/>
                    </a:cxn>
                  </a:cxnLst>
                  <a:rect l="0" t="0" r="r" b="b"/>
                  <a:pathLst>
                    <a:path w="570" h="66">
                      <a:moveTo>
                        <a:pt x="570" y="0"/>
                      </a:moveTo>
                      <a:cubicBezTo>
                        <a:pt x="420" y="66"/>
                        <a:pt x="38" y="3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07" name="Freeform 93"/>
                <p:cNvSpPr>
                  <a:spLocks/>
                </p:cNvSpPr>
                <p:nvPr/>
              </p:nvSpPr>
              <p:spPr bwMode="auto">
                <a:xfrm rot="10800000">
                  <a:off x="487823" y="4043079"/>
                  <a:ext cx="525629" cy="0"/>
                </a:xfrm>
                <a:custGeom>
                  <a:avLst/>
                  <a:gdLst>
                    <a:gd name="T0" fmla="*/ 570 w 570"/>
                    <a:gd name="T1" fmla="*/ 0 w 570"/>
                  </a:gdLst>
                  <a:ahLst/>
                  <a:cxnLst>
                    <a:cxn ang="0">
                      <a:pos x="T0" y="0"/>
                    </a:cxn>
                    <a:cxn ang="0">
                      <a:pos x="T1" y="0"/>
                    </a:cxn>
                  </a:cxnLst>
                  <a:rect l="0" t="0" r="r" b="b"/>
                  <a:pathLst>
                    <a:path w="570">
                      <a:moveTo>
                        <a:pt x="570" y="0"/>
                      </a:moveTo>
                      <a:cubicBezTo>
                        <a:pt x="360" y="0"/>
                        <a:pt x="90" y="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08" name="Freeform 94"/>
                <p:cNvSpPr>
                  <a:spLocks/>
                </p:cNvSpPr>
                <p:nvPr/>
              </p:nvSpPr>
              <p:spPr bwMode="auto">
                <a:xfrm rot="10800000">
                  <a:off x="778302" y="4006097"/>
                  <a:ext cx="20287" cy="49002"/>
                </a:xfrm>
                <a:custGeom>
                  <a:avLst/>
                  <a:gdLst>
                    <a:gd name="T0" fmla="*/ 22 w 22"/>
                    <a:gd name="T1" fmla="*/ 53 h 53"/>
                    <a:gd name="T2" fmla="*/ 0 w 22"/>
                    <a:gd name="T3" fmla="*/ 0 h 53"/>
                  </a:gdLst>
                  <a:ahLst/>
                  <a:cxnLst>
                    <a:cxn ang="0">
                      <a:pos x="T0" y="T1"/>
                    </a:cxn>
                    <a:cxn ang="0">
                      <a:pos x="T2" y="T3"/>
                    </a:cxn>
                  </a:cxnLst>
                  <a:rect l="0" t="0" r="r" b="b"/>
                  <a:pathLst>
                    <a:path w="22" h="53">
                      <a:moveTo>
                        <a:pt x="22" y="53"/>
                      </a:moveTo>
                      <a:cubicBezTo>
                        <a:pt x="15" y="33"/>
                        <a:pt x="0" y="1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09" name="Freeform 95"/>
                <p:cNvSpPr>
                  <a:spLocks/>
                </p:cNvSpPr>
                <p:nvPr/>
              </p:nvSpPr>
              <p:spPr bwMode="auto">
                <a:xfrm rot="10800000">
                  <a:off x="743260" y="4006097"/>
                  <a:ext cx="13832" cy="49002"/>
                </a:xfrm>
                <a:custGeom>
                  <a:avLst/>
                  <a:gdLst>
                    <a:gd name="T0" fmla="*/ 15 w 15"/>
                    <a:gd name="T1" fmla="*/ 53 h 53"/>
                    <a:gd name="T2" fmla="*/ 0 w 15"/>
                    <a:gd name="T3" fmla="*/ 0 h 53"/>
                  </a:gdLst>
                  <a:ahLst/>
                  <a:cxnLst>
                    <a:cxn ang="0">
                      <a:pos x="T0" y="T1"/>
                    </a:cxn>
                    <a:cxn ang="0">
                      <a:pos x="T2" y="T3"/>
                    </a:cxn>
                  </a:cxnLst>
                  <a:rect l="0" t="0" r="r" b="b"/>
                  <a:pathLst>
                    <a:path w="15" h="53">
                      <a:moveTo>
                        <a:pt x="15" y="53"/>
                      </a:moveTo>
                      <a:cubicBezTo>
                        <a:pt x="15" y="33"/>
                        <a:pt x="7" y="1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10" name="Freeform 96"/>
                <p:cNvSpPr>
                  <a:spLocks/>
                </p:cNvSpPr>
                <p:nvPr/>
              </p:nvSpPr>
              <p:spPr bwMode="auto">
                <a:xfrm rot="10800000">
                  <a:off x="762089" y="4006466"/>
                  <a:ext cx="27665" cy="72000"/>
                </a:xfrm>
                <a:custGeom>
                  <a:avLst/>
                  <a:gdLst>
                    <a:gd name="T0" fmla="*/ 30 w 30"/>
                    <a:gd name="T1" fmla="*/ 86 h 86"/>
                    <a:gd name="T2" fmla="*/ 0 w 30"/>
                    <a:gd name="T3" fmla="*/ 0 h 86"/>
                  </a:gdLst>
                  <a:ahLst/>
                  <a:cxnLst>
                    <a:cxn ang="0">
                      <a:pos x="T0" y="T1"/>
                    </a:cxn>
                    <a:cxn ang="0">
                      <a:pos x="T2" y="T3"/>
                    </a:cxn>
                  </a:cxnLst>
                  <a:rect l="0" t="0" r="r" b="b"/>
                  <a:pathLst>
                    <a:path w="30" h="86">
                      <a:moveTo>
                        <a:pt x="30" y="86"/>
                      </a:moveTo>
                      <a:cubicBezTo>
                        <a:pt x="23" y="60"/>
                        <a:pt x="8" y="1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11" name="Freeform 121"/>
                <p:cNvSpPr>
                  <a:spLocks/>
                </p:cNvSpPr>
                <p:nvPr/>
              </p:nvSpPr>
              <p:spPr bwMode="auto">
                <a:xfrm rot="10800000">
                  <a:off x="840086" y="3639971"/>
                  <a:ext cx="193653" cy="36058"/>
                </a:xfrm>
                <a:custGeom>
                  <a:avLst/>
                  <a:gdLst>
                    <a:gd name="T0" fmla="*/ 0 w 210"/>
                    <a:gd name="T1" fmla="*/ 39 h 39"/>
                    <a:gd name="T2" fmla="*/ 210 w 210"/>
                    <a:gd name="T3" fmla="*/ 0 h 39"/>
                  </a:gdLst>
                  <a:ahLst/>
                  <a:cxnLst>
                    <a:cxn ang="0">
                      <a:pos x="T0" y="T1"/>
                    </a:cxn>
                    <a:cxn ang="0">
                      <a:pos x="T2" y="T3"/>
                    </a:cxn>
                  </a:cxnLst>
                  <a:rect l="0" t="0" r="r" b="b"/>
                  <a:pathLst>
                    <a:path w="210" h="39">
                      <a:moveTo>
                        <a:pt x="0" y="39"/>
                      </a:moveTo>
                      <a:cubicBezTo>
                        <a:pt x="60" y="26"/>
                        <a:pt x="150" y="0"/>
                        <a:pt x="21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12" name="Freeform 122"/>
                <p:cNvSpPr>
                  <a:spLocks/>
                </p:cNvSpPr>
                <p:nvPr/>
              </p:nvSpPr>
              <p:spPr bwMode="auto">
                <a:xfrm rot="10800000">
                  <a:off x="840086" y="3994078"/>
                  <a:ext cx="193653" cy="36058"/>
                </a:xfrm>
                <a:custGeom>
                  <a:avLst/>
                  <a:gdLst>
                    <a:gd name="T0" fmla="*/ 0 w 210"/>
                    <a:gd name="T1" fmla="*/ 0 h 39"/>
                    <a:gd name="T2" fmla="*/ 210 w 210"/>
                    <a:gd name="T3" fmla="*/ 39 h 39"/>
                  </a:gdLst>
                  <a:ahLst/>
                  <a:cxnLst>
                    <a:cxn ang="0">
                      <a:pos x="T0" y="T1"/>
                    </a:cxn>
                    <a:cxn ang="0">
                      <a:pos x="T2" y="T3"/>
                    </a:cxn>
                  </a:cxnLst>
                  <a:rect l="0" t="0" r="r" b="b"/>
                  <a:pathLst>
                    <a:path w="210" h="39">
                      <a:moveTo>
                        <a:pt x="0" y="0"/>
                      </a:moveTo>
                      <a:cubicBezTo>
                        <a:pt x="60" y="13"/>
                        <a:pt x="150" y="39"/>
                        <a:pt x="210" y="3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13" name="Freeform 123"/>
                <p:cNvSpPr>
                  <a:spLocks/>
                </p:cNvSpPr>
                <p:nvPr/>
              </p:nvSpPr>
              <p:spPr bwMode="auto">
                <a:xfrm rot="10800000">
                  <a:off x="964577" y="3553987"/>
                  <a:ext cx="41497" cy="55474"/>
                </a:xfrm>
                <a:custGeom>
                  <a:avLst/>
                  <a:gdLst>
                    <a:gd name="T0" fmla="*/ 45 w 45"/>
                    <a:gd name="T1" fmla="*/ 53 h 60"/>
                    <a:gd name="T2" fmla="*/ 0 w 45"/>
                    <a:gd name="T3" fmla="*/ 0 h 60"/>
                  </a:gdLst>
                  <a:ahLst/>
                  <a:cxnLst>
                    <a:cxn ang="0">
                      <a:pos x="T0" y="T1"/>
                    </a:cxn>
                    <a:cxn ang="0">
                      <a:pos x="T2" y="T3"/>
                    </a:cxn>
                  </a:cxnLst>
                  <a:rect l="0" t="0" r="r" b="b"/>
                  <a:pathLst>
                    <a:path w="45" h="60">
                      <a:moveTo>
                        <a:pt x="45" y="53"/>
                      </a:moveTo>
                      <a:cubicBezTo>
                        <a:pt x="30" y="60"/>
                        <a:pt x="7" y="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14" name="Freeform 124"/>
                <p:cNvSpPr>
                  <a:spLocks/>
                </p:cNvSpPr>
                <p:nvPr/>
              </p:nvSpPr>
              <p:spPr bwMode="auto">
                <a:xfrm rot="10800000">
                  <a:off x="964577" y="3560459"/>
                  <a:ext cx="41497" cy="73040"/>
                </a:xfrm>
                <a:custGeom>
                  <a:avLst/>
                  <a:gdLst>
                    <a:gd name="T0" fmla="*/ 0 w 45"/>
                    <a:gd name="T1" fmla="*/ 26 h 79"/>
                    <a:gd name="T2" fmla="*/ 45 w 45"/>
                    <a:gd name="T3" fmla="*/ 79 h 79"/>
                  </a:gdLst>
                  <a:ahLst/>
                  <a:cxnLst>
                    <a:cxn ang="0">
                      <a:pos x="T0" y="T1"/>
                    </a:cxn>
                    <a:cxn ang="0">
                      <a:pos x="T2" y="T3"/>
                    </a:cxn>
                  </a:cxnLst>
                  <a:rect l="0" t="0" r="r" b="b"/>
                  <a:pathLst>
                    <a:path w="45" h="79">
                      <a:moveTo>
                        <a:pt x="0" y="26"/>
                      </a:moveTo>
                      <a:cubicBezTo>
                        <a:pt x="30" y="0"/>
                        <a:pt x="45" y="73"/>
                        <a:pt x="45" y="7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15" name="Freeform 125"/>
                <p:cNvSpPr>
                  <a:spLocks/>
                </p:cNvSpPr>
                <p:nvPr/>
              </p:nvSpPr>
              <p:spPr bwMode="auto">
                <a:xfrm rot="10800000">
                  <a:off x="950745" y="3560459"/>
                  <a:ext cx="41497" cy="73040"/>
                </a:xfrm>
                <a:custGeom>
                  <a:avLst/>
                  <a:gdLst>
                    <a:gd name="T0" fmla="*/ 0 w 45"/>
                    <a:gd name="T1" fmla="*/ 13 h 79"/>
                    <a:gd name="T2" fmla="*/ 30 w 45"/>
                    <a:gd name="T3" fmla="*/ 79 h 79"/>
                  </a:gdLst>
                  <a:ahLst/>
                  <a:cxnLst>
                    <a:cxn ang="0">
                      <a:pos x="T0" y="T1"/>
                    </a:cxn>
                    <a:cxn ang="0">
                      <a:pos x="T2" y="T3"/>
                    </a:cxn>
                  </a:cxnLst>
                  <a:rect l="0" t="0" r="r" b="b"/>
                  <a:pathLst>
                    <a:path w="45" h="79">
                      <a:moveTo>
                        <a:pt x="0" y="13"/>
                      </a:moveTo>
                      <a:cubicBezTo>
                        <a:pt x="15" y="0"/>
                        <a:pt x="45" y="79"/>
                        <a:pt x="30" y="7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16" name="Freeform 126"/>
                <p:cNvSpPr>
                  <a:spLocks/>
                </p:cNvSpPr>
                <p:nvPr/>
              </p:nvSpPr>
              <p:spPr bwMode="auto">
                <a:xfrm rot="10800000">
                  <a:off x="964577" y="4055099"/>
                  <a:ext cx="41497" cy="61021"/>
                </a:xfrm>
                <a:custGeom>
                  <a:avLst/>
                  <a:gdLst>
                    <a:gd name="T0" fmla="*/ 45 w 45"/>
                    <a:gd name="T1" fmla="*/ 13 h 66"/>
                    <a:gd name="T2" fmla="*/ 0 w 45"/>
                    <a:gd name="T3" fmla="*/ 66 h 66"/>
                  </a:gdLst>
                  <a:ahLst/>
                  <a:cxnLst>
                    <a:cxn ang="0">
                      <a:pos x="T0" y="T1"/>
                    </a:cxn>
                    <a:cxn ang="0">
                      <a:pos x="T2" y="T3"/>
                    </a:cxn>
                  </a:cxnLst>
                  <a:rect l="0" t="0" r="r" b="b"/>
                  <a:pathLst>
                    <a:path w="45" h="66">
                      <a:moveTo>
                        <a:pt x="45" y="13"/>
                      </a:moveTo>
                      <a:cubicBezTo>
                        <a:pt x="30" y="0"/>
                        <a:pt x="7" y="66"/>
                        <a:pt x="0" y="6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17" name="Freeform 127"/>
                <p:cNvSpPr>
                  <a:spLocks/>
                </p:cNvSpPr>
                <p:nvPr/>
              </p:nvSpPr>
              <p:spPr bwMode="auto">
                <a:xfrm rot="10800000">
                  <a:off x="964577" y="4030136"/>
                  <a:ext cx="41497" cy="73965"/>
                </a:xfrm>
                <a:custGeom>
                  <a:avLst/>
                  <a:gdLst>
                    <a:gd name="T0" fmla="*/ 0 w 45"/>
                    <a:gd name="T1" fmla="*/ 53 h 80"/>
                    <a:gd name="T2" fmla="*/ 45 w 45"/>
                    <a:gd name="T3" fmla="*/ 0 h 80"/>
                  </a:gdLst>
                  <a:ahLst/>
                  <a:cxnLst>
                    <a:cxn ang="0">
                      <a:pos x="T0" y="T1"/>
                    </a:cxn>
                    <a:cxn ang="0">
                      <a:pos x="T2" y="T3"/>
                    </a:cxn>
                  </a:cxnLst>
                  <a:rect l="0" t="0" r="r" b="b"/>
                  <a:pathLst>
                    <a:path w="45" h="80">
                      <a:moveTo>
                        <a:pt x="0" y="53"/>
                      </a:moveTo>
                      <a:cubicBezTo>
                        <a:pt x="30" y="80"/>
                        <a:pt x="45" y="0"/>
                        <a:pt x="4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18" name="Freeform 128"/>
                <p:cNvSpPr>
                  <a:spLocks/>
                </p:cNvSpPr>
                <p:nvPr/>
              </p:nvSpPr>
              <p:spPr bwMode="auto">
                <a:xfrm rot="10800000">
                  <a:off x="950745" y="4030136"/>
                  <a:ext cx="41497" cy="73965"/>
                </a:xfrm>
                <a:custGeom>
                  <a:avLst/>
                  <a:gdLst>
                    <a:gd name="T0" fmla="*/ 0 w 45"/>
                    <a:gd name="T1" fmla="*/ 60 h 80"/>
                    <a:gd name="T2" fmla="*/ 30 w 45"/>
                    <a:gd name="T3" fmla="*/ 0 h 80"/>
                  </a:gdLst>
                  <a:ahLst/>
                  <a:cxnLst>
                    <a:cxn ang="0">
                      <a:pos x="T0" y="T1"/>
                    </a:cxn>
                    <a:cxn ang="0">
                      <a:pos x="T2" y="T3"/>
                    </a:cxn>
                  </a:cxnLst>
                  <a:rect l="0" t="0" r="r" b="b"/>
                  <a:pathLst>
                    <a:path w="45" h="80">
                      <a:moveTo>
                        <a:pt x="0" y="60"/>
                      </a:moveTo>
                      <a:cubicBezTo>
                        <a:pt x="15" y="80"/>
                        <a:pt x="45" y="0"/>
                        <a:pt x="3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19" name="Rectangle 69"/>
                <p:cNvSpPr>
                  <a:spLocks noChangeArrowheads="1"/>
                </p:cNvSpPr>
                <p:nvPr/>
              </p:nvSpPr>
              <p:spPr bwMode="auto">
                <a:xfrm rot="10800000">
                  <a:off x="788249" y="4063770"/>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20" name="Rectangle 69"/>
                <p:cNvSpPr>
                  <a:spLocks noChangeArrowheads="1"/>
                </p:cNvSpPr>
                <p:nvPr/>
              </p:nvSpPr>
              <p:spPr bwMode="auto">
                <a:xfrm rot="10800000">
                  <a:off x="816174" y="4063770"/>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21" name="Rectangle 69"/>
                <p:cNvSpPr>
                  <a:spLocks noChangeArrowheads="1"/>
                </p:cNvSpPr>
                <p:nvPr/>
              </p:nvSpPr>
              <p:spPr bwMode="auto">
                <a:xfrm rot="10800000">
                  <a:off x="788265" y="3592348"/>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22" name="Rectangle 69"/>
                <p:cNvSpPr>
                  <a:spLocks noChangeArrowheads="1"/>
                </p:cNvSpPr>
                <p:nvPr/>
              </p:nvSpPr>
              <p:spPr bwMode="auto">
                <a:xfrm rot="10800000">
                  <a:off x="816190" y="3592348"/>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23" name="Rectangle 69"/>
                <p:cNvSpPr>
                  <a:spLocks noChangeArrowheads="1"/>
                </p:cNvSpPr>
                <p:nvPr/>
              </p:nvSpPr>
              <p:spPr bwMode="auto">
                <a:xfrm rot="10800000">
                  <a:off x="535879" y="4059024"/>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24" name="Rectangle 69"/>
                <p:cNvSpPr>
                  <a:spLocks noChangeArrowheads="1"/>
                </p:cNvSpPr>
                <p:nvPr/>
              </p:nvSpPr>
              <p:spPr bwMode="auto">
                <a:xfrm rot="10800000">
                  <a:off x="563804" y="4059024"/>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25" name="Rectangle 69"/>
                <p:cNvSpPr>
                  <a:spLocks noChangeArrowheads="1"/>
                </p:cNvSpPr>
                <p:nvPr/>
              </p:nvSpPr>
              <p:spPr bwMode="auto">
                <a:xfrm rot="10800000">
                  <a:off x="535895" y="3597126"/>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26" name="Rectangle 69"/>
                <p:cNvSpPr>
                  <a:spLocks noChangeArrowheads="1"/>
                </p:cNvSpPr>
                <p:nvPr/>
              </p:nvSpPr>
              <p:spPr bwMode="auto">
                <a:xfrm rot="10800000">
                  <a:off x="563820" y="3597126"/>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grpSp>
          <p:grpSp>
            <p:nvGrpSpPr>
              <p:cNvPr id="236" name="组合 235"/>
              <p:cNvGrpSpPr/>
              <p:nvPr/>
            </p:nvGrpSpPr>
            <p:grpSpPr>
              <a:xfrm rot="10800000">
                <a:off x="2754518" y="2689903"/>
                <a:ext cx="1128701" cy="470201"/>
                <a:chOff x="142014" y="3553987"/>
                <a:chExt cx="1320528" cy="562133"/>
              </a:xfrm>
            </p:grpSpPr>
            <p:sp>
              <p:nvSpPr>
                <p:cNvPr id="483" name="Freeform 5"/>
                <p:cNvSpPr>
                  <a:spLocks/>
                </p:cNvSpPr>
                <p:nvPr/>
              </p:nvSpPr>
              <p:spPr bwMode="auto">
                <a:xfrm rot="10800000">
                  <a:off x="1296554" y="3602989"/>
                  <a:ext cx="165988" cy="464129"/>
                </a:xfrm>
                <a:custGeom>
                  <a:avLst/>
                  <a:gdLst>
                    <a:gd name="T0" fmla="*/ 180 w 180"/>
                    <a:gd name="T1" fmla="*/ 502 h 502"/>
                    <a:gd name="T2" fmla="*/ 180 w 180"/>
                    <a:gd name="T3" fmla="*/ 0 h 502"/>
                  </a:gdLst>
                  <a:ahLst/>
                  <a:cxnLst>
                    <a:cxn ang="0">
                      <a:pos x="T0" y="T1"/>
                    </a:cxn>
                    <a:cxn ang="0">
                      <a:pos x="T2" y="T3"/>
                    </a:cxn>
                  </a:cxnLst>
                  <a:rect l="0" t="0" r="r" b="b"/>
                  <a:pathLst>
                    <a:path w="180" h="502">
                      <a:moveTo>
                        <a:pt x="180" y="502"/>
                      </a:moveTo>
                      <a:cubicBezTo>
                        <a:pt x="15" y="396"/>
                        <a:pt x="0" y="132"/>
                        <a:pt x="18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84" name="Freeform 6"/>
                <p:cNvSpPr>
                  <a:spLocks/>
                </p:cNvSpPr>
                <p:nvPr/>
              </p:nvSpPr>
              <p:spPr bwMode="auto">
                <a:xfrm rot="10800000">
                  <a:off x="1102901" y="3578950"/>
                  <a:ext cx="193653" cy="24039"/>
                </a:xfrm>
                <a:custGeom>
                  <a:avLst/>
                  <a:gdLst>
                    <a:gd name="T0" fmla="*/ 0 w 210"/>
                    <a:gd name="T1" fmla="*/ 0 h 26"/>
                    <a:gd name="T2" fmla="*/ 210 w 210"/>
                    <a:gd name="T3" fmla="*/ 13 h 26"/>
                  </a:gdLst>
                  <a:ahLst/>
                  <a:cxnLst>
                    <a:cxn ang="0">
                      <a:pos x="T0" y="T1"/>
                    </a:cxn>
                    <a:cxn ang="0">
                      <a:pos x="T2" y="T3"/>
                    </a:cxn>
                  </a:cxnLst>
                  <a:rect l="0" t="0" r="r" b="b"/>
                  <a:pathLst>
                    <a:path w="210" h="26">
                      <a:moveTo>
                        <a:pt x="0" y="0"/>
                      </a:moveTo>
                      <a:cubicBezTo>
                        <a:pt x="105" y="26"/>
                        <a:pt x="165" y="13"/>
                        <a:pt x="210" y="1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85" name="Freeform 7"/>
                <p:cNvSpPr>
                  <a:spLocks/>
                </p:cNvSpPr>
                <p:nvPr/>
              </p:nvSpPr>
              <p:spPr bwMode="auto">
                <a:xfrm rot="10800000">
                  <a:off x="1372170" y="3725031"/>
                  <a:ext cx="48874" cy="220045"/>
                </a:xfrm>
                <a:custGeom>
                  <a:avLst/>
                  <a:gdLst>
                    <a:gd name="T0" fmla="*/ 53 w 53"/>
                    <a:gd name="T1" fmla="*/ 238 h 238"/>
                    <a:gd name="T2" fmla="*/ 53 w 53"/>
                    <a:gd name="T3" fmla="*/ 0 h 238"/>
                  </a:gdLst>
                  <a:ahLst/>
                  <a:cxnLst>
                    <a:cxn ang="0">
                      <a:pos x="T0" y="T1"/>
                    </a:cxn>
                    <a:cxn ang="0">
                      <a:pos x="T2" y="T3"/>
                    </a:cxn>
                  </a:cxnLst>
                  <a:rect l="0" t="0" r="r" b="b"/>
                  <a:pathLst>
                    <a:path w="53" h="238">
                      <a:moveTo>
                        <a:pt x="53" y="238"/>
                      </a:moveTo>
                      <a:cubicBezTo>
                        <a:pt x="0" y="185"/>
                        <a:pt x="0" y="79"/>
                        <a:pt x="53"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86" name="Freeform 8"/>
                <p:cNvSpPr>
                  <a:spLocks/>
                </p:cNvSpPr>
                <p:nvPr/>
              </p:nvSpPr>
              <p:spPr bwMode="auto">
                <a:xfrm rot="10800000">
                  <a:off x="1282721" y="3615008"/>
                  <a:ext cx="110659" cy="122042"/>
                </a:xfrm>
                <a:custGeom>
                  <a:avLst/>
                  <a:gdLst>
                    <a:gd name="T0" fmla="*/ 48 w 256"/>
                    <a:gd name="T1" fmla="*/ 32 h 320"/>
                    <a:gd name="T2" fmla="*/ 96 w 256"/>
                    <a:gd name="T3" fmla="*/ 160 h 320"/>
                    <a:gd name="T4" fmla="*/ 176 w 256"/>
                    <a:gd name="T5" fmla="*/ 272 h 320"/>
                    <a:gd name="T6" fmla="*/ 192 w 256"/>
                    <a:gd name="T7" fmla="*/ 208 h 320"/>
                    <a:gd name="T8" fmla="*/ 96 w 256"/>
                    <a:gd name="T9" fmla="*/ 64 h 320"/>
                    <a:gd name="T10" fmla="*/ 48 w 256"/>
                    <a:gd name="T11" fmla="*/ 32 h 320"/>
                  </a:gdLst>
                  <a:ahLst/>
                  <a:cxnLst>
                    <a:cxn ang="0">
                      <a:pos x="T0" y="T1"/>
                    </a:cxn>
                    <a:cxn ang="0">
                      <a:pos x="T2" y="T3"/>
                    </a:cxn>
                    <a:cxn ang="0">
                      <a:pos x="T4" y="T5"/>
                    </a:cxn>
                    <a:cxn ang="0">
                      <a:pos x="T6" y="T7"/>
                    </a:cxn>
                    <a:cxn ang="0">
                      <a:pos x="T8" y="T9"/>
                    </a:cxn>
                    <a:cxn ang="0">
                      <a:pos x="T10" y="T11"/>
                    </a:cxn>
                  </a:cxnLst>
                  <a:rect l="0" t="0" r="r" b="b"/>
                  <a:pathLst>
                    <a:path w="256" h="320">
                      <a:moveTo>
                        <a:pt x="48" y="32"/>
                      </a:moveTo>
                      <a:cubicBezTo>
                        <a:pt x="0" y="0"/>
                        <a:pt x="80" y="128"/>
                        <a:pt x="96" y="160"/>
                      </a:cubicBezTo>
                      <a:cubicBezTo>
                        <a:pt x="96" y="208"/>
                        <a:pt x="144" y="256"/>
                        <a:pt x="176" y="272"/>
                      </a:cubicBezTo>
                      <a:cubicBezTo>
                        <a:pt x="256" y="320"/>
                        <a:pt x="208" y="224"/>
                        <a:pt x="192" y="208"/>
                      </a:cubicBezTo>
                      <a:cubicBezTo>
                        <a:pt x="160" y="160"/>
                        <a:pt x="128" y="112"/>
                        <a:pt x="96" y="64"/>
                      </a:cubicBezTo>
                      <a:cubicBezTo>
                        <a:pt x="80" y="48"/>
                        <a:pt x="64" y="48"/>
                        <a:pt x="48" y="32"/>
                      </a:cubicBezTo>
                    </a:path>
                  </a:pathLst>
                </a:custGeom>
                <a:solidFill>
                  <a:srgbClr val="FFFFFF"/>
                </a:solidFill>
                <a:ln w="3175">
                  <a:solidFill>
                    <a:schemeClr val="tx1"/>
                  </a:solidFill>
                  <a:prstDash val="solid"/>
                  <a:round/>
                  <a:headEnd/>
                  <a:tailEnd/>
                </a:ln>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87" name="Freeform 9"/>
                <p:cNvSpPr>
                  <a:spLocks/>
                </p:cNvSpPr>
                <p:nvPr/>
              </p:nvSpPr>
              <p:spPr bwMode="auto">
                <a:xfrm rot="10800000">
                  <a:off x="1282721" y="3615008"/>
                  <a:ext cx="110659" cy="122042"/>
                </a:xfrm>
                <a:custGeom>
                  <a:avLst/>
                  <a:gdLst>
                    <a:gd name="T0" fmla="*/ 23 w 120"/>
                    <a:gd name="T1" fmla="*/ 13 h 132"/>
                    <a:gd name="T2" fmla="*/ 45 w 120"/>
                    <a:gd name="T3" fmla="*/ 66 h 132"/>
                    <a:gd name="T4" fmla="*/ 82 w 120"/>
                    <a:gd name="T5" fmla="*/ 112 h 132"/>
                    <a:gd name="T6" fmla="*/ 90 w 120"/>
                    <a:gd name="T7" fmla="*/ 86 h 132"/>
                    <a:gd name="T8" fmla="*/ 45 w 120"/>
                    <a:gd name="T9" fmla="*/ 26 h 132"/>
                    <a:gd name="T10" fmla="*/ 23 w 120"/>
                    <a:gd name="T11" fmla="*/ 13 h 132"/>
                  </a:gdLst>
                  <a:ahLst/>
                  <a:cxnLst>
                    <a:cxn ang="0">
                      <a:pos x="T0" y="T1"/>
                    </a:cxn>
                    <a:cxn ang="0">
                      <a:pos x="T2" y="T3"/>
                    </a:cxn>
                    <a:cxn ang="0">
                      <a:pos x="T4" y="T5"/>
                    </a:cxn>
                    <a:cxn ang="0">
                      <a:pos x="T6" y="T7"/>
                    </a:cxn>
                    <a:cxn ang="0">
                      <a:pos x="T8" y="T9"/>
                    </a:cxn>
                    <a:cxn ang="0">
                      <a:pos x="T10" y="T11"/>
                    </a:cxn>
                  </a:cxnLst>
                  <a:rect l="0" t="0" r="r" b="b"/>
                  <a:pathLst>
                    <a:path w="120" h="132">
                      <a:moveTo>
                        <a:pt x="23" y="13"/>
                      </a:moveTo>
                      <a:cubicBezTo>
                        <a:pt x="0" y="0"/>
                        <a:pt x="38" y="53"/>
                        <a:pt x="45" y="66"/>
                      </a:cubicBezTo>
                      <a:cubicBezTo>
                        <a:pt x="45" y="86"/>
                        <a:pt x="68" y="105"/>
                        <a:pt x="82" y="112"/>
                      </a:cubicBezTo>
                      <a:cubicBezTo>
                        <a:pt x="120" y="132"/>
                        <a:pt x="97" y="92"/>
                        <a:pt x="90" y="86"/>
                      </a:cubicBezTo>
                      <a:cubicBezTo>
                        <a:pt x="75" y="66"/>
                        <a:pt x="60" y="46"/>
                        <a:pt x="45" y="26"/>
                      </a:cubicBezTo>
                      <a:cubicBezTo>
                        <a:pt x="38" y="19"/>
                        <a:pt x="30" y="19"/>
                        <a:pt x="23" y="1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88" name="Freeform 10"/>
                <p:cNvSpPr>
                  <a:spLocks/>
                </p:cNvSpPr>
                <p:nvPr/>
              </p:nvSpPr>
              <p:spPr bwMode="auto">
                <a:xfrm rot="10800000">
                  <a:off x="1282721" y="3933057"/>
                  <a:ext cx="110659" cy="122042"/>
                </a:xfrm>
                <a:custGeom>
                  <a:avLst/>
                  <a:gdLst>
                    <a:gd name="T0" fmla="*/ 48 w 256"/>
                    <a:gd name="T1" fmla="*/ 304 h 320"/>
                    <a:gd name="T2" fmla="*/ 96 w 256"/>
                    <a:gd name="T3" fmla="*/ 160 h 320"/>
                    <a:gd name="T4" fmla="*/ 176 w 256"/>
                    <a:gd name="T5" fmla="*/ 64 h 320"/>
                    <a:gd name="T6" fmla="*/ 192 w 256"/>
                    <a:gd name="T7" fmla="*/ 128 h 320"/>
                    <a:gd name="T8" fmla="*/ 96 w 256"/>
                    <a:gd name="T9" fmla="*/ 256 h 320"/>
                    <a:gd name="T10" fmla="*/ 48 w 256"/>
                    <a:gd name="T11" fmla="*/ 304 h 320"/>
                  </a:gdLst>
                  <a:ahLst/>
                  <a:cxnLst>
                    <a:cxn ang="0">
                      <a:pos x="T0" y="T1"/>
                    </a:cxn>
                    <a:cxn ang="0">
                      <a:pos x="T2" y="T3"/>
                    </a:cxn>
                    <a:cxn ang="0">
                      <a:pos x="T4" y="T5"/>
                    </a:cxn>
                    <a:cxn ang="0">
                      <a:pos x="T6" y="T7"/>
                    </a:cxn>
                    <a:cxn ang="0">
                      <a:pos x="T8" y="T9"/>
                    </a:cxn>
                    <a:cxn ang="0">
                      <a:pos x="T10" y="T11"/>
                    </a:cxn>
                  </a:cxnLst>
                  <a:rect l="0" t="0" r="r" b="b"/>
                  <a:pathLst>
                    <a:path w="256" h="320">
                      <a:moveTo>
                        <a:pt x="48" y="304"/>
                      </a:moveTo>
                      <a:cubicBezTo>
                        <a:pt x="0" y="320"/>
                        <a:pt x="80" y="208"/>
                        <a:pt x="96" y="160"/>
                      </a:cubicBezTo>
                      <a:cubicBezTo>
                        <a:pt x="112" y="112"/>
                        <a:pt x="144" y="80"/>
                        <a:pt x="176" y="64"/>
                      </a:cubicBezTo>
                      <a:cubicBezTo>
                        <a:pt x="256" y="0"/>
                        <a:pt x="208" y="112"/>
                        <a:pt x="192" y="128"/>
                      </a:cubicBezTo>
                      <a:cubicBezTo>
                        <a:pt x="160" y="160"/>
                        <a:pt x="128" y="224"/>
                        <a:pt x="96" y="256"/>
                      </a:cubicBezTo>
                      <a:cubicBezTo>
                        <a:pt x="80" y="288"/>
                        <a:pt x="64" y="288"/>
                        <a:pt x="48" y="304"/>
                      </a:cubicBezTo>
                    </a:path>
                  </a:pathLst>
                </a:custGeom>
                <a:solidFill>
                  <a:srgbClr val="FFFFFF"/>
                </a:solidFill>
                <a:ln w="3175">
                  <a:solidFill>
                    <a:schemeClr val="tx1"/>
                  </a:solidFill>
                  <a:prstDash val="solid"/>
                  <a:round/>
                  <a:headEnd/>
                  <a:tailEnd/>
                </a:ln>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89" name="Freeform 11"/>
                <p:cNvSpPr>
                  <a:spLocks/>
                </p:cNvSpPr>
                <p:nvPr/>
              </p:nvSpPr>
              <p:spPr bwMode="auto">
                <a:xfrm rot="10800000">
                  <a:off x="1282721" y="3933057"/>
                  <a:ext cx="110659" cy="122042"/>
                </a:xfrm>
                <a:custGeom>
                  <a:avLst/>
                  <a:gdLst>
                    <a:gd name="T0" fmla="*/ 23 w 120"/>
                    <a:gd name="T1" fmla="*/ 126 h 132"/>
                    <a:gd name="T2" fmla="*/ 45 w 120"/>
                    <a:gd name="T3" fmla="*/ 66 h 132"/>
                    <a:gd name="T4" fmla="*/ 82 w 120"/>
                    <a:gd name="T5" fmla="*/ 27 h 132"/>
                    <a:gd name="T6" fmla="*/ 90 w 120"/>
                    <a:gd name="T7" fmla="*/ 53 h 132"/>
                    <a:gd name="T8" fmla="*/ 45 w 120"/>
                    <a:gd name="T9" fmla="*/ 106 h 132"/>
                    <a:gd name="T10" fmla="*/ 23 w 120"/>
                    <a:gd name="T11" fmla="*/ 126 h 132"/>
                  </a:gdLst>
                  <a:ahLst/>
                  <a:cxnLst>
                    <a:cxn ang="0">
                      <a:pos x="T0" y="T1"/>
                    </a:cxn>
                    <a:cxn ang="0">
                      <a:pos x="T2" y="T3"/>
                    </a:cxn>
                    <a:cxn ang="0">
                      <a:pos x="T4" y="T5"/>
                    </a:cxn>
                    <a:cxn ang="0">
                      <a:pos x="T6" y="T7"/>
                    </a:cxn>
                    <a:cxn ang="0">
                      <a:pos x="T8" y="T9"/>
                    </a:cxn>
                    <a:cxn ang="0">
                      <a:pos x="T10" y="T11"/>
                    </a:cxn>
                  </a:cxnLst>
                  <a:rect l="0" t="0" r="r" b="b"/>
                  <a:pathLst>
                    <a:path w="120" h="132">
                      <a:moveTo>
                        <a:pt x="23" y="126"/>
                      </a:moveTo>
                      <a:cubicBezTo>
                        <a:pt x="0" y="132"/>
                        <a:pt x="38" y="86"/>
                        <a:pt x="45" y="66"/>
                      </a:cubicBezTo>
                      <a:cubicBezTo>
                        <a:pt x="53" y="46"/>
                        <a:pt x="68" y="33"/>
                        <a:pt x="82" y="27"/>
                      </a:cubicBezTo>
                      <a:cubicBezTo>
                        <a:pt x="120" y="0"/>
                        <a:pt x="97" y="46"/>
                        <a:pt x="90" y="53"/>
                      </a:cubicBezTo>
                      <a:cubicBezTo>
                        <a:pt x="75" y="66"/>
                        <a:pt x="60" y="93"/>
                        <a:pt x="45" y="106"/>
                      </a:cubicBezTo>
                      <a:cubicBezTo>
                        <a:pt x="38" y="119"/>
                        <a:pt x="30" y="119"/>
                        <a:pt x="23" y="12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90" name="Freeform 12"/>
                <p:cNvSpPr>
                  <a:spLocks/>
                </p:cNvSpPr>
                <p:nvPr/>
              </p:nvSpPr>
              <p:spPr bwMode="auto">
                <a:xfrm rot="10800000">
                  <a:off x="1144398" y="3676029"/>
                  <a:ext cx="248982" cy="73965"/>
                </a:xfrm>
                <a:custGeom>
                  <a:avLst/>
                  <a:gdLst>
                    <a:gd name="T0" fmla="*/ 270 w 270"/>
                    <a:gd name="T1" fmla="*/ 80 h 80"/>
                    <a:gd name="T2" fmla="*/ 0 w 270"/>
                    <a:gd name="T3" fmla="*/ 0 h 80"/>
                  </a:gdLst>
                  <a:ahLst/>
                  <a:cxnLst>
                    <a:cxn ang="0">
                      <a:pos x="T0" y="T1"/>
                    </a:cxn>
                    <a:cxn ang="0">
                      <a:pos x="T2" y="T3"/>
                    </a:cxn>
                  </a:cxnLst>
                  <a:rect l="0" t="0" r="r" b="b"/>
                  <a:pathLst>
                    <a:path w="270" h="80">
                      <a:moveTo>
                        <a:pt x="270" y="80"/>
                      </a:moveTo>
                      <a:cubicBezTo>
                        <a:pt x="180" y="53"/>
                        <a:pt x="60" y="5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91" name="Freeform 13"/>
                <p:cNvSpPr>
                  <a:spLocks/>
                </p:cNvSpPr>
                <p:nvPr/>
              </p:nvSpPr>
              <p:spPr bwMode="auto">
                <a:xfrm rot="10800000">
                  <a:off x="1144398" y="3920113"/>
                  <a:ext cx="248982" cy="73965"/>
                </a:xfrm>
                <a:custGeom>
                  <a:avLst/>
                  <a:gdLst>
                    <a:gd name="T0" fmla="*/ 270 w 270"/>
                    <a:gd name="T1" fmla="*/ 0 h 80"/>
                    <a:gd name="T2" fmla="*/ 0 w 270"/>
                    <a:gd name="T3" fmla="*/ 80 h 80"/>
                  </a:gdLst>
                  <a:ahLst/>
                  <a:cxnLst>
                    <a:cxn ang="0">
                      <a:pos x="T0" y="T1"/>
                    </a:cxn>
                    <a:cxn ang="0">
                      <a:pos x="T2" y="T3"/>
                    </a:cxn>
                  </a:cxnLst>
                  <a:rect l="0" t="0" r="r" b="b"/>
                  <a:pathLst>
                    <a:path w="270" h="80">
                      <a:moveTo>
                        <a:pt x="270" y="0"/>
                      </a:moveTo>
                      <a:cubicBezTo>
                        <a:pt x="180" y="27"/>
                        <a:pt x="60" y="27"/>
                        <a:pt x="0" y="8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92" name="Oval 17"/>
                <p:cNvSpPr>
                  <a:spLocks noChangeArrowheads="1"/>
                </p:cNvSpPr>
                <p:nvPr/>
              </p:nvSpPr>
              <p:spPr bwMode="auto">
                <a:xfrm rot="10800000">
                  <a:off x="1390765" y="3804543"/>
                  <a:ext cx="13832" cy="61021"/>
                </a:xfrm>
                <a:prstGeom prst="ellipse">
                  <a:avLst/>
                </a:pr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93" name="Freeform 18"/>
                <p:cNvSpPr>
                  <a:spLocks/>
                </p:cNvSpPr>
                <p:nvPr/>
              </p:nvSpPr>
              <p:spPr bwMode="auto">
                <a:xfrm rot="10800000">
                  <a:off x="1365715" y="3737050"/>
                  <a:ext cx="27665" cy="208026"/>
                </a:xfrm>
                <a:custGeom>
                  <a:avLst/>
                  <a:gdLst>
                    <a:gd name="T0" fmla="*/ 30 w 30"/>
                    <a:gd name="T1" fmla="*/ 225 h 225"/>
                    <a:gd name="T2" fmla="*/ 30 w 30"/>
                    <a:gd name="T3" fmla="*/ 0 h 225"/>
                  </a:gdLst>
                  <a:ahLst/>
                  <a:cxnLst>
                    <a:cxn ang="0">
                      <a:pos x="T0" y="T1"/>
                    </a:cxn>
                    <a:cxn ang="0">
                      <a:pos x="T2" y="T3"/>
                    </a:cxn>
                  </a:cxnLst>
                  <a:rect l="0" t="0" r="r" b="b"/>
                  <a:pathLst>
                    <a:path w="30" h="225">
                      <a:moveTo>
                        <a:pt x="30" y="225"/>
                      </a:moveTo>
                      <a:cubicBezTo>
                        <a:pt x="0" y="165"/>
                        <a:pt x="0" y="106"/>
                        <a:pt x="3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94" name="Freeform 19"/>
                <p:cNvSpPr>
                  <a:spLocks/>
                </p:cNvSpPr>
                <p:nvPr/>
              </p:nvSpPr>
              <p:spPr bwMode="auto">
                <a:xfrm rot="10800000">
                  <a:off x="1075236" y="3627028"/>
                  <a:ext cx="235150" cy="24963"/>
                </a:xfrm>
                <a:custGeom>
                  <a:avLst/>
                  <a:gdLst>
                    <a:gd name="T0" fmla="*/ 0 w 255"/>
                    <a:gd name="T1" fmla="*/ 0 h 27"/>
                    <a:gd name="T2" fmla="*/ 255 w 255"/>
                    <a:gd name="T3" fmla="*/ 0 h 27"/>
                  </a:gdLst>
                  <a:ahLst/>
                  <a:cxnLst>
                    <a:cxn ang="0">
                      <a:pos x="T0" y="T1"/>
                    </a:cxn>
                    <a:cxn ang="0">
                      <a:pos x="T2" y="T3"/>
                    </a:cxn>
                  </a:cxnLst>
                  <a:rect l="0" t="0" r="r" b="b"/>
                  <a:pathLst>
                    <a:path w="255" h="27">
                      <a:moveTo>
                        <a:pt x="0" y="0"/>
                      </a:moveTo>
                      <a:cubicBezTo>
                        <a:pt x="90" y="0"/>
                        <a:pt x="195" y="27"/>
                        <a:pt x="25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95" name="Freeform 20"/>
                <p:cNvSpPr>
                  <a:spLocks/>
                </p:cNvSpPr>
                <p:nvPr/>
              </p:nvSpPr>
              <p:spPr bwMode="auto">
                <a:xfrm rot="10800000">
                  <a:off x="1075236" y="4018116"/>
                  <a:ext cx="235150" cy="24963"/>
                </a:xfrm>
                <a:custGeom>
                  <a:avLst/>
                  <a:gdLst>
                    <a:gd name="T0" fmla="*/ 0 w 255"/>
                    <a:gd name="T1" fmla="*/ 27 h 27"/>
                    <a:gd name="T2" fmla="*/ 255 w 255"/>
                    <a:gd name="T3" fmla="*/ 27 h 27"/>
                  </a:gdLst>
                  <a:ahLst/>
                  <a:cxnLst>
                    <a:cxn ang="0">
                      <a:pos x="T0" y="T1"/>
                    </a:cxn>
                    <a:cxn ang="0">
                      <a:pos x="T2" y="T3"/>
                    </a:cxn>
                  </a:cxnLst>
                  <a:rect l="0" t="0" r="r" b="b"/>
                  <a:pathLst>
                    <a:path w="255" h="27">
                      <a:moveTo>
                        <a:pt x="0" y="27"/>
                      </a:moveTo>
                      <a:cubicBezTo>
                        <a:pt x="90" y="27"/>
                        <a:pt x="195" y="0"/>
                        <a:pt x="255" y="2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96" name="Freeform 21"/>
                <p:cNvSpPr>
                  <a:spLocks/>
                </p:cNvSpPr>
                <p:nvPr/>
              </p:nvSpPr>
              <p:spPr bwMode="auto">
                <a:xfrm rot="10800000">
                  <a:off x="1033739" y="3615008"/>
                  <a:ext cx="262814" cy="24963"/>
                </a:xfrm>
                <a:custGeom>
                  <a:avLst/>
                  <a:gdLst>
                    <a:gd name="T0" fmla="*/ 0 w 285"/>
                    <a:gd name="T1" fmla="*/ 0 h 27"/>
                    <a:gd name="T2" fmla="*/ 285 w 285"/>
                    <a:gd name="T3" fmla="*/ 0 h 27"/>
                  </a:gdLst>
                  <a:ahLst/>
                  <a:cxnLst>
                    <a:cxn ang="0">
                      <a:pos x="T0" y="T1"/>
                    </a:cxn>
                    <a:cxn ang="0">
                      <a:pos x="T2" y="T3"/>
                    </a:cxn>
                  </a:cxnLst>
                  <a:rect l="0" t="0" r="r" b="b"/>
                  <a:pathLst>
                    <a:path w="285" h="27">
                      <a:moveTo>
                        <a:pt x="0" y="0"/>
                      </a:moveTo>
                      <a:cubicBezTo>
                        <a:pt x="105" y="0"/>
                        <a:pt x="217" y="27"/>
                        <a:pt x="28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97" name="Freeform 22"/>
                <p:cNvSpPr>
                  <a:spLocks/>
                </p:cNvSpPr>
                <p:nvPr/>
              </p:nvSpPr>
              <p:spPr bwMode="auto">
                <a:xfrm rot="10800000">
                  <a:off x="1033739" y="4030136"/>
                  <a:ext cx="262814" cy="24963"/>
                </a:xfrm>
                <a:custGeom>
                  <a:avLst/>
                  <a:gdLst>
                    <a:gd name="T0" fmla="*/ 0 w 285"/>
                    <a:gd name="T1" fmla="*/ 27 h 27"/>
                    <a:gd name="T2" fmla="*/ 285 w 285"/>
                    <a:gd name="T3" fmla="*/ 27 h 27"/>
                  </a:gdLst>
                  <a:ahLst/>
                  <a:cxnLst>
                    <a:cxn ang="0">
                      <a:pos x="T0" y="T1"/>
                    </a:cxn>
                    <a:cxn ang="0">
                      <a:pos x="T2" y="T3"/>
                    </a:cxn>
                  </a:cxnLst>
                  <a:rect l="0" t="0" r="r" b="b"/>
                  <a:pathLst>
                    <a:path w="285" h="27">
                      <a:moveTo>
                        <a:pt x="0" y="27"/>
                      </a:moveTo>
                      <a:cubicBezTo>
                        <a:pt x="105" y="27"/>
                        <a:pt x="217" y="0"/>
                        <a:pt x="285" y="2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98" name="Freeform 26"/>
                <p:cNvSpPr>
                  <a:spLocks/>
                </p:cNvSpPr>
                <p:nvPr/>
              </p:nvSpPr>
              <p:spPr bwMode="auto">
                <a:xfrm rot="10800000">
                  <a:off x="1061404" y="4060646"/>
                  <a:ext cx="90371" cy="12944"/>
                </a:xfrm>
                <a:custGeom>
                  <a:avLst/>
                  <a:gdLst>
                    <a:gd name="T0" fmla="*/ 0 w 98"/>
                    <a:gd name="T1" fmla="*/ 7 h 14"/>
                    <a:gd name="T2" fmla="*/ 53 w 98"/>
                    <a:gd name="T3" fmla="*/ 0 h 14"/>
                    <a:gd name="T4" fmla="*/ 98 w 98"/>
                    <a:gd name="T5" fmla="*/ 7 h 14"/>
                    <a:gd name="T6" fmla="*/ 53 w 98"/>
                    <a:gd name="T7" fmla="*/ 14 h 14"/>
                    <a:gd name="T8" fmla="*/ 0 w 98"/>
                    <a:gd name="T9" fmla="*/ 7 h 14"/>
                  </a:gdLst>
                  <a:ahLst/>
                  <a:cxnLst>
                    <a:cxn ang="0">
                      <a:pos x="T0" y="T1"/>
                    </a:cxn>
                    <a:cxn ang="0">
                      <a:pos x="T2" y="T3"/>
                    </a:cxn>
                    <a:cxn ang="0">
                      <a:pos x="T4" y="T5"/>
                    </a:cxn>
                    <a:cxn ang="0">
                      <a:pos x="T6" y="T7"/>
                    </a:cxn>
                    <a:cxn ang="0">
                      <a:pos x="T8" y="T9"/>
                    </a:cxn>
                  </a:cxnLst>
                  <a:rect l="0" t="0" r="r" b="b"/>
                  <a:pathLst>
                    <a:path w="98" h="14">
                      <a:moveTo>
                        <a:pt x="0" y="7"/>
                      </a:moveTo>
                      <a:cubicBezTo>
                        <a:pt x="0" y="0"/>
                        <a:pt x="23" y="0"/>
                        <a:pt x="53" y="0"/>
                      </a:cubicBezTo>
                      <a:cubicBezTo>
                        <a:pt x="75" y="0"/>
                        <a:pt x="98" y="0"/>
                        <a:pt x="98" y="7"/>
                      </a:cubicBezTo>
                      <a:cubicBezTo>
                        <a:pt x="98" y="7"/>
                        <a:pt x="75" y="14"/>
                        <a:pt x="53" y="14"/>
                      </a:cubicBezTo>
                      <a:cubicBezTo>
                        <a:pt x="23" y="14"/>
                        <a:pt x="0" y="7"/>
                        <a:pt x="0" y="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99" name="Freeform 30"/>
                <p:cNvSpPr>
                  <a:spLocks/>
                </p:cNvSpPr>
                <p:nvPr/>
              </p:nvSpPr>
              <p:spPr bwMode="auto">
                <a:xfrm rot="10800000">
                  <a:off x="1061404" y="3596517"/>
                  <a:ext cx="90371" cy="12944"/>
                </a:xfrm>
                <a:custGeom>
                  <a:avLst/>
                  <a:gdLst>
                    <a:gd name="T0" fmla="*/ 0 w 98"/>
                    <a:gd name="T1" fmla="*/ 7 h 14"/>
                    <a:gd name="T2" fmla="*/ 53 w 98"/>
                    <a:gd name="T3" fmla="*/ 0 h 14"/>
                    <a:gd name="T4" fmla="*/ 98 w 98"/>
                    <a:gd name="T5" fmla="*/ 7 h 14"/>
                    <a:gd name="T6" fmla="*/ 53 w 98"/>
                    <a:gd name="T7" fmla="*/ 14 h 14"/>
                    <a:gd name="T8" fmla="*/ 0 w 98"/>
                    <a:gd name="T9" fmla="*/ 7 h 14"/>
                  </a:gdLst>
                  <a:ahLst/>
                  <a:cxnLst>
                    <a:cxn ang="0">
                      <a:pos x="T0" y="T1"/>
                    </a:cxn>
                    <a:cxn ang="0">
                      <a:pos x="T2" y="T3"/>
                    </a:cxn>
                    <a:cxn ang="0">
                      <a:pos x="T4" y="T5"/>
                    </a:cxn>
                    <a:cxn ang="0">
                      <a:pos x="T6" y="T7"/>
                    </a:cxn>
                    <a:cxn ang="0">
                      <a:pos x="T8" y="T9"/>
                    </a:cxn>
                  </a:cxnLst>
                  <a:rect l="0" t="0" r="r" b="b"/>
                  <a:pathLst>
                    <a:path w="98" h="14">
                      <a:moveTo>
                        <a:pt x="0" y="7"/>
                      </a:moveTo>
                      <a:cubicBezTo>
                        <a:pt x="0" y="0"/>
                        <a:pt x="23" y="0"/>
                        <a:pt x="53" y="0"/>
                      </a:cubicBezTo>
                      <a:cubicBezTo>
                        <a:pt x="75" y="0"/>
                        <a:pt x="98" y="0"/>
                        <a:pt x="98" y="7"/>
                      </a:cubicBezTo>
                      <a:cubicBezTo>
                        <a:pt x="98" y="7"/>
                        <a:pt x="75" y="14"/>
                        <a:pt x="53" y="14"/>
                      </a:cubicBezTo>
                      <a:cubicBezTo>
                        <a:pt x="23" y="14"/>
                        <a:pt x="0" y="7"/>
                        <a:pt x="0" y="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00" name="Freeform 31"/>
                <p:cNvSpPr>
                  <a:spLocks/>
                </p:cNvSpPr>
                <p:nvPr/>
              </p:nvSpPr>
              <p:spPr bwMode="auto">
                <a:xfrm rot="10800000">
                  <a:off x="1089069" y="3651991"/>
                  <a:ext cx="62707" cy="366126"/>
                </a:xfrm>
                <a:custGeom>
                  <a:avLst/>
                  <a:gdLst>
                    <a:gd name="T0" fmla="*/ 68 w 68"/>
                    <a:gd name="T1" fmla="*/ 396 h 396"/>
                    <a:gd name="T2" fmla="*/ 68 w 68"/>
                    <a:gd name="T3" fmla="*/ 0 h 396"/>
                  </a:gdLst>
                  <a:ahLst/>
                  <a:cxnLst>
                    <a:cxn ang="0">
                      <a:pos x="T0" y="T1"/>
                    </a:cxn>
                    <a:cxn ang="0">
                      <a:pos x="T2" y="T3"/>
                    </a:cxn>
                  </a:cxnLst>
                  <a:rect l="0" t="0" r="r" b="b"/>
                  <a:pathLst>
                    <a:path w="68" h="396">
                      <a:moveTo>
                        <a:pt x="68" y="396"/>
                      </a:moveTo>
                      <a:cubicBezTo>
                        <a:pt x="8" y="290"/>
                        <a:pt x="0" y="132"/>
                        <a:pt x="68"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01" name="Freeform 32"/>
                <p:cNvSpPr>
                  <a:spLocks/>
                </p:cNvSpPr>
                <p:nvPr/>
              </p:nvSpPr>
              <p:spPr bwMode="auto">
                <a:xfrm rot="10800000">
                  <a:off x="1075236" y="3651991"/>
                  <a:ext cx="41497" cy="366126"/>
                </a:xfrm>
                <a:custGeom>
                  <a:avLst/>
                  <a:gdLst>
                    <a:gd name="T0" fmla="*/ 45 w 45"/>
                    <a:gd name="T1" fmla="*/ 396 h 396"/>
                    <a:gd name="T2" fmla="*/ 45 w 45"/>
                    <a:gd name="T3" fmla="*/ 0 h 396"/>
                  </a:gdLst>
                  <a:ahLst/>
                  <a:cxnLst>
                    <a:cxn ang="0">
                      <a:pos x="T0" y="T1"/>
                    </a:cxn>
                    <a:cxn ang="0">
                      <a:pos x="T2" y="T3"/>
                    </a:cxn>
                  </a:cxnLst>
                  <a:rect l="0" t="0" r="r" b="b"/>
                  <a:pathLst>
                    <a:path w="45" h="396">
                      <a:moveTo>
                        <a:pt x="45" y="396"/>
                      </a:moveTo>
                      <a:cubicBezTo>
                        <a:pt x="0" y="290"/>
                        <a:pt x="0" y="132"/>
                        <a:pt x="4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02" name="Freeform 33"/>
                <p:cNvSpPr>
                  <a:spLocks/>
                </p:cNvSpPr>
                <p:nvPr/>
              </p:nvSpPr>
              <p:spPr bwMode="auto">
                <a:xfrm rot="10800000">
                  <a:off x="895416" y="3627028"/>
                  <a:ext cx="179820" cy="49002"/>
                </a:xfrm>
                <a:custGeom>
                  <a:avLst/>
                  <a:gdLst>
                    <a:gd name="T0" fmla="*/ 0 w 195"/>
                    <a:gd name="T1" fmla="*/ 26 h 53"/>
                    <a:gd name="T2" fmla="*/ 195 w 195"/>
                    <a:gd name="T3" fmla="*/ 0 h 53"/>
                  </a:gdLst>
                  <a:ahLst/>
                  <a:cxnLst>
                    <a:cxn ang="0">
                      <a:pos x="T0" y="T1"/>
                    </a:cxn>
                    <a:cxn ang="0">
                      <a:pos x="T2" y="T3"/>
                    </a:cxn>
                  </a:cxnLst>
                  <a:rect l="0" t="0" r="r" b="b"/>
                  <a:pathLst>
                    <a:path w="195" h="53">
                      <a:moveTo>
                        <a:pt x="0" y="26"/>
                      </a:moveTo>
                      <a:cubicBezTo>
                        <a:pt x="15" y="53"/>
                        <a:pt x="135" y="0"/>
                        <a:pt x="19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03" name="Freeform 34"/>
                <p:cNvSpPr>
                  <a:spLocks/>
                </p:cNvSpPr>
                <p:nvPr/>
              </p:nvSpPr>
              <p:spPr bwMode="auto">
                <a:xfrm rot="10800000">
                  <a:off x="895416" y="3994078"/>
                  <a:ext cx="179820" cy="49002"/>
                </a:xfrm>
                <a:custGeom>
                  <a:avLst/>
                  <a:gdLst>
                    <a:gd name="T0" fmla="*/ 0 w 195"/>
                    <a:gd name="T1" fmla="*/ 27 h 53"/>
                    <a:gd name="T2" fmla="*/ 195 w 195"/>
                    <a:gd name="T3" fmla="*/ 53 h 53"/>
                  </a:gdLst>
                  <a:ahLst/>
                  <a:cxnLst>
                    <a:cxn ang="0">
                      <a:pos x="T0" y="T1"/>
                    </a:cxn>
                    <a:cxn ang="0">
                      <a:pos x="T2" y="T3"/>
                    </a:cxn>
                  </a:cxnLst>
                  <a:rect l="0" t="0" r="r" b="b"/>
                  <a:pathLst>
                    <a:path w="195" h="53">
                      <a:moveTo>
                        <a:pt x="0" y="27"/>
                      </a:moveTo>
                      <a:cubicBezTo>
                        <a:pt x="15" y="0"/>
                        <a:pt x="135" y="53"/>
                        <a:pt x="195" y="5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04" name="Freeform 35"/>
                <p:cNvSpPr>
                  <a:spLocks/>
                </p:cNvSpPr>
                <p:nvPr/>
              </p:nvSpPr>
              <p:spPr bwMode="auto">
                <a:xfrm rot="10800000">
                  <a:off x="895416" y="3676029"/>
                  <a:ext cx="27665" cy="318049"/>
                </a:xfrm>
                <a:custGeom>
                  <a:avLst/>
                  <a:gdLst>
                    <a:gd name="T0" fmla="*/ 30 w 30"/>
                    <a:gd name="T1" fmla="*/ 344 h 344"/>
                    <a:gd name="T2" fmla="*/ 30 w 30"/>
                    <a:gd name="T3" fmla="*/ 0 h 344"/>
                  </a:gdLst>
                  <a:ahLst/>
                  <a:cxnLst>
                    <a:cxn ang="0">
                      <a:pos x="T0" y="T1"/>
                    </a:cxn>
                    <a:cxn ang="0">
                      <a:pos x="T2" y="T3"/>
                    </a:cxn>
                  </a:cxnLst>
                  <a:rect l="0" t="0" r="r" b="b"/>
                  <a:pathLst>
                    <a:path w="30" h="344">
                      <a:moveTo>
                        <a:pt x="30" y="344"/>
                      </a:moveTo>
                      <a:cubicBezTo>
                        <a:pt x="30" y="291"/>
                        <a:pt x="0" y="185"/>
                        <a:pt x="3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05" name="Freeform 36"/>
                <p:cNvSpPr>
                  <a:spLocks/>
                </p:cNvSpPr>
                <p:nvPr/>
              </p:nvSpPr>
              <p:spPr bwMode="auto">
                <a:xfrm rot="10800000">
                  <a:off x="218553" y="3578950"/>
                  <a:ext cx="884348" cy="73040"/>
                </a:xfrm>
                <a:custGeom>
                  <a:avLst/>
                  <a:gdLst>
                    <a:gd name="T0" fmla="*/ 0 w 959"/>
                    <a:gd name="T1" fmla="*/ 66 h 79"/>
                    <a:gd name="T2" fmla="*/ 959 w 959"/>
                    <a:gd name="T3" fmla="*/ 0 h 79"/>
                  </a:gdLst>
                  <a:ahLst/>
                  <a:cxnLst>
                    <a:cxn ang="0">
                      <a:pos x="T0" y="T1"/>
                    </a:cxn>
                    <a:cxn ang="0">
                      <a:pos x="T2" y="T3"/>
                    </a:cxn>
                  </a:cxnLst>
                  <a:rect l="0" t="0" r="r" b="b"/>
                  <a:pathLst>
                    <a:path w="959" h="79">
                      <a:moveTo>
                        <a:pt x="0" y="66"/>
                      </a:moveTo>
                      <a:cubicBezTo>
                        <a:pt x="225" y="66"/>
                        <a:pt x="839" y="79"/>
                        <a:pt x="959"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06" name="Freeform 37"/>
                <p:cNvSpPr>
                  <a:spLocks/>
                </p:cNvSpPr>
                <p:nvPr/>
              </p:nvSpPr>
              <p:spPr bwMode="auto">
                <a:xfrm rot="10800000">
                  <a:off x="218553" y="4018116"/>
                  <a:ext cx="884348" cy="73040"/>
                </a:xfrm>
                <a:custGeom>
                  <a:avLst/>
                  <a:gdLst>
                    <a:gd name="T0" fmla="*/ 0 w 959"/>
                    <a:gd name="T1" fmla="*/ 13 h 79"/>
                    <a:gd name="T2" fmla="*/ 959 w 959"/>
                    <a:gd name="T3" fmla="*/ 79 h 79"/>
                  </a:gdLst>
                  <a:ahLst/>
                  <a:cxnLst>
                    <a:cxn ang="0">
                      <a:pos x="T0" y="T1"/>
                    </a:cxn>
                    <a:cxn ang="0">
                      <a:pos x="T2" y="T3"/>
                    </a:cxn>
                  </a:cxnLst>
                  <a:rect l="0" t="0" r="r" b="b"/>
                  <a:pathLst>
                    <a:path w="959" h="79">
                      <a:moveTo>
                        <a:pt x="0" y="13"/>
                      </a:moveTo>
                      <a:cubicBezTo>
                        <a:pt x="232" y="26"/>
                        <a:pt x="839" y="0"/>
                        <a:pt x="959" y="7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07" name="Freeform 38"/>
                <p:cNvSpPr>
                  <a:spLocks/>
                </p:cNvSpPr>
                <p:nvPr/>
              </p:nvSpPr>
              <p:spPr bwMode="auto">
                <a:xfrm rot="10800000">
                  <a:off x="1102901" y="4067118"/>
                  <a:ext cx="193653" cy="24039"/>
                </a:xfrm>
                <a:custGeom>
                  <a:avLst/>
                  <a:gdLst>
                    <a:gd name="T0" fmla="*/ 0 w 210"/>
                    <a:gd name="T1" fmla="*/ 26 h 26"/>
                    <a:gd name="T2" fmla="*/ 210 w 210"/>
                    <a:gd name="T3" fmla="*/ 13 h 26"/>
                  </a:gdLst>
                  <a:ahLst/>
                  <a:cxnLst>
                    <a:cxn ang="0">
                      <a:pos x="T0" y="T1"/>
                    </a:cxn>
                    <a:cxn ang="0">
                      <a:pos x="T2" y="T3"/>
                    </a:cxn>
                  </a:cxnLst>
                  <a:rect l="0" t="0" r="r" b="b"/>
                  <a:pathLst>
                    <a:path w="210" h="26">
                      <a:moveTo>
                        <a:pt x="0" y="26"/>
                      </a:moveTo>
                      <a:cubicBezTo>
                        <a:pt x="105" y="0"/>
                        <a:pt x="165" y="13"/>
                        <a:pt x="210" y="1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08" name="Freeform 39"/>
                <p:cNvSpPr>
                  <a:spLocks/>
                </p:cNvSpPr>
                <p:nvPr/>
              </p:nvSpPr>
              <p:spPr bwMode="auto">
                <a:xfrm rot="10800000">
                  <a:off x="238841" y="3651991"/>
                  <a:ext cx="656575" cy="79512"/>
                </a:xfrm>
                <a:custGeom>
                  <a:avLst/>
                  <a:gdLst>
                    <a:gd name="T0" fmla="*/ 0 w 712"/>
                    <a:gd name="T1" fmla="*/ 60 h 86"/>
                    <a:gd name="T2" fmla="*/ 712 w 712"/>
                    <a:gd name="T3" fmla="*/ 47 h 86"/>
                  </a:gdLst>
                  <a:ahLst/>
                  <a:cxnLst>
                    <a:cxn ang="0">
                      <a:pos x="T0" y="T1"/>
                    </a:cxn>
                    <a:cxn ang="0">
                      <a:pos x="T2" y="T3"/>
                    </a:cxn>
                  </a:cxnLst>
                  <a:rect l="0" t="0" r="r" b="b"/>
                  <a:pathLst>
                    <a:path w="712" h="86">
                      <a:moveTo>
                        <a:pt x="0" y="60"/>
                      </a:moveTo>
                      <a:cubicBezTo>
                        <a:pt x="345" y="0"/>
                        <a:pt x="570" y="86"/>
                        <a:pt x="712" y="4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09" name="Freeform 40"/>
                <p:cNvSpPr>
                  <a:spLocks/>
                </p:cNvSpPr>
                <p:nvPr/>
              </p:nvSpPr>
              <p:spPr bwMode="auto">
                <a:xfrm rot="10800000">
                  <a:off x="238841" y="3945076"/>
                  <a:ext cx="656575" cy="67493"/>
                </a:xfrm>
                <a:custGeom>
                  <a:avLst/>
                  <a:gdLst>
                    <a:gd name="T0" fmla="*/ 0 w 712"/>
                    <a:gd name="T1" fmla="*/ 20 h 73"/>
                    <a:gd name="T2" fmla="*/ 712 w 712"/>
                    <a:gd name="T3" fmla="*/ 33 h 73"/>
                  </a:gdLst>
                  <a:ahLst/>
                  <a:cxnLst>
                    <a:cxn ang="0">
                      <a:pos x="T0" y="T1"/>
                    </a:cxn>
                    <a:cxn ang="0">
                      <a:pos x="T2" y="T3"/>
                    </a:cxn>
                  </a:cxnLst>
                  <a:rect l="0" t="0" r="r" b="b"/>
                  <a:pathLst>
                    <a:path w="712" h="73">
                      <a:moveTo>
                        <a:pt x="0" y="20"/>
                      </a:moveTo>
                      <a:cubicBezTo>
                        <a:pt x="330" y="73"/>
                        <a:pt x="502" y="0"/>
                        <a:pt x="712" y="3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10" name="Freeform 41"/>
                <p:cNvSpPr>
                  <a:spLocks/>
                </p:cNvSpPr>
                <p:nvPr/>
              </p:nvSpPr>
              <p:spPr bwMode="auto">
                <a:xfrm rot="10800000">
                  <a:off x="342122" y="3566007"/>
                  <a:ext cx="221317" cy="49002"/>
                </a:xfrm>
                <a:custGeom>
                  <a:avLst/>
                  <a:gdLst>
                    <a:gd name="T0" fmla="*/ 0 w 240"/>
                    <a:gd name="T1" fmla="*/ 26 h 53"/>
                    <a:gd name="T2" fmla="*/ 232 w 240"/>
                    <a:gd name="T3" fmla="*/ 0 h 53"/>
                  </a:gdLst>
                  <a:ahLst/>
                  <a:cxnLst>
                    <a:cxn ang="0">
                      <a:pos x="T0" y="T1"/>
                    </a:cxn>
                    <a:cxn ang="0">
                      <a:pos x="T2" y="T3"/>
                    </a:cxn>
                  </a:cxnLst>
                  <a:rect l="0" t="0" r="r" b="b"/>
                  <a:pathLst>
                    <a:path w="240" h="53">
                      <a:moveTo>
                        <a:pt x="0" y="26"/>
                      </a:moveTo>
                      <a:cubicBezTo>
                        <a:pt x="150" y="53"/>
                        <a:pt x="240" y="0"/>
                        <a:pt x="232"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11" name="Freeform 42"/>
                <p:cNvSpPr>
                  <a:spLocks/>
                </p:cNvSpPr>
                <p:nvPr/>
              </p:nvSpPr>
              <p:spPr bwMode="auto">
                <a:xfrm rot="10800000">
                  <a:off x="355955" y="4055099"/>
                  <a:ext cx="214862" cy="36058"/>
                </a:xfrm>
                <a:custGeom>
                  <a:avLst/>
                  <a:gdLst>
                    <a:gd name="T0" fmla="*/ 0 w 233"/>
                    <a:gd name="T1" fmla="*/ 26 h 39"/>
                    <a:gd name="T2" fmla="*/ 233 w 233"/>
                    <a:gd name="T3" fmla="*/ 39 h 39"/>
                  </a:gdLst>
                  <a:ahLst/>
                  <a:cxnLst>
                    <a:cxn ang="0">
                      <a:pos x="T0" y="T1"/>
                    </a:cxn>
                    <a:cxn ang="0">
                      <a:pos x="T2" y="T3"/>
                    </a:cxn>
                  </a:cxnLst>
                  <a:rect l="0" t="0" r="r" b="b"/>
                  <a:pathLst>
                    <a:path w="233" h="39">
                      <a:moveTo>
                        <a:pt x="0" y="26"/>
                      </a:moveTo>
                      <a:cubicBezTo>
                        <a:pt x="83" y="0"/>
                        <a:pt x="203" y="13"/>
                        <a:pt x="233" y="3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12" name="Freeform 43"/>
                <p:cNvSpPr>
                  <a:spLocks/>
                </p:cNvSpPr>
                <p:nvPr/>
              </p:nvSpPr>
              <p:spPr bwMode="auto">
                <a:xfrm rot="10800000">
                  <a:off x="142014" y="3651991"/>
                  <a:ext cx="76539" cy="366126"/>
                </a:xfrm>
                <a:custGeom>
                  <a:avLst/>
                  <a:gdLst>
                    <a:gd name="T0" fmla="*/ 0 w 83"/>
                    <a:gd name="T1" fmla="*/ 396 h 396"/>
                    <a:gd name="T2" fmla="*/ 0 w 83"/>
                    <a:gd name="T3" fmla="*/ 0 h 396"/>
                  </a:gdLst>
                  <a:ahLst/>
                  <a:cxnLst>
                    <a:cxn ang="0">
                      <a:pos x="T0" y="T1"/>
                    </a:cxn>
                    <a:cxn ang="0">
                      <a:pos x="T2" y="T3"/>
                    </a:cxn>
                  </a:cxnLst>
                  <a:rect l="0" t="0" r="r" b="b"/>
                  <a:pathLst>
                    <a:path w="83" h="396">
                      <a:moveTo>
                        <a:pt x="0" y="396"/>
                      </a:moveTo>
                      <a:cubicBezTo>
                        <a:pt x="83" y="317"/>
                        <a:pt x="60" y="26"/>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13" name="Freeform 44"/>
                <p:cNvSpPr>
                  <a:spLocks/>
                </p:cNvSpPr>
                <p:nvPr/>
              </p:nvSpPr>
              <p:spPr bwMode="auto">
                <a:xfrm rot="10800000">
                  <a:off x="260050" y="3590970"/>
                  <a:ext cx="967342" cy="61021"/>
                </a:xfrm>
                <a:custGeom>
                  <a:avLst/>
                  <a:gdLst>
                    <a:gd name="T0" fmla="*/ 0 w 1049"/>
                    <a:gd name="T1" fmla="*/ 40 h 66"/>
                    <a:gd name="T2" fmla="*/ 1049 w 1049"/>
                    <a:gd name="T3" fmla="*/ 0 h 66"/>
                  </a:gdLst>
                  <a:ahLst/>
                  <a:cxnLst>
                    <a:cxn ang="0">
                      <a:pos x="T0" y="T1"/>
                    </a:cxn>
                    <a:cxn ang="0">
                      <a:pos x="T2" y="T3"/>
                    </a:cxn>
                  </a:cxnLst>
                  <a:rect l="0" t="0" r="r" b="b"/>
                  <a:pathLst>
                    <a:path w="1049" h="66">
                      <a:moveTo>
                        <a:pt x="0" y="40"/>
                      </a:moveTo>
                      <a:cubicBezTo>
                        <a:pt x="270" y="40"/>
                        <a:pt x="907" y="66"/>
                        <a:pt x="1049"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14" name="Freeform 45"/>
                <p:cNvSpPr>
                  <a:spLocks/>
                </p:cNvSpPr>
                <p:nvPr/>
              </p:nvSpPr>
              <p:spPr bwMode="auto">
                <a:xfrm rot="10800000">
                  <a:off x="260050" y="4015735"/>
                  <a:ext cx="967342" cy="61021"/>
                </a:xfrm>
                <a:custGeom>
                  <a:avLst/>
                  <a:gdLst>
                    <a:gd name="T0" fmla="*/ 0 w 1049"/>
                    <a:gd name="T1" fmla="*/ 26 h 66"/>
                    <a:gd name="T2" fmla="*/ 1049 w 1049"/>
                    <a:gd name="T3" fmla="*/ 66 h 66"/>
                  </a:gdLst>
                  <a:ahLst/>
                  <a:cxnLst>
                    <a:cxn ang="0">
                      <a:pos x="T0" y="T1"/>
                    </a:cxn>
                    <a:cxn ang="0">
                      <a:pos x="T2" y="T3"/>
                    </a:cxn>
                  </a:cxnLst>
                  <a:rect l="0" t="0" r="r" b="b"/>
                  <a:pathLst>
                    <a:path w="1049" h="66">
                      <a:moveTo>
                        <a:pt x="0" y="26"/>
                      </a:moveTo>
                      <a:cubicBezTo>
                        <a:pt x="270" y="26"/>
                        <a:pt x="900" y="0"/>
                        <a:pt x="1049" y="6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15" name="Freeform 46"/>
                <p:cNvSpPr>
                  <a:spLocks/>
                </p:cNvSpPr>
                <p:nvPr/>
              </p:nvSpPr>
              <p:spPr bwMode="auto">
                <a:xfrm rot="10800000">
                  <a:off x="315380" y="3676029"/>
                  <a:ext cx="26743" cy="318049"/>
                </a:xfrm>
                <a:custGeom>
                  <a:avLst/>
                  <a:gdLst>
                    <a:gd name="T0" fmla="*/ 0 w 29"/>
                    <a:gd name="T1" fmla="*/ 344 h 344"/>
                    <a:gd name="T2" fmla="*/ 0 w 29"/>
                    <a:gd name="T3" fmla="*/ 0 h 344"/>
                  </a:gdLst>
                  <a:ahLst/>
                  <a:cxnLst>
                    <a:cxn ang="0">
                      <a:pos x="T0" y="T1"/>
                    </a:cxn>
                    <a:cxn ang="0">
                      <a:pos x="T2" y="T3"/>
                    </a:cxn>
                  </a:cxnLst>
                  <a:rect l="0" t="0" r="r" b="b"/>
                  <a:pathLst>
                    <a:path w="29" h="344">
                      <a:moveTo>
                        <a:pt x="0" y="344"/>
                      </a:moveTo>
                      <a:cubicBezTo>
                        <a:pt x="29" y="264"/>
                        <a:pt x="29" y="8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16" name="Freeform 47"/>
                <p:cNvSpPr>
                  <a:spLocks/>
                </p:cNvSpPr>
                <p:nvPr/>
              </p:nvSpPr>
              <p:spPr bwMode="auto">
                <a:xfrm rot="10800000">
                  <a:off x="211176" y="3688048"/>
                  <a:ext cx="27665" cy="294010"/>
                </a:xfrm>
                <a:custGeom>
                  <a:avLst/>
                  <a:gdLst>
                    <a:gd name="T0" fmla="*/ 0 w 30"/>
                    <a:gd name="T1" fmla="*/ 318 h 318"/>
                    <a:gd name="T2" fmla="*/ 0 w 30"/>
                    <a:gd name="T3" fmla="*/ 0 h 318"/>
                  </a:gdLst>
                  <a:ahLst/>
                  <a:cxnLst>
                    <a:cxn ang="0">
                      <a:pos x="T0" y="T1"/>
                    </a:cxn>
                    <a:cxn ang="0">
                      <a:pos x="T2" y="T3"/>
                    </a:cxn>
                  </a:cxnLst>
                  <a:rect l="0" t="0" r="r" b="b"/>
                  <a:pathLst>
                    <a:path w="30" h="318">
                      <a:moveTo>
                        <a:pt x="0" y="318"/>
                      </a:moveTo>
                      <a:cubicBezTo>
                        <a:pt x="30" y="225"/>
                        <a:pt x="22" y="67"/>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17" name="Freeform 48"/>
                <p:cNvSpPr>
                  <a:spLocks/>
                </p:cNvSpPr>
                <p:nvPr/>
              </p:nvSpPr>
              <p:spPr bwMode="auto">
                <a:xfrm rot="10800000">
                  <a:off x="177056" y="3645519"/>
                  <a:ext cx="55329" cy="384617"/>
                </a:xfrm>
                <a:custGeom>
                  <a:avLst/>
                  <a:gdLst>
                    <a:gd name="T0" fmla="*/ 0 w 60"/>
                    <a:gd name="T1" fmla="*/ 416 h 416"/>
                    <a:gd name="T2" fmla="*/ 0 w 60"/>
                    <a:gd name="T3" fmla="*/ 0 h 416"/>
                  </a:gdLst>
                  <a:ahLst/>
                  <a:cxnLst>
                    <a:cxn ang="0">
                      <a:pos x="T0" y="T1"/>
                    </a:cxn>
                    <a:cxn ang="0">
                      <a:pos x="T2" y="T3"/>
                    </a:cxn>
                  </a:cxnLst>
                  <a:rect l="0" t="0" r="r" b="b"/>
                  <a:pathLst>
                    <a:path w="60" h="416">
                      <a:moveTo>
                        <a:pt x="0" y="416"/>
                      </a:moveTo>
                      <a:cubicBezTo>
                        <a:pt x="60" y="277"/>
                        <a:pt x="30" y="66"/>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18" name="Freeform 49"/>
                <p:cNvSpPr>
                  <a:spLocks/>
                </p:cNvSpPr>
                <p:nvPr/>
              </p:nvSpPr>
              <p:spPr bwMode="auto">
                <a:xfrm rot="10800000">
                  <a:off x="238841" y="3627028"/>
                  <a:ext cx="35042" cy="61021"/>
                </a:xfrm>
                <a:custGeom>
                  <a:avLst/>
                  <a:gdLst>
                    <a:gd name="T0" fmla="*/ 0 w 38"/>
                    <a:gd name="T1" fmla="*/ 66 h 66"/>
                    <a:gd name="T2" fmla="*/ 38 w 38"/>
                    <a:gd name="T3" fmla="*/ 0 h 66"/>
                  </a:gdLst>
                  <a:ahLst/>
                  <a:cxnLst>
                    <a:cxn ang="0">
                      <a:pos x="T0" y="T1"/>
                    </a:cxn>
                    <a:cxn ang="0">
                      <a:pos x="T2" y="T3"/>
                    </a:cxn>
                  </a:cxnLst>
                  <a:rect l="0" t="0" r="r" b="b"/>
                  <a:pathLst>
                    <a:path w="38" h="66">
                      <a:moveTo>
                        <a:pt x="0" y="66"/>
                      </a:moveTo>
                      <a:cubicBezTo>
                        <a:pt x="0" y="66"/>
                        <a:pt x="38" y="26"/>
                        <a:pt x="38"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19" name="Freeform 50"/>
                <p:cNvSpPr>
                  <a:spLocks/>
                </p:cNvSpPr>
                <p:nvPr/>
              </p:nvSpPr>
              <p:spPr bwMode="auto">
                <a:xfrm rot="10800000">
                  <a:off x="238841" y="3982059"/>
                  <a:ext cx="35042" cy="61021"/>
                </a:xfrm>
                <a:custGeom>
                  <a:avLst/>
                  <a:gdLst>
                    <a:gd name="T0" fmla="*/ 0 w 38"/>
                    <a:gd name="T1" fmla="*/ 0 h 66"/>
                    <a:gd name="T2" fmla="*/ 38 w 38"/>
                    <a:gd name="T3" fmla="*/ 66 h 66"/>
                  </a:gdLst>
                  <a:ahLst/>
                  <a:cxnLst>
                    <a:cxn ang="0">
                      <a:pos x="T0" y="T1"/>
                    </a:cxn>
                    <a:cxn ang="0">
                      <a:pos x="T2" y="T3"/>
                    </a:cxn>
                  </a:cxnLst>
                  <a:rect l="0" t="0" r="r" b="b"/>
                  <a:pathLst>
                    <a:path w="38" h="66">
                      <a:moveTo>
                        <a:pt x="0" y="0"/>
                      </a:moveTo>
                      <a:cubicBezTo>
                        <a:pt x="0" y="0"/>
                        <a:pt x="38" y="40"/>
                        <a:pt x="38" y="6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20" name="Freeform 51"/>
                <p:cNvSpPr>
                  <a:spLocks/>
                </p:cNvSpPr>
                <p:nvPr/>
              </p:nvSpPr>
              <p:spPr bwMode="auto">
                <a:xfrm rot="10800000">
                  <a:off x="155847" y="3700992"/>
                  <a:ext cx="55329" cy="268122"/>
                </a:xfrm>
                <a:custGeom>
                  <a:avLst/>
                  <a:gdLst>
                    <a:gd name="T0" fmla="*/ 0 w 60"/>
                    <a:gd name="T1" fmla="*/ 290 h 290"/>
                    <a:gd name="T2" fmla="*/ 0 w 60"/>
                    <a:gd name="T3" fmla="*/ 0 h 290"/>
                  </a:gdLst>
                  <a:ahLst/>
                  <a:cxnLst>
                    <a:cxn ang="0">
                      <a:pos x="T0" y="T1"/>
                    </a:cxn>
                    <a:cxn ang="0">
                      <a:pos x="T2" y="T3"/>
                    </a:cxn>
                  </a:cxnLst>
                  <a:rect l="0" t="0" r="r" b="b"/>
                  <a:pathLst>
                    <a:path w="60" h="290">
                      <a:moveTo>
                        <a:pt x="0" y="290"/>
                      </a:moveTo>
                      <a:cubicBezTo>
                        <a:pt x="37" y="290"/>
                        <a:pt x="60" y="26"/>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21" name="Freeform 52"/>
                <p:cNvSpPr>
                  <a:spLocks/>
                </p:cNvSpPr>
                <p:nvPr/>
              </p:nvSpPr>
              <p:spPr bwMode="auto">
                <a:xfrm rot="10800000">
                  <a:off x="211176" y="3676029"/>
                  <a:ext cx="130946" cy="24963"/>
                </a:xfrm>
                <a:custGeom>
                  <a:avLst/>
                  <a:gdLst>
                    <a:gd name="T0" fmla="*/ 0 w 142"/>
                    <a:gd name="T1" fmla="*/ 27 h 27"/>
                    <a:gd name="T2" fmla="*/ 142 w 142"/>
                    <a:gd name="T3" fmla="*/ 0 h 27"/>
                  </a:gdLst>
                  <a:ahLst/>
                  <a:cxnLst>
                    <a:cxn ang="0">
                      <a:pos x="T0" y="T1"/>
                    </a:cxn>
                    <a:cxn ang="0">
                      <a:pos x="T2" y="T3"/>
                    </a:cxn>
                  </a:cxnLst>
                  <a:rect l="0" t="0" r="r" b="b"/>
                  <a:pathLst>
                    <a:path w="142" h="27">
                      <a:moveTo>
                        <a:pt x="0" y="27"/>
                      </a:moveTo>
                      <a:cubicBezTo>
                        <a:pt x="0" y="27"/>
                        <a:pt x="142" y="27"/>
                        <a:pt x="142"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22" name="Freeform 53"/>
                <p:cNvSpPr>
                  <a:spLocks/>
                </p:cNvSpPr>
                <p:nvPr/>
              </p:nvSpPr>
              <p:spPr bwMode="auto">
                <a:xfrm rot="10800000">
                  <a:off x="211176" y="3969115"/>
                  <a:ext cx="130946" cy="24963"/>
                </a:xfrm>
                <a:custGeom>
                  <a:avLst/>
                  <a:gdLst>
                    <a:gd name="T0" fmla="*/ 0 w 142"/>
                    <a:gd name="T1" fmla="*/ 0 h 27"/>
                    <a:gd name="T2" fmla="*/ 142 w 142"/>
                    <a:gd name="T3" fmla="*/ 27 h 27"/>
                  </a:gdLst>
                  <a:ahLst/>
                  <a:cxnLst>
                    <a:cxn ang="0">
                      <a:pos x="T0" y="T1"/>
                    </a:cxn>
                    <a:cxn ang="0">
                      <a:pos x="T2" y="T3"/>
                    </a:cxn>
                  </a:cxnLst>
                  <a:rect l="0" t="0" r="r" b="b"/>
                  <a:pathLst>
                    <a:path w="142" h="27">
                      <a:moveTo>
                        <a:pt x="0" y="0"/>
                      </a:moveTo>
                      <a:cubicBezTo>
                        <a:pt x="0" y="0"/>
                        <a:pt x="142" y="0"/>
                        <a:pt x="142" y="2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23" name="Freeform 57"/>
                <p:cNvSpPr>
                  <a:spLocks/>
                </p:cNvSpPr>
                <p:nvPr/>
              </p:nvSpPr>
              <p:spPr bwMode="auto">
                <a:xfrm rot="10800000">
                  <a:off x="180677" y="3825415"/>
                  <a:ext cx="13832" cy="24039"/>
                </a:xfrm>
                <a:custGeom>
                  <a:avLst/>
                  <a:gdLst>
                    <a:gd name="T0" fmla="*/ 7 w 15"/>
                    <a:gd name="T1" fmla="*/ 26 h 26"/>
                    <a:gd name="T2" fmla="*/ 0 w 15"/>
                    <a:gd name="T3" fmla="*/ 13 h 26"/>
                    <a:gd name="T4" fmla="*/ 7 w 15"/>
                    <a:gd name="T5" fmla="*/ 0 h 26"/>
                    <a:gd name="T6" fmla="*/ 15 w 15"/>
                    <a:gd name="T7" fmla="*/ 13 h 26"/>
                    <a:gd name="T8" fmla="*/ 7 w 15"/>
                    <a:gd name="T9" fmla="*/ 26 h 26"/>
                  </a:gdLst>
                  <a:ahLst/>
                  <a:cxnLst>
                    <a:cxn ang="0">
                      <a:pos x="T0" y="T1"/>
                    </a:cxn>
                    <a:cxn ang="0">
                      <a:pos x="T2" y="T3"/>
                    </a:cxn>
                    <a:cxn ang="0">
                      <a:pos x="T4" y="T5"/>
                    </a:cxn>
                    <a:cxn ang="0">
                      <a:pos x="T6" y="T7"/>
                    </a:cxn>
                    <a:cxn ang="0">
                      <a:pos x="T8" y="T9"/>
                    </a:cxn>
                  </a:cxnLst>
                  <a:rect l="0" t="0" r="r" b="b"/>
                  <a:pathLst>
                    <a:path w="15" h="26">
                      <a:moveTo>
                        <a:pt x="7" y="26"/>
                      </a:moveTo>
                      <a:cubicBezTo>
                        <a:pt x="0" y="26"/>
                        <a:pt x="0" y="20"/>
                        <a:pt x="0" y="13"/>
                      </a:cubicBezTo>
                      <a:cubicBezTo>
                        <a:pt x="0" y="6"/>
                        <a:pt x="0" y="0"/>
                        <a:pt x="7" y="0"/>
                      </a:cubicBezTo>
                      <a:cubicBezTo>
                        <a:pt x="7" y="0"/>
                        <a:pt x="15" y="6"/>
                        <a:pt x="15" y="13"/>
                      </a:cubicBezTo>
                      <a:cubicBezTo>
                        <a:pt x="15" y="20"/>
                        <a:pt x="7" y="26"/>
                        <a:pt x="7" y="2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24" name="Freeform 58"/>
                <p:cNvSpPr>
                  <a:spLocks/>
                </p:cNvSpPr>
                <p:nvPr/>
              </p:nvSpPr>
              <p:spPr bwMode="auto">
                <a:xfrm rot="10800000">
                  <a:off x="535775" y="3688048"/>
                  <a:ext cx="13832" cy="294010"/>
                </a:xfrm>
                <a:custGeom>
                  <a:avLst/>
                  <a:gdLst>
                    <a:gd name="T0" fmla="*/ 0 w 15"/>
                    <a:gd name="T1" fmla="*/ 318 h 318"/>
                    <a:gd name="T2" fmla="*/ 0 w 15"/>
                    <a:gd name="T3" fmla="*/ 0 h 318"/>
                  </a:gdLst>
                  <a:ahLst/>
                  <a:cxnLst>
                    <a:cxn ang="0">
                      <a:pos x="T0" y="T1"/>
                    </a:cxn>
                    <a:cxn ang="0">
                      <a:pos x="T2" y="T3"/>
                    </a:cxn>
                  </a:cxnLst>
                  <a:rect l="0" t="0" r="r" b="b"/>
                  <a:pathLst>
                    <a:path w="15" h="318">
                      <a:moveTo>
                        <a:pt x="0" y="318"/>
                      </a:moveTo>
                      <a:cubicBezTo>
                        <a:pt x="15" y="271"/>
                        <a:pt x="15" y="4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25" name="Freeform 59"/>
                <p:cNvSpPr>
                  <a:spLocks/>
                </p:cNvSpPr>
                <p:nvPr/>
              </p:nvSpPr>
              <p:spPr bwMode="auto">
                <a:xfrm rot="10800000">
                  <a:off x="452781" y="3590970"/>
                  <a:ext cx="588335" cy="110023"/>
                </a:xfrm>
                <a:custGeom>
                  <a:avLst/>
                  <a:gdLst>
                    <a:gd name="T0" fmla="*/ 638 w 638"/>
                    <a:gd name="T1" fmla="*/ 80 h 119"/>
                    <a:gd name="T2" fmla="*/ 0 w 638"/>
                    <a:gd name="T3" fmla="*/ 119 h 119"/>
                  </a:gdLst>
                  <a:ahLst/>
                  <a:cxnLst>
                    <a:cxn ang="0">
                      <a:pos x="T0" y="T1"/>
                    </a:cxn>
                    <a:cxn ang="0">
                      <a:pos x="T2" y="T3"/>
                    </a:cxn>
                  </a:cxnLst>
                  <a:rect l="0" t="0" r="r" b="b"/>
                  <a:pathLst>
                    <a:path w="638" h="119">
                      <a:moveTo>
                        <a:pt x="638" y="80"/>
                      </a:moveTo>
                      <a:cubicBezTo>
                        <a:pt x="518" y="14"/>
                        <a:pt x="0" y="0"/>
                        <a:pt x="0" y="11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26" name="Freeform 60"/>
                <p:cNvSpPr>
                  <a:spLocks/>
                </p:cNvSpPr>
                <p:nvPr/>
              </p:nvSpPr>
              <p:spPr bwMode="auto">
                <a:xfrm rot="10800000">
                  <a:off x="446326" y="3966734"/>
                  <a:ext cx="594791" cy="110023"/>
                </a:xfrm>
                <a:custGeom>
                  <a:avLst/>
                  <a:gdLst>
                    <a:gd name="T0" fmla="*/ 645 w 645"/>
                    <a:gd name="T1" fmla="*/ 39 h 119"/>
                    <a:gd name="T2" fmla="*/ 0 w 645"/>
                    <a:gd name="T3" fmla="*/ 0 h 119"/>
                  </a:gdLst>
                  <a:ahLst/>
                  <a:cxnLst>
                    <a:cxn ang="0">
                      <a:pos x="T0" y="T1"/>
                    </a:cxn>
                    <a:cxn ang="0">
                      <a:pos x="T2" y="T3"/>
                    </a:cxn>
                  </a:cxnLst>
                  <a:rect l="0" t="0" r="r" b="b"/>
                  <a:pathLst>
                    <a:path w="645" h="119">
                      <a:moveTo>
                        <a:pt x="645" y="39"/>
                      </a:moveTo>
                      <a:cubicBezTo>
                        <a:pt x="525" y="105"/>
                        <a:pt x="0" y="119"/>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27" name="Freeform 61"/>
                <p:cNvSpPr>
                  <a:spLocks/>
                </p:cNvSpPr>
                <p:nvPr/>
              </p:nvSpPr>
              <p:spPr bwMode="auto">
                <a:xfrm rot="10800000">
                  <a:off x="452781" y="3615008"/>
                  <a:ext cx="580958" cy="12019"/>
                </a:xfrm>
                <a:custGeom>
                  <a:avLst/>
                  <a:gdLst>
                    <a:gd name="T0" fmla="*/ 630 w 630"/>
                    <a:gd name="T1" fmla="*/ 0 h 13"/>
                    <a:gd name="T2" fmla="*/ 0 w 630"/>
                    <a:gd name="T3" fmla="*/ 13 h 13"/>
                  </a:gdLst>
                  <a:ahLst/>
                  <a:cxnLst>
                    <a:cxn ang="0">
                      <a:pos x="T0" y="T1"/>
                    </a:cxn>
                    <a:cxn ang="0">
                      <a:pos x="T2" y="T3"/>
                    </a:cxn>
                  </a:cxnLst>
                  <a:rect l="0" t="0" r="r" b="b"/>
                  <a:pathLst>
                    <a:path w="630" h="13">
                      <a:moveTo>
                        <a:pt x="630" y="0"/>
                      </a:moveTo>
                      <a:cubicBezTo>
                        <a:pt x="510" y="13"/>
                        <a:pt x="270" y="13"/>
                        <a:pt x="0" y="1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28" name="Freeform 62"/>
                <p:cNvSpPr>
                  <a:spLocks/>
                </p:cNvSpPr>
                <p:nvPr/>
              </p:nvSpPr>
              <p:spPr bwMode="auto">
                <a:xfrm rot="10800000">
                  <a:off x="446326" y="4043079"/>
                  <a:ext cx="580958" cy="12019"/>
                </a:xfrm>
                <a:custGeom>
                  <a:avLst/>
                  <a:gdLst>
                    <a:gd name="T0" fmla="*/ 630 w 630"/>
                    <a:gd name="T1" fmla="*/ 13 h 13"/>
                    <a:gd name="T2" fmla="*/ 0 w 630"/>
                    <a:gd name="T3" fmla="*/ 0 h 13"/>
                  </a:gdLst>
                  <a:ahLst/>
                  <a:cxnLst>
                    <a:cxn ang="0">
                      <a:pos x="T0" y="T1"/>
                    </a:cxn>
                    <a:cxn ang="0">
                      <a:pos x="T2" y="T3"/>
                    </a:cxn>
                  </a:cxnLst>
                  <a:rect l="0" t="0" r="r" b="b"/>
                  <a:pathLst>
                    <a:path w="630" h="13">
                      <a:moveTo>
                        <a:pt x="630" y="13"/>
                      </a:moveTo>
                      <a:cubicBezTo>
                        <a:pt x="510" y="0"/>
                        <a:pt x="270" y="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29" name="Freeform 63"/>
                <p:cNvSpPr>
                  <a:spLocks/>
                </p:cNvSpPr>
                <p:nvPr/>
              </p:nvSpPr>
              <p:spPr bwMode="auto">
                <a:xfrm rot="10800000">
                  <a:off x="480446" y="3627028"/>
                  <a:ext cx="525629" cy="61021"/>
                </a:xfrm>
                <a:custGeom>
                  <a:avLst/>
                  <a:gdLst>
                    <a:gd name="T0" fmla="*/ 570 w 570"/>
                    <a:gd name="T1" fmla="*/ 66 h 66"/>
                    <a:gd name="T2" fmla="*/ 0 w 570"/>
                    <a:gd name="T3" fmla="*/ 66 h 66"/>
                  </a:gdLst>
                  <a:ahLst/>
                  <a:cxnLst>
                    <a:cxn ang="0">
                      <a:pos x="T0" y="T1"/>
                    </a:cxn>
                    <a:cxn ang="0">
                      <a:pos x="T2" y="T3"/>
                    </a:cxn>
                  </a:cxnLst>
                  <a:rect l="0" t="0" r="r" b="b"/>
                  <a:pathLst>
                    <a:path w="570" h="66">
                      <a:moveTo>
                        <a:pt x="570" y="66"/>
                      </a:moveTo>
                      <a:cubicBezTo>
                        <a:pt x="420" y="0"/>
                        <a:pt x="37" y="26"/>
                        <a:pt x="0" y="6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30" name="Freeform 64"/>
                <p:cNvSpPr>
                  <a:spLocks/>
                </p:cNvSpPr>
                <p:nvPr/>
              </p:nvSpPr>
              <p:spPr bwMode="auto">
                <a:xfrm rot="10800000">
                  <a:off x="480446" y="3627028"/>
                  <a:ext cx="525629" cy="0"/>
                </a:xfrm>
                <a:custGeom>
                  <a:avLst/>
                  <a:gdLst>
                    <a:gd name="T0" fmla="*/ 570 w 570"/>
                    <a:gd name="T1" fmla="*/ 0 w 570"/>
                  </a:gdLst>
                  <a:ahLst/>
                  <a:cxnLst>
                    <a:cxn ang="0">
                      <a:pos x="T0" y="0"/>
                    </a:cxn>
                    <a:cxn ang="0">
                      <a:pos x="T1" y="0"/>
                    </a:cxn>
                  </a:cxnLst>
                  <a:rect l="0" t="0" r="r" b="b"/>
                  <a:pathLst>
                    <a:path w="570">
                      <a:moveTo>
                        <a:pt x="570" y="0"/>
                      </a:moveTo>
                      <a:cubicBezTo>
                        <a:pt x="360" y="0"/>
                        <a:pt x="90" y="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31" name="Freeform 65"/>
                <p:cNvSpPr>
                  <a:spLocks/>
                </p:cNvSpPr>
                <p:nvPr/>
              </p:nvSpPr>
              <p:spPr bwMode="auto">
                <a:xfrm rot="10800000">
                  <a:off x="770925" y="3615008"/>
                  <a:ext cx="21210" cy="49002"/>
                </a:xfrm>
                <a:custGeom>
                  <a:avLst/>
                  <a:gdLst>
                    <a:gd name="T0" fmla="*/ 23 w 23"/>
                    <a:gd name="T1" fmla="*/ 0 h 53"/>
                    <a:gd name="T2" fmla="*/ 0 w 23"/>
                    <a:gd name="T3" fmla="*/ 53 h 53"/>
                  </a:gdLst>
                  <a:ahLst/>
                  <a:cxnLst>
                    <a:cxn ang="0">
                      <a:pos x="T0" y="T1"/>
                    </a:cxn>
                    <a:cxn ang="0">
                      <a:pos x="T2" y="T3"/>
                    </a:cxn>
                  </a:cxnLst>
                  <a:rect l="0" t="0" r="r" b="b"/>
                  <a:pathLst>
                    <a:path w="23" h="53">
                      <a:moveTo>
                        <a:pt x="23" y="0"/>
                      </a:moveTo>
                      <a:cubicBezTo>
                        <a:pt x="15" y="13"/>
                        <a:pt x="0" y="40"/>
                        <a:pt x="0" y="5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32" name="Freeform 66"/>
                <p:cNvSpPr>
                  <a:spLocks/>
                </p:cNvSpPr>
                <p:nvPr/>
              </p:nvSpPr>
              <p:spPr bwMode="auto">
                <a:xfrm rot="10800000">
                  <a:off x="736805" y="3615008"/>
                  <a:ext cx="13832" cy="49002"/>
                </a:xfrm>
                <a:custGeom>
                  <a:avLst/>
                  <a:gdLst>
                    <a:gd name="T0" fmla="*/ 15 w 15"/>
                    <a:gd name="T1" fmla="*/ 0 h 53"/>
                    <a:gd name="T2" fmla="*/ 0 w 15"/>
                    <a:gd name="T3" fmla="*/ 53 h 53"/>
                  </a:gdLst>
                  <a:ahLst/>
                  <a:cxnLst>
                    <a:cxn ang="0">
                      <a:pos x="T0" y="T1"/>
                    </a:cxn>
                    <a:cxn ang="0">
                      <a:pos x="T2" y="T3"/>
                    </a:cxn>
                  </a:cxnLst>
                  <a:rect l="0" t="0" r="r" b="b"/>
                  <a:pathLst>
                    <a:path w="15" h="53">
                      <a:moveTo>
                        <a:pt x="15" y="0"/>
                      </a:moveTo>
                      <a:cubicBezTo>
                        <a:pt x="15" y="13"/>
                        <a:pt x="8" y="40"/>
                        <a:pt x="0" y="5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33" name="Freeform 67"/>
                <p:cNvSpPr>
                  <a:spLocks/>
                </p:cNvSpPr>
                <p:nvPr/>
              </p:nvSpPr>
              <p:spPr bwMode="auto">
                <a:xfrm rot="10800000">
                  <a:off x="757092" y="3590970"/>
                  <a:ext cx="27665" cy="73040"/>
                </a:xfrm>
                <a:custGeom>
                  <a:avLst/>
                  <a:gdLst>
                    <a:gd name="T0" fmla="*/ 30 w 30"/>
                    <a:gd name="T1" fmla="*/ 0 h 79"/>
                    <a:gd name="T2" fmla="*/ 0 w 30"/>
                    <a:gd name="T3" fmla="*/ 79 h 79"/>
                  </a:gdLst>
                  <a:ahLst/>
                  <a:cxnLst>
                    <a:cxn ang="0">
                      <a:pos x="T0" y="T1"/>
                    </a:cxn>
                    <a:cxn ang="0">
                      <a:pos x="T2" y="T3"/>
                    </a:cxn>
                  </a:cxnLst>
                  <a:rect l="0" t="0" r="r" b="b"/>
                  <a:pathLst>
                    <a:path w="30" h="79">
                      <a:moveTo>
                        <a:pt x="30" y="0"/>
                      </a:moveTo>
                      <a:cubicBezTo>
                        <a:pt x="22" y="26"/>
                        <a:pt x="7" y="66"/>
                        <a:pt x="0" y="7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34" name="Freeform 92"/>
                <p:cNvSpPr>
                  <a:spLocks/>
                </p:cNvSpPr>
                <p:nvPr/>
              </p:nvSpPr>
              <p:spPr bwMode="auto">
                <a:xfrm rot="10800000">
                  <a:off x="487823" y="3979678"/>
                  <a:ext cx="525629" cy="61021"/>
                </a:xfrm>
                <a:custGeom>
                  <a:avLst/>
                  <a:gdLst>
                    <a:gd name="T0" fmla="*/ 570 w 570"/>
                    <a:gd name="T1" fmla="*/ 0 h 66"/>
                    <a:gd name="T2" fmla="*/ 0 w 570"/>
                    <a:gd name="T3" fmla="*/ 0 h 66"/>
                  </a:gdLst>
                  <a:ahLst/>
                  <a:cxnLst>
                    <a:cxn ang="0">
                      <a:pos x="T0" y="T1"/>
                    </a:cxn>
                    <a:cxn ang="0">
                      <a:pos x="T2" y="T3"/>
                    </a:cxn>
                  </a:cxnLst>
                  <a:rect l="0" t="0" r="r" b="b"/>
                  <a:pathLst>
                    <a:path w="570" h="66">
                      <a:moveTo>
                        <a:pt x="570" y="0"/>
                      </a:moveTo>
                      <a:cubicBezTo>
                        <a:pt x="420" y="66"/>
                        <a:pt x="38" y="3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35" name="Freeform 93"/>
                <p:cNvSpPr>
                  <a:spLocks/>
                </p:cNvSpPr>
                <p:nvPr/>
              </p:nvSpPr>
              <p:spPr bwMode="auto">
                <a:xfrm rot="10800000">
                  <a:off x="487823" y="4043079"/>
                  <a:ext cx="525629" cy="0"/>
                </a:xfrm>
                <a:custGeom>
                  <a:avLst/>
                  <a:gdLst>
                    <a:gd name="T0" fmla="*/ 570 w 570"/>
                    <a:gd name="T1" fmla="*/ 0 w 570"/>
                  </a:gdLst>
                  <a:ahLst/>
                  <a:cxnLst>
                    <a:cxn ang="0">
                      <a:pos x="T0" y="0"/>
                    </a:cxn>
                    <a:cxn ang="0">
                      <a:pos x="T1" y="0"/>
                    </a:cxn>
                  </a:cxnLst>
                  <a:rect l="0" t="0" r="r" b="b"/>
                  <a:pathLst>
                    <a:path w="570">
                      <a:moveTo>
                        <a:pt x="570" y="0"/>
                      </a:moveTo>
                      <a:cubicBezTo>
                        <a:pt x="360" y="0"/>
                        <a:pt x="90" y="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36" name="Freeform 94"/>
                <p:cNvSpPr>
                  <a:spLocks/>
                </p:cNvSpPr>
                <p:nvPr/>
              </p:nvSpPr>
              <p:spPr bwMode="auto">
                <a:xfrm rot="10800000">
                  <a:off x="778302" y="4006097"/>
                  <a:ext cx="20287" cy="49002"/>
                </a:xfrm>
                <a:custGeom>
                  <a:avLst/>
                  <a:gdLst>
                    <a:gd name="T0" fmla="*/ 22 w 22"/>
                    <a:gd name="T1" fmla="*/ 53 h 53"/>
                    <a:gd name="T2" fmla="*/ 0 w 22"/>
                    <a:gd name="T3" fmla="*/ 0 h 53"/>
                  </a:gdLst>
                  <a:ahLst/>
                  <a:cxnLst>
                    <a:cxn ang="0">
                      <a:pos x="T0" y="T1"/>
                    </a:cxn>
                    <a:cxn ang="0">
                      <a:pos x="T2" y="T3"/>
                    </a:cxn>
                  </a:cxnLst>
                  <a:rect l="0" t="0" r="r" b="b"/>
                  <a:pathLst>
                    <a:path w="22" h="53">
                      <a:moveTo>
                        <a:pt x="22" y="53"/>
                      </a:moveTo>
                      <a:cubicBezTo>
                        <a:pt x="15" y="33"/>
                        <a:pt x="0" y="1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37" name="Freeform 95"/>
                <p:cNvSpPr>
                  <a:spLocks/>
                </p:cNvSpPr>
                <p:nvPr/>
              </p:nvSpPr>
              <p:spPr bwMode="auto">
                <a:xfrm rot="10800000">
                  <a:off x="743260" y="4006097"/>
                  <a:ext cx="13832" cy="49002"/>
                </a:xfrm>
                <a:custGeom>
                  <a:avLst/>
                  <a:gdLst>
                    <a:gd name="T0" fmla="*/ 15 w 15"/>
                    <a:gd name="T1" fmla="*/ 53 h 53"/>
                    <a:gd name="T2" fmla="*/ 0 w 15"/>
                    <a:gd name="T3" fmla="*/ 0 h 53"/>
                  </a:gdLst>
                  <a:ahLst/>
                  <a:cxnLst>
                    <a:cxn ang="0">
                      <a:pos x="T0" y="T1"/>
                    </a:cxn>
                    <a:cxn ang="0">
                      <a:pos x="T2" y="T3"/>
                    </a:cxn>
                  </a:cxnLst>
                  <a:rect l="0" t="0" r="r" b="b"/>
                  <a:pathLst>
                    <a:path w="15" h="53">
                      <a:moveTo>
                        <a:pt x="15" y="53"/>
                      </a:moveTo>
                      <a:cubicBezTo>
                        <a:pt x="15" y="33"/>
                        <a:pt x="7" y="1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38" name="Freeform 96"/>
                <p:cNvSpPr>
                  <a:spLocks/>
                </p:cNvSpPr>
                <p:nvPr/>
              </p:nvSpPr>
              <p:spPr bwMode="auto">
                <a:xfrm rot="10800000">
                  <a:off x="762089" y="4006466"/>
                  <a:ext cx="27665" cy="72000"/>
                </a:xfrm>
                <a:custGeom>
                  <a:avLst/>
                  <a:gdLst>
                    <a:gd name="T0" fmla="*/ 30 w 30"/>
                    <a:gd name="T1" fmla="*/ 86 h 86"/>
                    <a:gd name="T2" fmla="*/ 0 w 30"/>
                    <a:gd name="T3" fmla="*/ 0 h 86"/>
                  </a:gdLst>
                  <a:ahLst/>
                  <a:cxnLst>
                    <a:cxn ang="0">
                      <a:pos x="T0" y="T1"/>
                    </a:cxn>
                    <a:cxn ang="0">
                      <a:pos x="T2" y="T3"/>
                    </a:cxn>
                  </a:cxnLst>
                  <a:rect l="0" t="0" r="r" b="b"/>
                  <a:pathLst>
                    <a:path w="30" h="86">
                      <a:moveTo>
                        <a:pt x="30" y="86"/>
                      </a:moveTo>
                      <a:cubicBezTo>
                        <a:pt x="23" y="60"/>
                        <a:pt x="8" y="1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39" name="Freeform 121"/>
                <p:cNvSpPr>
                  <a:spLocks/>
                </p:cNvSpPr>
                <p:nvPr/>
              </p:nvSpPr>
              <p:spPr bwMode="auto">
                <a:xfrm rot="10800000">
                  <a:off x="840086" y="3639971"/>
                  <a:ext cx="193653" cy="36058"/>
                </a:xfrm>
                <a:custGeom>
                  <a:avLst/>
                  <a:gdLst>
                    <a:gd name="T0" fmla="*/ 0 w 210"/>
                    <a:gd name="T1" fmla="*/ 39 h 39"/>
                    <a:gd name="T2" fmla="*/ 210 w 210"/>
                    <a:gd name="T3" fmla="*/ 0 h 39"/>
                  </a:gdLst>
                  <a:ahLst/>
                  <a:cxnLst>
                    <a:cxn ang="0">
                      <a:pos x="T0" y="T1"/>
                    </a:cxn>
                    <a:cxn ang="0">
                      <a:pos x="T2" y="T3"/>
                    </a:cxn>
                  </a:cxnLst>
                  <a:rect l="0" t="0" r="r" b="b"/>
                  <a:pathLst>
                    <a:path w="210" h="39">
                      <a:moveTo>
                        <a:pt x="0" y="39"/>
                      </a:moveTo>
                      <a:cubicBezTo>
                        <a:pt x="60" y="26"/>
                        <a:pt x="150" y="0"/>
                        <a:pt x="21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40" name="Freeform 122"/>
                <p:cNvSpPr>
                  <a:spLocks/>
                </p:cNvSpPr>
                <p:nvPr/>
              </p:nvSpPr>
              <p:spPr bwMode="auto">
                <a:xfrm rot="10800000">
                  <a:off x="840086" y="3994078"/>
                  <a:ext cx="193653" cy="36058"/>
                </a:xfrm>
                <a:custGeom>
                  <a:avLst/>
                  <a:gdLst>
                    <a:gd name="T0" fmla="*/ 0 w 210"/>
                    <a:gd name="T1" fmla="*/ 0 h 39"/>
                    <a:gd name="T2" fmla="*/ 210 w 210"/>
                    <a:gd name="T3" fmla="*/ 39 h 39"/>
                  </a:gdLst>
                  <a:ahLst/>
                  <a:cxnLst>
                    <a:cxn ang="0">
                      <a:pos x="T0" y="T1"/>
                    </a:cxn>
                    <a:cxn ang="0">
                      <a:pos x="T2" y="T3"/>
                    </a:cxn>
                  </a:cxnLst>
                  <a:rect l="0" t="0" r="r" b="b"/>
                  <a:pathLst>
                    <a:path w="210" h="39">
                      <a:moveTo>
                        <a:pt x="0" y="0"/>
                      </a:moveTo>
                      <a:cubicBezTo>
                        <a:pt x="60" y="13"/>
                        <a:pt x="150" y="39"/>
                        <a:pt x="210" y="3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41" name="Freeform 123"/>
                <p:cNvSpPr>
                  <a:spLocks/>
                </p:cNvSpPr>
                <p:nvPr/>
              </p:nvSpPr>
              <p:spPr bwMode="auto">
                <a:xfrm rot="10800000">
                  <a:off x="964577" y="3553987"/>
                  <a:ext cx="41497" cy="55474"/>
                </a:xfrm>
                <a:custGeom>
                  <a:avLst/>
                  <a:gdLst>
                    <a:gd name="T0" fmla="*/ 45 w 45"/>
                    <a:gd name="T1" fmla="*/ 53 h 60"/>
                    <a:gd name="T2" fmla="*/ 0 w 45"/>
                    <a:gd name="T3" fmla="*/ 0 h 60"/>
                  </a:gdLst>
                  <a:ahLst/>
                  <a:cxnLst>
                    <a:cxn ang="0">
                      <a:pos x="T0" y="T1"/>
                    </a:cxn>
                    <a:cxn ang="0">
                      <a:pos x="T2" y="T3"/>
                    </a:cxn>
                  </a:cxnLst>
                  <a:rect l="0" t="0" r="r" b="b"/>
                  <a:pathLst>
                    <a:path w="45" h="60">
                      <a:moveTo>
                        <a:pt x="45" y="53"/>
                      </a:moveTo>
                      <a:cubicBezTo>
                        <a:pt x="30" y="60"/>
                        <a:pt x="7" y="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42" name="Freeform 124"/>
                <p:cNvSpPr>
                  <a:spLocks/>
                </p:cNvSpPr>
                <p:nvPr/>
              </p:nvSpPr>
              <p:spPr bwMode="auto">
                <a:xfrm rot="10800000">
                  <a:off x="964577" y="3560459"/>
                  <a:ext cx="41497" cy="73040"/>
                </a:xfrm>
                <a:custGeom>
                  <a:avLst/>
                  <a:gdLst>
                    <a:gd name="T0" fmla="*/ 0 w 45"/>
                    <a:gd name="T1" fmla="*/ 26 h 79"/>
                    <a:gd name="T2" fmla="*/ 45 w 45"/>
                    <a:gd name="T3" fmla="*/ 79 h 79"/>
                  </a:gdLst>
                  <a:ahLst/>
                  <a:cxnLst>
                    <a:cxn ang="0">
                      <a:pos x="T0" y="T1"/>
                    </a:cxn>
                    <a:cxn ang="0">
                      <a:pos x="T2" y="T3"/>
                    </a:cxn>
                  </a:cxnLst>
                  <a:rect l="0" t="0" r="r" b="b"/>
                  <a:pathLst>
                    <a:path w="45" h="79">
                      <a:moveTo>
                        <a:pt x="0" y="26"/>
                      </a:moveTo>
                      <a:cubicBezTo>
                        <a:pt x="30" y="0"/>
                        <a:pt x="45" y="73"/>
                        <a:pt x="45" y="7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43" name="Freeform 125"/>
                <p:cNvSpPr>
                  <a:spLocks/>
                </p:cNvSpPr>
                <p:nvPr/>
              </p:nvSpPr>
              <p:spPr bwMode="auto">
                <a:xfrm rot="10800000">
                  <a:off x="950745" y="3560459"/>
                  <a:ext cx="41497" cy="73040"/>
                </a:xfrm>
                <a:custGeom>
                  <a:avLst/>
                  <a:gdLst>
                    <a:gd name="T0" fmla="*/ 0 w 45"/>
                    <a:gd name="T1" fmla="*/ 13 h 79"/>
                    <a:gd name="T2" fmla="*/ 30 w 45"/>
                    <a:gd name="T3" fmla="*/ 79 h 79"/>
                  </a:gdLst>
                  <a:ahLst/>
                  <a:cxnLst>
                    <a:cxn ang="0">
                      <a:pos x="T0" y="T1"/>
                    </a:cxn>
                    <a:cxn ang="0">
                      <a:pos x="T2" y="T3"/>
                    </a:cxn>
                  </a:cxnLst>
                  <a:rect l="0" t="0" r="r" b="b"/>
                  <a:pathLst>
                    <a:path w="45" h="79">
                      <a:moveTo>
                        <a:pt x="0" y="13"/>
                      </a:moveTo>
                      <a:cubicBezTo>
                        <a:pt x="15" y="0"/>
                        <a:pt x="45" y="79"/>
                        <a:pt x="30" y="7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44" name="Freeform 126"/>
                <p:cNvSpPr>
                  <a:spLocks/>
                </p:cNvSpPr>
                <p:nvPr/>
              </p:nvSpPr>
              <p:spPr bwMode="auto">
                <a:xfrm rot="10800000">
                  <a:off x="964577" y="4055099"/>
                  <a:ext cx="41497" cy="61021"/>
                </a:xfrm>
                <a:custGeom>
                  <a:avLst/>
                  <a:gdLst>
                    <a:gd name="T0" fmla="*/ 45 w 45"/>
                    <a:gd name="T1" fmla="*/ 13 h 66"/>
                    <a:gd name="T2" fmla="*/ 0 w 45"/>
                    <a:gd name="T3" fmla="*/ 66 h 66"/>
                  </a:gdLst>
                  <a:ahLst/>
                  <a:cxnLst>
                    <a:cxn ang="0">
                      <a:pos x="T0" y="T1"/>
                    </a:cxn>
                    <a:cxn ang="0">
                      <a:pos x="T2" y="T3"/>
                    </a:cxn>
                  </a:cxnLst>
                  <a:rect l="0" t="0" r="r" b="b"/>
                  <a:pathLst>
                    <a:path w="45" h="66">
                      <a:moveTo>
                        <a:pt x="45" y="13"/>
                      </a:moveTo>
                      <a:cubicBezTo>
                        <a:pt x="30" y="0"/>
                        <a:pt x="7" y="66"/>
                        <a:pt x="0" y="6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45" name="Freeform 127"/>
                <p:cNvSpPr>
                  <a:spLocks/>
                </p:cNvSpPr>
                <p:nvPr/>
              </p:nvSpPr>
              <p:spPr bwMode="auto">
                <a:xfrm rot="10800000">
                  <a:off x="964577" y="4030136"/>
                  <a:ext cx="41497" cy="73965"/>
                </a:xfrm>
                <a:custGeom>
                  <a:avLst/>
                  <a:gdLst>
                    <a:gd name="T0" fmla="*/ 0 w 45"/>
                    <a:gd name="T1" fmla="*/ 53 h 80"/>
                    <a:gd name="T2" fmla="*/ 45 w 45"/>
                    <a:gd name="T3" fmla="*/ 0 h 80"/>
                  </a:gdLst>
                  <a:ahLst/>
                  <a:cxnLst>
                    <a:cxn ang="0">
                      <a:pos x="T0" y="T1"/>
                    </a:cxn>
                    <a:cxn ang="0">
                      <a:pos x="T2" y="T3"/>
                    </a:cxn>
                  </a:cxnLst>
                  <a:rect l="0" t="0" r="r" b="b"/>
                  <a:pathLst>
                    <a:path w="45" h="80">
                      <a:moveTo>
                        <a:pt x="0" y="53"/>
                      </a:moveTo>
                      <a:cubicBezTo>
                        <a:pt x="30" y="80"/>
                        <a:pt x="45" y="0"/>
                        <a:pt x="4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46" name="Freeform 128"/>
                <p:cNvSpPr>
                  <a:spLocks/>
                </p:cNvSpPr>
                <p:nvPr/>
              </p:nvSpPr>
              <p:spPr bwMode="auto">
                <a:xfrm rot="10800000">
                  <a:off x="950745" y="4030136"/>
                  <a:ext cx="41497" cy="73965"/>
                </a:xfrm>
                <a:custGeom>
                  <a:avLst/>
                  <a:gdLst>
                    <a:gd name="T0" fmla="*/ 0 w 45"/>
                    <a:gd name="T1" fmla="*/ 60 h 80"/>
                    <a:gd name="T2" fmla="*/ 30 w 45"/>
                    <a:gd name="T3" fmla="*/ 0 h 80"/>
                  </a:gdLst>
                  <a:ahLst/>
                  <a:cxnLst>
                    <a:cxn ang="0">
                      <a:pos x="T0" y="T1"/>
                    </a:cxn>
                    <a:cxn ang="0">
                      <a:pos x="T2" y="T3"/>
                    </a:cxn>
                  </a:cxnLst>
                  <a:rect l="0" t="0" r="r" b="b"/>
                  <a:pathLst>
                    <a:path w="45" h="80">
                      <a:moveTo>
                        <a:pt x="0" y="60"/>
                      </a:moveTo>
                      <a:cubicBezTo>
                        <a:pt x="15" y="80"/>
                        <a:pt x="45" y="0"/>
                        <a:pt x="3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47" name="Rectangle 69"/>
                <p:cNvSpPr>
                  <a:spLocks noChangeArrowheads="1"/>
                </p:cNvSpPr>
                <p:nvPr/>
              </p:nvSpPr>
              <p:spPr bwMode="auto">
                <a:xfrm rot="10800000">
                  <a:off x="788249" y="4063770"/>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48" name="Rectangle 69"/>
                <p:cNvSpPr>
                  <a:spLocks noChangeArrowheads="1"/>
                </p:cNvSpPr>
                <p:nvPr/>
              </p:nvSpPr>
              <p:spPr bwMode="auto">
                <a:xfrm rot="10800000">
                  <a:off x="816174" y="4063770"/>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49" name="Rectangle 69"/>
                <p:cNvSpPr>
                  <a:spLocks noChangeArrowheads="1"/>
                </p:cNvSpPr>
                <p:nvPr/>
              </p:nvSpPr>
              <p:spPr bwMode="auto">
                <a:xfrm rot="10800000">
                  <a:off x="788265" y="3592348"/>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50" name="Rectangle 69"/>
                <p:cNvSpPr>
                  <a:spLocks noChangeArrowheads="1"/>
                </p:cNvSpPr>
                <p:nvPr/>
              </p:nvSpPr>
              <p:spPr bwMode="auto">
                <a:xfrm rot="10800000">
                  <a:off x="816190" y="3592348"/>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51" name="Rectangle 69"/>
                <p:cNvSpPr>
                  <a:spLocks noChangeArrowheads="1"/>
                </p:cNvSpPr>
                <p:nvPr/>
              </p:nvSpPr>
              <p:spPr bwMode="auto">
                <a:xfrm rot="10800000">
                  <a:off x="535879" y="4059024"/>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52" name="Rectangle 69"/>
                <p:cNvSpPr>
                  <a:spLocks noChangeArrowheads="1"/>
                </p:cNvSpPr>
                <p:nvPr/>
              </p:nvSpPr>
              <p:spPr bwMode="auto">
                <a:xfrm rot="10800000">
                  <a:off x="563804" y="4059024"/>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53" name="Rectangle 69"/>
                <p:cNvSpPr>
                  <a:spLocks noChangeArrowheads="1"/>
                </p:cNvSpPr>
                <p:nvPr/>
              </p:nvSpPr>
              <p:spPr bwMode="auto">
                <a:xfrm rot="10800000">
                  <a:off x="535895" y="3597126"/>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54" name="Rectangle 69"/>
                <p:cNvSpPr>
                  <a:spLocks noChangeArrowheads="1"/>
                </p:cNvSpPr>
                <p:nvPr/>
              </p:nvSpPr>
              <p:spPr bwMode="auto">
                <a:xfrm rot="10800000">
                  <a:off x="563820" y="3597126"/>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grpSp>
          <p:sp>
            <p:nvSpPr>
              <p:cNvPr id="237" name="流程图: 联系 403"/>
              <p:cNvSpPr/>
              <p:nvPr/>
            </p:nvSpPr>
            <p:spPr>
              <a:xfrm>
                <a:off x="2805003" y="3071157"/>
                <a:ext cx="55701"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38" name="流程图: 联系 403"/>
              <p:cNvSpPr/>
              <p:nvPr/>
            </p:nvSpPr>
            <p:spPr>
              <a:xfrm>
                <a:off x="2768050" y="2990183"/>
                <a:ext cx="55701"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39" name="流程图: 联系 403"/>
              <p:cNvSpPr/>
              <p:nvPr/>
            </p:nvSpPr>
            <p:spPr>
              <a:xfrm>
                <a:off x="2753858" y="2883422"/>
                <a:ext cx="55701"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40" name="流程图: 联系 403"/>
              <p:cNvSpPr/>
              <p:nvPr/>
            </p:nvSpPr>
            <p:spPr>
              <a:xfrm>
                <a:off x="2771038" y="2777273"/>
                <a:ext cx="55701"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41" name="流程图: 联系 403"/>
              <p:cNvSpPr/>
              <p:nvPr/>
            </p:nvSpPr>
            <p:spPr>
              <a:xfrm>
                <a:off x="2837281" y="2688580"/>
                <a:ext cx="55701"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42" name="流程图: 联系 403"/>
              <p:cNvSpPr/>
              <p:nvPr/>
            </p:nvSpPr>
            <p:spPr>
              <a:xfrm>
                <a:off x="2802408" y="2071097"/>
                <a:ext cx="55701"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43" name="流程图: 联系 403"/>
              <p:cNvSpPr/>
              <p:nvPr/>
            </p:nvSpPr>
            <p:spPr>
              <a:xfrm>
                <a:off x="2765453" y="1990123"/>
                <a:ext cx="55701"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44" name="流程图: 联系 403"/>
              <p:cNvSpPr/>
              <p:nvPr/>
            </p:nvSpPr>
            <p:spPr>
              <a:xfrm>
                <a:off x="2751263" y="1883362"/>
                <a:ext cx="55701"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45" name="流程图: 联系 403"/>
              <p:cNvSpPr/>
              <p:nvPr/>
            </p:nvSpPr>
            <p:spPr>
              <a:xfrm>
                <a:off x="2768442" y="1777214"/>
                <a:ext cx="55701"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46" name="矩形 245"/>
              <p:cNvSpPr/>
              <p:nvPr/>
            </p:nvSpPr>
            <p:spPr>
              <a:xfrm>
                <a:off x="2745445" y="1619623"/>
                <a:ext cx="1141646" cy="524345"/>
              </a:xfrm>
              <a:prstGeom prst="rect">
                <a:avLst/>
              </a:prstGeom>
              <a:noFill/>
              <a:ln w="1905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47" name="矩形 246"/>
              <p:cNvSpPr/>
              <p:nvPr/>
            </p:nvSpPr>
            <p:spPr>
              <a:xfrm>
                <a:off x="2751263" y="2686829"/>
                <a:ext cx="1131957" cy="524345"/>
              </a:xfrm>
              <a:prstGeom prst="rect">
                <a:avLst/>
              </a:prstGeom>
              <a:noFill/>
              <a:ln w="1905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grpSp>
            <p:nvGrpSpPr>
              <p:cNvPr id="248" name="组合 247"/>
              <p:cNvGrpSpPr/>
              <p:nvPr/>
            </p:nvGrpSpPr>
            <p:grpSpPr>
              <a:xfrm>
                <a:off x="613354" y="1670685"/>
                <a:ext cx="1128701" cy="470201"/>
                <a:chOff x="142014" y="3553987"/>
                <a:chExt cx="1320528" cy="562133"/>
              </a:xfrm>
            </p:grpSpPr>
            <p:sp>
              <p:nvSpPr>
                <p:cNvPr id="411" name="Freeform 5"/>
                <p:cNvSpPr>
                  <a:spLocks/>
                </p:cNvSpPr>
                <p:nvPr/>
              </p:nvSpPr>
              <p:spPr bwMode="auto">
                <a:xfrm rot="10800000">
                  <a:off x="1296554" y="3602989"/>
                  <a:ext cx="165988" cy="464129"/>
                </a:xfrm>
                <a:custGeom>
                  <a:avLst/>
                  <a:gdLst>
                    <a:gd name="T0" fmla="*/ 180 w 180"/>
                    <a:gd name="T1" fmla="*/ 502 h 502"/>
                    <a:gd name="T2" fmla="*/ 180 w 180"/>
                    <a:gd name="T3" fmla="*/ 0 h 502"/>
                  </a:gdLst>
                  <a:ahLst/>
                  <a:cxnLst>
                    <a:cxn ang="0">
                      <a:pos x="T0" y="T1"/>
                    </a:cxn>
                    <a:cxn ang="0">
                      <a:pos x="T2" y="T3"/>
                    </a:cxn>
                  </a:cxnLst>
                  <a:rect l="0" t="0" r="r" b="b"/>
                  <a:pathLst>
                    <a:path w="180" h="502">
                      <a:moveTo>
                        <a:pt x="180" y="502"/>
                      </a:moveTo>
                      <a:cubicBezTo>
                        <a:pt x="15" y="396"/>
                        <a:pt x="0" y="132"/>
                        <a:pt x="18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12" name="Freeform 6"/>
                <p:cNvSpPr>
                  <a:spLocks/>
                </p:cNvSpPr>
                <p:nvPr/>
              </p:nvSpPr>
              <p:spPr bwMode="auto">
                <a:xfrm rot="10800000">
                  <a:off x="1102901" y="3578950"/>
                  <a:ext cx="193653" cy="24039"/>
                </a:xfrm>
                <a:custGeom>
                  <a:avLst/>
                  <a:gdLst>
                    <a:gd name="T0" fmla="*/ 0 w 210"/>
                    <a:gd name="T1" fmla="*/ 0 h 26"/>
                    <a:gd name="T2" fmla="*/ 210 w 210"/>
                    <a:gd name="T3" fmla="*/ 13 h 26"/>
                  </a:gdLst>
                  <a:ahLst/>
                  <a:cxnLst>
                    <a:cxn ang="0">
                      <a:pos x="T0" y="T1"/>
                    </a:cxn>
                    <a:cxn ang="0">
                      <a:pos x="T2" y="T3"/>
                    </a:cxn>
                  </a:cxnLst>
                  <a:rect l="0" t="0" r="r" b="b"/>
                  <a:pathLst>
                    <a:path w="210" h="26">
                      <a:moveTo>
                        <a:pt x="0" y="0"/>
                      </a:moveTo>
                      <a:cubicBezTo>
                        <a:pt x="105" y="26"/>
                        <a:pt x="165" y="13"/>
                        <a:pt x="210" y="1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13" name="Freeform 7"/>
                <p:cNvSpPr>
                  <a:spLocks/>
                </p:cNvSpPr>
                <p:nvPr/>
              </p:nvSpPr>
              <p:spPr bwMode="auto">
                <a:xfrm rot="10800000">
                  <a:off x="1372170" y="3725031"/>
                  <a:ext cx="48874" cy="220045"/>
                </a:xfrm>
                <a:custGeom>
                  <a:avLst/>
                  <a:gdLst>
                    <a:gd name="T0" fmla="*/ 53 w 53"/>
                    <a:gd name="T1" fmla="*/ 238 h 238"/>
                    <a:gd name="T2" fmla="*/ 53 w 53"/>
                    <a:gd name="T3" fmla="*/ 0 h 238"/>
                  </a:gdLst>
                  <a:ahLst/>
                  <a:cxnLst>
                    <a:cxn ang="0">
                      <a:pos x="T0" y="T1"/>
                    </a:cxn>
                    <a:cxn ang="0">
                      <a:pos x="T2" y="T3"/>
                    </a:cxn>
                  </a:cxnLst>
                  <a:rect l="0" t="0" r="r" b="b"/>
                  <a:pathLst>
                    <a:path w="53" h="238">
                      <a:moveTo>
                        <a:pt x="53" y="238"/>
                      </a:moveTo>
                      <a:cubicBezTo>
                        <a:pt x="0" y="185"/>
                        <a:pt x="0" y="79"/>
                        <a:pt x="53"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14" name="Freeform 8"/>
                <p:cNvSpPr>
                  <a:spLocks/>
                </p:cNvSpPr>
                <p:nvPr/>
              </p:nvSpPr>
              <p:spPr bwMode="auto">
                <a:xfrm rot="10800000">
                  <a:off x="1282721" y="3615008"/>
                  <a:ext cx="110659" cy="122042"/>
                </a:xfrm>
                <a:custGeom>
                  <a:avLst/>
                  <a:gdLst>
                    <a:gd name="T0" fmla="*/ 48 w 256"/>
                    <a:gd name="T1" fmla="*/ 32 h 320"/>
                    <a:gd name="T2" fmla="*/ 96 w 256"/>
                    <a:gd name="T3" fmla="*/ 160 h 320"/>
                    <a:gd name="T4" fmla="*/ 176 w 256"/>
                    <a:gd name="T5" fmla="*/ 272 h 320"/>
                    <a:gd name="T6" fmla="*/ 192 w 256"/>
                    <a:gd name="T7" fmla="*/ 208 h 320"/>
                    <a:gd name="T8" fmla="*/ 96 w 256"/>
                    <a:gd name="T9" fmla="*/ 64 h 320"/>
                    <a:gd name="T10" fmla="*/ 48 w 256"/>
                    <a:gd name="T11" fmla="*/ 32 h 320"/>
                  </a:gdLst>
                  <a:ahLst/>
                  <a:cxnLst>
                    <a:cxn ang="0">
                      <a:pos x="T0" y="T1"/>
                    </a:cxn>
                    <a:cxn ang="0">
                      <a:pos x="T2" y="T3"/>
                    </a:cxn>
                    <a:cxn ang="0">
                      <a:pos x="T4" y="T5"/>
                    </a:cxn>
                    <a:cxn ang="0">
                      <a:pos x="T6" y="T7"/>
                    </a:cxn>
                    <a:cxn ang="0">
                      <a:pos x="T8" y="T9"/>
                    </a:cxn>
                    <a:cxn ang="0">
                      <a:pos x="T10" y="T11"/>
                    </a:cxn>
                  </a:cxnLst>
                  <a:rect l="0" t="0" r="r" b="b"/>
                  <a:pathLst>
                    <a:path w="256" h="320">
                      <a:moveTo>
                        <a:pt x="48" y="32"/>
                      </a:moveTo>
                      <a:cubicBezTo>
                        <a:pt x="0" y="0"/>
                        <a:pt x="80" y="128"/>
                        <a:pt x="96" y="160"/>
                      </a:cubicBezTo>
                      <a:cubicBezTo>
                        <a:pt x="96" y="208"/>
                        <a:pt x="144" y="256"/>
                        <a:pt x="176" y="272"/>
                      </a:cubicBezTo>
                      <a:cubicBezTo>
                        <a:pt x="256" y="320"/>
                        <a:pt x="208" y="224"/>
                        <a:pt x="192" y="208"/>
                      </a:cubicBezTo>
                      <a:cubicBezTo>
                        <a:pt x="160" y="160"/>
                        <a:pt x="128" y="112"/>
                        <a:pt x="96" y="64"/>
                      </a:cubicBezTo>
                      <a:cubicBezTo>
                        <a:pt x="80" y="48"/>
                        <a:pt x="64" y="48"/>
                        <a:pt x="48" y="32"/>
                      </a:cubicBezTo>
                    </a:path>
                  </a:pathLst>
                </a:custGeom>
                <a:solidFill>
                  <a:srgbClr val="FFFFFF"/>
                </a:solidFill>
                <a:ln w="3175">
                  <a:solidFill>
                    <a:schemeClr val="tx1"/>
                  </a:solidFill>
                  <a:prstDash val="solid"/>
                  <a:round/>
                  <a:headEnd/>
                  <a:tailEnd/>
                </a:ln>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15" name="Freeform 9"/>
                <p:cNvSpPr>
                  <a:spLocks/>
                </p:cNvSpPr>
                <p:nvPr/>
              </p:nvSpPr>
              <p:spPr bwMode="auto">
                <a:xfrm rot="10800000">
                  <a:off x="1282721" y="3615008"/>
                  <a:ext cx="110659" cy="122042"/>
                </a:xfrm>
                <a:custGeom>
                  <a:avLst/>
                  <a:gdLst>
                    <a:gd name="T0" fmla="*/ 23 w 120"/>
                    <a:gd name="T1" fmla="*/ 13 h 132"/>
                    <a:gd name="T2" fmla="*/ 45 w 120"/>
                    <a:gd name="T3" fmla="*/ 66 h 132"/>
                    <a:gd name="T4" fmla="*/ 82 w 120"/>
                    <a:gd name="T5" fmla="*/ 112 h 132"/>
                    <a:gd name="T6" fmla="*/ 90 w 120"/>
                    <a:gd name="T7" fmla="*/ 86 h 132"/>
                    <a:gd name="T8" fmla="*/ 45 w 120"/>
                    <a:gd name="T9" fmla="*/ 26 h 132"/>
                    <a:gd name="T10" fmla="*/ 23 w 120"/>
                    <a:gd name="T11" fmla="*/ 13 h 132"/>
                  </a:gdLst>
                  <a:ahLst/>
                  <a:cxnLst>
                    <a:cxn ang="0">
                      <a:pos x="T0" y="T1"/>
                    </a:cxn>
                    <a:cxn ang="0">
                      <a:pos x="T2" y="T3"/>
                    </a:cxn>
                    <a:cxn ang="0">
                      <a:pos x="T4" y="T5"/>
                    </a:cxn>
                    <a:cxn ang="0">
                      <a:pos x="T6" y="T7"/>
                    </a:cxn>
                    <a:cxn ang="0">
                      <a:pos x="T8" y="T9"/>
                    </a:cxn>
                    <a:cxn ang="0">
                      <a:pos x="T10" y="T11"/>
                    </a:cxn>
                  </a:cxnLst>
                  <a:rect l="0" t="0" r="r" b="b"/>
                  <a:pathLst>
                    <a:path w="120" h="132">
                      <a:moveTo>
                        <a:pt x="23" y="13"/>
                      </a:moveTo>
                      <a:cubicBezTo>
                        <a:pt x="0" y="0"/>
                        <a:pt x="38" y="53"/>
                        <a:pt x="45" y="66"/>
                      </a:cubicBezTo>
                      <a:cubicBezTo>
                        <a:pt x="45" y="86"/>
                        <a:pt x="68" y="105"/>
                        <a:pt x="82" y="112"/>
                      </a:cubicBezTo>
                      <a:cubicBezTo>
                        <a:pt x="120" y="132"/>
                        <a:pt x="97" y="92"/>
                        <a:pt x="90" y="86"/>
                      </a:cubicBezTo>
                      <a:cubicBezTo>
                        <a:pt x="75" y="66"/>
                        <a:pt x="60" y="46"/>
                        <a:pt x="45" y="26"/>
                      </a:cubicBezTo>
                      <a:cubicBezTo>
                        <a:pt x="38" y="19"/>
                        <a:pt x="30" y="19"/>
                        <a:pt x="23" y="1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16" name="Freeform 10"/>
                <p:cNvSpPr>
                  <a:spLocks/>
                </p:cNvSpPr>
                <p:nvPr/>
              </p:nvSpPr>
              <p:spPr bwMode="auto">
                <a:xfrm rot="10800000">
                  <a:off x="1282721" y="3933057"/>
                  <a:ext cx="110659" cy="122042"/>
                </a:xfrm>
                <a:custGeom>
                  <a:avLst/>
                  <a:gdLst>
                    <a:gd name="T0" fmla="*/ 48 w 256"/>
                    <a:gd name="T1" fmla="*/ 304 h 320"/>
                    <a:gd name="T2" fmla="*/ 96 w 256"/>
                    <a:gd name="T3" fmla="*/ 160 h 320"/>
                    <a:gd name="T4" fmla="*/ 176 w 256"/>
                    <a:gd name="T5" fmla="*/ 64 h 320"/>
                    <a:gd name="T6" fmla="*/ 192 w 256"/>
                    <a:gd name="T7" fmla="*/ 128 h 320"/>
                    <a:gd name="T8" fmla="*/ 96 w 256"/>
                    <a:gd name="T9" fmla="*/ 256 h 320"/>
                    <a:gd name="T10" fmla="*/ 48 w 256"/>
                    <a:gd name="T11" fmla="*/ 304 h 320"/>
                  </a:gdLst>
                  <a:ahLst/>
                  <a:cxnLst>
                    <a:cxn ang="0">
                      <a:pos x="T0" y="T1"/>
                    </a:cxn>
                    <a:cxn ang="0">
                      <a:pos x="T2" y="T3"/>
                    </a:cxn>
                    <a:cxn ang="0">
                      <a:pos x="T4" y="T5"/>
                    </a:cxn>
                    <a:cxn ang="0">
                      <a:pos x="T6" y="T7"/>
                    </a:cxn>
                    <a:cxn ang="0">
                      <a:pos x="T8" y="T9"/>
                    </a:cxn>
                    <a:cxn ang="0">
                      <a:pos x="T10" y="T11"/>
                    </a:cxn>
                  </a:cxnLst>
                  <a:rect l="0" t="0" r="r" b="b"/>
                  <a:pathLst>
                    <a:path w="256" h="320">
                      <a:moveTo>
                        <a:pt x="48" y="304"/>
                      </a:moveTo>
                      <a:cubicBezTo>
                        <a:pt x="0" y="320"/>
                        <a:pt x="80" y="208"/>
                        <a:pt x="96" y="160"/>
                      </a:cubicBezTo>
                      <a:cubicBezTo>
                        <a:pt x="112" y="112"/>
                        <a:pt x="144" y="80"/>
                        <a:pt x="176" y="64"/>
                      </a:cubicBezTo>
                      <a:cubicBezTo>
                        <a:pt x="256" y="0"/>
                        <a:pt x="208" y="112"/>
                        <a:pt x="192" y="128"/>
                      </a:cubicBezTo>
                      <a:cubicBezTo>
                        <a:pt x="160" y="160"/>
                        <a:pt x="128" y="224"/>
                        <a:pt x="96" y="256"/>
                      </a:cubicBezTo>
                      <a:cubicBezTo>
                        <a:pt x="80" y="288"/>
                        <a:pt x="64" y="288"/>
                        <a:pt x="48" y="304"/>
                      </a:cubicBezTo>
                    </a:path>
                  </a:pathLst>
                </a:custGeom>
                <a:solidFill>
                  <a:srgbClr val="FFFFFF"/>
                </a:solidFill>
                <a:ln w="3175">
                  <a:solidFill>
                    <a:schemeClr val="tx1"/>
                  </a:solidFill>
                  <a:prstDash val="solid"/>
                  <a:round/>
                  <a:headEnd/>
                  <a:tailEnd/>
                </a:ln>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17" name="Freeform 11"/>
                <p:cNvSpPr>
                  <a:spLocks/>
                </p:cNvSpPr>
                <p:nvPr/>
              </p:nvSpPr>
              <p:spPr bwMode="auto">
                <a:xfrm rot="10800000">
                  <a:off x="1282721" y="3933057"/>
                  <a:ext cx="110659" cy="122042"/>
                </a:xfrm>
                <a:custGeom>
                  <a:avLst/>
                  <a:gdLst>
                    <a:gd name="T0" fmla="*/ 23 w 120"/>
                    <a:gd name="T1" fmla="*/ 126 h 132"/>
                    <a:gd name="T2" fmla="*/ 45 w 120"/>
                    <a:gd name="T3" fmla="*/ 66 h 132"/>
                    <a:gd name="T4" fmla="*/ 82 w 120"/>
                    <a:gd name="T5" fmla="*/ 27 h 132"/>
                    <a:gd name="T6" fmla="*/ 90 w 120"/>
                    <a:gd name="T7" fmla="*/ 53 h 132"/>
                    <a:gd name="T8" fmla="*/ 45 w 120"/>
                    <a:gd name="T9" fmla="*/ 106 h 132"/>
                    <a:gd name="T10" fmla="*/ 23 w 120"/>
                    <a:gd name="T11" fmla="*/ 126 h 132"/>
                  </a:gdLst>
                  <a:ahLst/>
                  <a:cxnLst>
                    <a:cxn ang="0">
                      <a:pos x="T0" y="T1"/>
                    </a:cxn>
                    <a:cxn ang="0">
                      <a:pos x="T2" y="T3"/>
                    </a:cxn>
                    <a:cxn ang="0">
                      <a:pos x="T4" y="T5"/>
                    </a:cxn>
                    <a:cxn ang="0">
                      <a:pos x="T6" y="T7"/>
                    </a:cxn>
                    <a:cxn ang="0">
                      <a:pos x="T8" y="T9"/>
                    </a:cxn>
                    <a:cxn ang="0">
                      <a:pos x="T10" y="T11"/>
                    </a:cxn>
                  </a:cxnLst>
                  <a:rect l="0" t="0" r="r" b="b"/>
                  <a:pathLst>
                    <a:path w="120" h="132">
                      <a:moveTo>
                        <a:pt x="23" y="126"/>
                      </a:moveTo>
                      <a:cubicBezTo>
                        <a:pt x="0" y="132"/>
                        <a:pt x="38" y="86"/>
                        <a:pt x="45" y="66"/>
                      </a:cubicBezTo>
                      <a:cubicBezTo>
                        <a:pt x="53" y="46"/>
                        <a:pt x="68" y="33"/>
                        <a:pt x="82" y="27"/>
                      </a:cubicBezTo>
                      <a:cubicBezTo>
                        <a:pt x="120" y="0"/>
                        <a:pt x="97" y="46"/>
                        <a:pt x="90" y="53"/>
                      </a:cubicBezTo>
                      <a:cubicBezTo>
                        <a:pt x="75" y="66"/>
                        <a:pt x="60" y="93"/>
                        <a:pt x="45" y="106"/>
                      </a:cubicBezTo>
                      <a:cubicBezTo>
                        <a:pt x="38" y="119"/>
                        <a:pt x="30" y="119"/>
                        <a:pt x="23" y="12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18" name="Freeform 12"/>
                <p:cNvSpPr>
                  <a:spLocks/>
                </p:cNvSpPr>
                <p:nvPr/>
              </p:nvSpPr>
              <p:spPr bwMode="auto">
                <a:xfrm rot="10800000">
                  <a:off x="1144398" y="3676029"/>
                  <a:ext cx="248982" cy="73965"/>
                </a:xfrm>
                <a:custGeom>
                  <a:avLst/>
                  <a:gdLst>
                    <a:gd name="T0" fmla="*/ 270 w 270"/>
                    <a:gd name="T1" fmla="*/ 80 h 80"/>
                    <a:gd name="T2" fmla="*/ 0 w 270"/>
                    <a:gd name="T3" fmla="*/ 0 h 80"/>
                  </a:gdLst>
                  <a:ahLst/>
                  <a:cxnLst>
                    <a:cxn ang="0">
                      <a:pos x="T0" y="T1"/>
                    </a:cxn>
                    <a:cxn ang="0">
                      <a:pos x="T2" y="T3"/>
                    </a:cxn>
                  </a:cxnLst>
                  <a:rect l="0" t="0" r="r" b="b"/>
                  <a:pathLst>
                    <a:path w="270" h="80">
                      <a:moveTo>
                        <a:pt x="270" y="80"/>
                      </a:moveTo>
                      <a:cubicBezTo>
                        <a:pt x="180" y="53"/>
                        <a:pt x="60" y="5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19" name="Freeform 13"/>
                <p:cNvSpPr>
                  <a:spLocks/>
                </p:cNvSpPr>
                <p:nvPr/>
              </p:nvSpPr>
              <p:spPr bwMode="auto">
                <a:xfrm rot="10800000">
                  <a:off x="1144398" y="3920113"/>
                  <a:ext cx="248982" cy="73965"/>
                </a:xfrm>
                <a:custGeom>
                  <a:avLst/>
                  <a:gdLst>
                    <a:gd name="T0" fmla="*/ 270 w 270"/>
                    <a:gd name="T1" fmla="*/ 0 h 80"/>
                    <a:gd name="T2" fmla="*/ 0 w 270"/>
                    <a:gd name="T3" fmla="*/ 80 h 80"/>
                  </a:gdLst>
                  <a:ahLst/>
                  <a:cxnLst>
                    <a:cxn ang="0">
                      <a:pos x="T0" y="T1"/>
                    </a:cxn>
                    <a:cxn ang="0">
                      <a:pos x="T2" y="T3"/>
                    </a:cxn>
                  </a:cxnLst>
                  <a:rect l="0" t="0" r="r" b="b"/>
                  <a:pathLst>
                    <a:path w="270" h="80">
                      <a:moveTo>
                        <a:pt x="270" y="0"/>
                      </a:moveTo>
                      <a:cubicBezTo>
                        <a:pt x="180" y="27"/>
                        <a:pt x="60" y="27"/>
                        <a:pt x="0" y="8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20" name="Oval 17"/>
                <p:cNvSpPr>
                  <a:spLocks noChangeArrowheads="1"/>
                </p:cNvSpPr>
                <p:nvPr/>
              </p:nvSpPr>
              <p:spPr bwMode="auto">
                <a:xfrm rot="10800000">
                  <a:off x="1390765" y="3804543"/>
                  <a:ext cx="13832" cy="61021"/>
                </a:xfrm>
                <a:prstGeom prst="ellipse">
                  <a:avLst/>
                </a:pr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21" name="Freeform 18"/>
                <p:cNvSpPr>
                  <a:spLocks/>
                </p:cNvSpPr>
                <p:nvPr/>
              </p:nvSpPr>
              <p:spPr bwMode="auto">
                <a:xfrm rot="10800000">
                  <a:off x="1365715" y="3737050"/>
                  <a:ext cx="27665" cy="208026"/>
                </a:xfrm>
                <a:custGeom>
                  <a:avLst/>
                  <a:gdLst>
                    <a:gd name="T0" fmla="*/ 30 w 30"/>
                    <a:gd name="T1" fmla="*/ 225 h 225"/>
                    <a:gd name="T2" fmla="*/ 30 w 30"/>
                    <a:gd name="T3" fmla="*/ 0 h 225"/>
                  </a:gdLst>
                  <a:ahLst/>
                  <a:cxnLst>
                    <a:cxn ang="0">
                      <a:pos x="T0" y="T1"/>
                    </a:cxn>
                    <a:cxn ang="0">
                      <a:pos x="T2" y="T3"/>
                    </a:cxn>
                  </a:cxnLst>
                  <a:rect l="0" t="0" r="r" b="b"/>
                  <a:pathLst>
                    <a:path w="30" h="225">
                      <a:moveTo>
                        <a:pt x="30" y="225"/>
                      </a:moveTo>
                      <a:cubicBezTo>
                        <a:pt x="0" y="165"/>
                        <a:pt x="0" y="106"/>
                        <a:pt x="3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22" name="Freeform 19"/>
                <p:cNvSpPr>
                  <a:spLocks/>
                </p:cNvSpPr>
                <p:nvPr/>
              </p:nvSpPr>
              <p:spPr bwMode="auto">
                <a:xfrm rot="10800000">
                  <a:off x="1075236" y="3627028"/>
                  <a:ext cx="235150" cy="24963"/>
                </a:xfrm>
                <a:custGeom>
                  <a:avLst/>
                  <a:gdLst>
                    <a:gd name="T0" fmla="*/ 0 w 255"/>
                    <a:gd name="T1" fmla="*/ 0 h 27"/>
                    <a:gd name="T2" fmla="*/ 255 w 255"/>
                    <a:gd name="T3" fmla="*/ 0 h 27"/>
                  </a:gdLst>
                  <a:ahLst/>
                  <a:cxnLst>
                    <a:cxn ang="0">
                      <a:pos x="T0" y="T1"/>
                    </a:cxn>
                    <a:cxn ang="0">
                      <a:pos x="T2" y="T3"/>
                    </a:cxn>
                  </a:cxnLst>
                  <a:rect l="0" t="0" r="r" b="b"/>
                  <a:pathLst>
                    <a:path w="255" h="27">
                      <a:moveTo>
                        <a:pt x="0" y="0"/>
                      </a:moveTo>
                      <a:cubicBezTo>
                        <a:pt x="90" y="0"/>
                        <a:pt x="195" y="27"/>
                        <a:pt x="25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23" name="Freeform 20"/>
                <p:cNvSpPr>
                  <a:spLocks/>
                </p:cNvSpPr>
                <p:nvPr/>
              </p:nvSpPr>
              <p:spPr bwMode="auto">
                <a:xfrm rot="10800000">
                  <a:off x="1075236" y="4018116"/>
                  <a:ext cx="235150" cy="24963"/>
                </a:xfrm>
                <a:custGeom>
                  <a:avLst/>
                  <a:gdLst>
                    <a:gd name="T0" fmla="*/ 0 w 255"/>
                    <a:gd name="T1" fmla="*/ 27 h 27"/>
                    <a:gd name="T2" fmla="*/ 255 w 255"/>
                    <a:gd name="T3" fmla="*/ 27 h 27"/>
                  </a:gdLst>
                  <a:ahLst/>
                  <a:cxnLst>
                    <a:cxn ang="0">
                      <a:pos x="T0" y="T1"/>
                    </a:cxn>
                    <a:cxn ang="0">
                      <a:pos x="T2" y="T3"/>
                    </a:cxn>
                  </a:cxnLst>
                  <a:rect l="0" t="0" r="r" b="b"/>
                  <a:pathLst>
                    <a:path w="255" h="27">
                      <a:moveTo>
                        <a:pt x="0" y="27"/>
                      </a:moveTo>
                      <a:cubicBezTo>
                        <a:pt x="90" y="27"/>
                        <a:pt x="195" y="0"/>
                        <a:pt x="255" y="2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24" name="Freeform 21"/>
                <p:cNvSpPr>
                  <a:spLocks/>
                </p:cNvSpPr>
                <p:nvPr/>
              </p:nvSpPr>
              <p:spPr bwMode="auto">
                <a:xfrm rot="10800000">
                  <a:off x="1033739" y="3615008"/>
                  <a:ext cx="262814" cy="24963"/>
                </a:xfrm>
                <a:custGeom>
                  <a:avLst/>
                  <a:gdLst>
                    <a:gd name="T0" fmla="*/ 0 w 285"/>
                    <a:gd name="T1" fmla="*/ 0 h 27"/>
                    <a:gd name="T2" fmla="*/ 285 w 285"/>
                    <a:gd name="T3" fmla="*/ 0 h 27"/>
                  </a:gdLst>
                  <a:ahLst/>
                  <a:cxnLst>
                    <a:cxn ang="0">
                      <a:pos x="T0" y="T1"/>
                    </a:cxn>
                    <a:cxn ang="0">
                      <a:pos x="T2" y="T3"/>
                    </a:cxn>
                  </a:cxnLst>
                  <a:rect l="0" t="0" r="r" b="b"/>
                  <a:pathLst>
                    <a:path w="285" h="27">
                      <a:moveTo>
                        <a:pt x="0" y="0"/>
                      </a:moveTo>
                      <a:cubicBezTo>
                        <a:pt x="105" y="0"/>
                        <a:pt x="217" y="27"/>
                        <a:pt x="28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25" name="Freeform 22"/>
                <p:cNvSpPr>
                  <a:spLocks/>
                </p:cNvSpPr>
                <p:nvPr/>
              </p:nvSpPr>
              <p:spPr bwMode="auto">
                <a:xfrm rot="10800000">
                  <a:off x="1033739" y="4030136"/>
                  <a:ext cx="262814" cy="24963"/>
                </a:xfrm>
                <a:custGeom>
                  <a:avLst/>
                  <a:gdLst>
                    <a:gd name="T0" fmla="*/ 0 w 285"/>
                    <a:gd name="T1" fmla="*/ 27 h 27"/>
                    <a:gd name="T2" fmla="*/ 285 w 285"/>
                    <a:gd name="T3" fmla="*/ 27 h 27"/>
                  </a:gdLst>
                  <a:ahLst/>
                  <a:cxnLst>
                    <a:cxn ang="0">
                      <a:pos x="T0" y="T1"/>
                    </a:cxn>
                    <a:cxn ang="0">
                      <a:pos x="T2" y="T3"/>
                    </a:cxn>
                  </a:cxnLst>
                  <a:rect l="0" t="0" r="r" b="b"/>
                  <a:pathLst>
                    <a:path w="285" h="27">
                      <a:moveTo>
                        <a:pt x="0" y="27"/>
                      </a:moveTo>
                      <a:cubicBezTo>
                        <a:pt x="105" y="27"/>
                        <a:pt x="217" y="0"/>
                        <a:pt x="285" y="2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26" name="Freeform 26"/>
                <p:cNvSpPr>
                  <a:spLocks/>
                </p:cNvSpPr>
                <p:nvPr/>
              </p:nvSpPr>
              <p:spPr bwMode="auto">
                <a:xfrm rot="10800000">
                  <a:off x="1061404" y="4060646"/>
                  <a:ext cx="90371" cy="12944"/>
                </a:xfrm>
                <a:custGeom>
                  <a:avLst/>
                  <a:gdLst>
                    <a:gd name="T0" fmla="*/ 0 w 98"/>
                    <a:gd name="T1" fmla="*/ 7 h 14"/>
                    <a:gd name="T2" fmla="*/ 53 w 98"/>
                    <a:gd name="T3" fmla="*/ 0 h 14"/>
                    <a:gd name="T4" fmla="*/ 98 w 98"/>
                    <a:gd name="T5" fmla="*/ 7 h 14"/>
                    <a:gd name="T6" fmla="*/ 53 w 98"/>
                    <a:gd name="T7" fmla="*/ 14 h 14"/>
                    <a:gd name="T8" fmla="*/ 0 w 98"/>
                    <a:gd name="T9" fmla="*/ 7 h 14"/>
                  </a:gdLst>
                  <a:ahLst/>
                  <a:cxnLst>
                    <a:cxn ang="0">
                      <a:pos x="T0" y="T1"/>
                    </a:cxn>
                    <a:cxn ang="0">
                      <a:pos x="T2" y="T3"/>
                    </a:cxn>
                    <a:cxn ang="0">
                      <a:pos x="T4" y="T5"/>
                    </a:cxn>
                    <a:cxn ang="0">
                      <a:pos x="T6" y="T7"/>
                    </a:cxn>
                    <a:cxn ang="0">
                      <a:pos x="T8" y="T9"/>
                    </a:cxn>
                  </a:cxnLst>
                  <a:rect l="0" t="0" r="r" b="b"/>
                  <a:pathLst>
                    <a:path w="98" h="14">
                      <a:moveTo>
                        <a:pt x="0" y="7"/>
                      </a:moveTo>
                      <a:cubicBezTo>
                        <a:pt x="0" y="0"/>
                        <a:pt x="23" y="0"/>
                        <a:pt x="53" y="0"/>
                      </a:cubicBezTo>
                      <a:cubicBezTo>
                        <a:pt x="75" y="0"/>
                        <a:pt x="98" y="0"/>
                        <a:pt x="98" y="7"/>
                      </a:cubicBezTo>
                      <a:cubicBezTo>
                        <a:pt x="98" y="7"/>
                        <a:pt x="75" y="14"/>
                        <a:pt x="53" y="14"/>
                      </a:cubicBezTo>
                      <a:cubicBezTo>
                        <a:pt x="23" y="14"/>
                        <a:pt x="0" y="7"/>
                        <a:pt x="0" y="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27" name="Freeform 30"/>
                <p:cNvSpPr>
                  <a:spLocks/>
                </p:cNvSpPr>
                <p:nvPr/>
              </p:nvSpPr>
              <p:spPr bwMode="auto">
                <a:xfrm rot="10800000">
                  <a:off x="1061404" y="3596517"/>
                  <a:ext cx="90371" cy="12944"/>
                </a:xfrm>
                <a:custGeom>
                  <a:avLst/>
                  <a:gdLst>
                    <a:gd name="T0" fmla="*/ 0 w 98"/>
                    <a:gd name="T1" fmla="*/ 7 h 14"/>
                    <a:gd name="T2" fmla="*/ 53 w 98"/>
                    <a:gd name="T3" fmla="*/ 0 h 14"/>
                    <a:gd name="T4" fmla="*/ 98 w 98"/>
                    <a:gd name="T5" fmla="*/ 7 h 14"/>
                    <a:gd name="T6" fmla="*/ 53 w 98"/>
                    <a:gd name="T7" fmla="*/ 14 h 14"/>
                    <a:gd name="T8" fmla="*/ 0 w 98"/>
                    <a:gd name="T9" fmla="*/ 7 h 14"/>
                  </a:gdLst>
                  <a:ahLst/>
                  <a:cxnLst>
                    <a:cxn ang="0">
                      <a:pos x="T0" y="T1"/>
                    </a:cxn>
                    <a:cxn ang="0">
                      <a:pos x="T2" y="T3"/>
                    </a:cxn>
                    <a:cxn ang="0">
                      <a:pos x="T4" y="T5"/>
                    </a:cxn>
                    <a:cxn ang="0">
                      <a:pos x="T6" y="T7"/>
                    </a:cxn>
                    <a:cxn ang="0">
                      <a:pos x="T8" y="T9"/>
                    </a:cxn>
                  </a:cxnLst>
                  <a:rect l="0" t="0" r="r" b="b"/>
                  <a:pathLst>
                    <a:path w="98" h="14">
                      <a:moveTo>
                        <a:pt x="0" y="7"/>
                      </a:moveTo>
                      <a:cubicBezTo>
                        <a:pt x="0" y="0"/>
                        <a:pt x="23" y="0"/>
                        <a:pt x="53" y="0"/>
                      </a:cubicBezTo>
                      <a:cubicBezTo>
                        <a:pt x="75" y="0"/>
                        <a:pt x="98" y="0"/>
                        <a:pt x="98" y="7"/>
                      </a:cubicBezTo>
                      <a:cubicBezTo>
                        <a:pt x="98" y="7"/>
                        <a:pt x="75" y="14"/>
                        <a:pt x="53" y="14"/>
                      </a:cubicBezTo>
                      <a:cubicBezTo>
                        <a:pt x="23" y="14"/>
                        <a:pt x="0" y="7"/>
                        <a:pt x="0" y="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28" name="Freeform 31"/>
                <p:cNvSpPr>
                  <a:spLocks/>
                </p:cNvSpPr>
                <p:nvPr/>
              </p:nvSpPr>
              <p:spPr bwMode="auto">
                <a:xfrm rot="10800000">
                  <a:off x="1089069" y="3651991"/>
                  <a:ext cx="62707" cy="366126"/>
                </a:xfrm>
                <a:custGeom>
                  <a:avLst/>
                  <a:gdLst>
                    <a:gd name="T0" fmla="*/ 68 w 68"/>
                    <a:gd name="T1" fmla="*/ 396 h 396"/>
                    <a:gd name="T2" fmla="*/ 68 w 68"/>
                    <a:gd name="T3" fmla="*/ 0 h 396"/>
                  </a:gdLst>
                  <a:ahLst/>
                  <a:cxnLst>
                    <a:cxn ang="0">
                      <a:pos x="T0" y="T1"/>
                    </a:cxn>
                    <a:cxn ang="0">
                      <a:pos x="T2" y="T3"/>
                    </a:cxn>
                  </a:cxnLst>
                  <a:rect l="0" t="0" r="r" b="b"/>
                  <a:pathLst>
                    <a:path w="68" h="396">
                      <a:moveTo>
                        <a:pt x="68" y="396"/>
                      </a:moveTo>
                      <a:cubicBezTo>
                        <a:pt x="8" y="290"/>
                        <a:pt x="0" y="132"/>
                        <a:pt x="68"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29" name="Freeform 32"/>
                <p:cNvSpPr>
                  <a:spLocks/>
                </p:cNvSpPr>
                <p:nvPr/>
              </p:nvSpPr>
              <p:spPr bwMode="auto">
                <a:xfrm rot="10800000">
                  <a:off x="1075236" y="3651991"/>
                  <a:ext cx="41497" cy="366126"/>
                </a:xfrm>
                <a:custGeom>
                  <a:avLst/>
                  <a:gdLst>
                    <a:gd name="T0" fmla="*/ 45 w 45"/>
                    <a:gd name="T1" fmla="*/ 396 h 396"/>
                    <a:gd name="T2" fmla="*/ 45 w 45"/>
                    <a:gd name="T3" fmla="*/ 0 h 396"/>
                  </a:gdLst>
                  <a:ahLst/>
                  <a:cxnLst>
                    <a:cxn ang="0">
                      <a:pos x="T0" y="T1"/>
                    </a:cxn>
                    <a:cxn ang="0">
                      <a:pos x="T2" y="T3"/>
                    </a:cxn>
                  </a:cxnLst>
                  <a:rect l="0" t="0" r="r" b="b"/>
                  <a:pathLst>
                    <a:path w="45" h="396">
                      <a:moveTo>
                        <a:pt x="45" y="396"/>
                      </a:moveTo>
                      <a:cubicBezTo>
                        <a:pt x="0" y="290"/>
                        <a:pt x="0" y="132"/>
                        <a:pt x="4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30" name="Freeform 33"/>
                <p:cNvSpPr>
                  <a:spLocks/>
                </p:cNvSpPr>
                <p:nvPr/>
              </p:nvSpPr>
              <p:spPr bwMode="auto">
                <a:xfrm rot="10800000">
                  <a:off x="895416" y="3627028"/>
                  <a:ext cx="179820" cy="49002"/>
                </a:xfrm>
                <a:custGeom>
                  <a:avLst/>
                  <a:gdLst>
                    <a:gd name="T0" fmla="*/ 0 w 195"/>
                    <a:gd name="T1" fmla="*/ 26 h 53"/>
                    <a:gd name="T2" fmla="*/ 195 w 195"/>
                    <a:gd name="T3" fmla="*/ 0 h 53"/>
                  </a:gdLst>
                  <a:ahLst/>
                  <a:cxnLst>
                    <a:cxn ang="0">
                      <a:pos x="T0" y="T1"/>
                    </a:cxn>
                    <a:cxn ang="0">
                      <a:pos x="T2" y="T3"/>
                    </a:cxn>
                  </a:cxnLst>
                  <a:rect l="0" t="0" r="r" b="b"/>
                  <a:pathLst>
                    <a:path w="195" h="53">
                      <a:moveTo>
                        <a:pt x="0" y="26"/>
                      </a:moveTo>
                      <a:cubicBezTo>
                        <a:pt x="15" y="53"/>
                        <a:pt x="135" y="0"/>
                        <a:pt x="19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31" name="Freeform 34"/>
                <p:cNvSpPr>
                  <a:spLocks/>
                </p:cNvSpPr>
                <p:nvPr/>
              </p:nvSpPr>
              <p:spPr bwMode="auto">
                <a:xfrm rot="10800000">
                  <a:off x="895416" y="3994078"/>
                  <a:ext cx="179820" cy="49002"/>
                </a:xfrm>
                <a:custGeom>
                  <a:avLst/>
                  <a:gdLst>
                    <a:gd name="T0" fmla="*/ 0 w 195"/>
                    <a:gd name="T1" fmla="*/ 27 h 53"/>
                    <a:gd name="T2" fmla="*/ 195 w 195"/>
                    <a:gd name="T3" fmla="*/ 53 h 53"/>
                  </a:gdLst>
                  <a:ahLst/>
                  <a:cxnLst>
                    <a:cxn ang="0">
                      <a:pos x="T0" y="T1"/>
                    </a:cxn>
                    <a:cxn ang="0">
                      <a:pos x="T2" y="T3"/>
                    </a:cxn>
                  </a:cxnLst>
                  <a:rect l="0" t="0" r="r" b="b"/>
                  <a:pathLst>
                    <a:path w="195" h="53">
                      <a:moveTo>
                        <a:pt x="0" y="27"/>
                      </a:moveTo>
                      <a:cubicBezTo>
                        <a:pt x="15" y="0"/>
                        <a:pt x="135" y="53"/>
                        <a:pt x="195" y="5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32" name="Freeform 35"/>
                <p:cNvSpPr>
                  <a:spLocks/>
                </p:cNvSpPr>
                <p:nvPr/>
              </p:nvSpPr>
              <p:spPr bwMode="auto">
                <a:xfrm rot="10800000">
                  <a:off x="895416" y="3676029"/>
                  <a:ext cx="27665" cy="318049"/>
                </a:xfrm>
                <a:custGeom>
                  <a:avLst/>
                  <a:gdLst>
                    <a:gd name="T0" fmla="*/ 30 w 30"/>
                    <a:gd name="T1" fmla="*/ 344 h 344"/>
                    <a:gd name="T2" fmla="*/ 30 w 30"/>
                    <a:gd name="T3" fmla="*/ 0 h 344"/>
                  </a:gdLst>
                  <a:ahLst/>
                  <a:cxnLst>
                    <a:cxn ang="0">
                      <a:pos x="T0" y="T1"/>
                    </a:cxn>
                    <a:cxn ang="0">
                      <a:pos x="T2" y="T3"/>
                    </a:cxn>
                  </a:cxnLst>
                  <a:rect l="0" t="0" r="r" b="b"/>
                  <a:pathLst>
                    <a:path w="30" h="344">
                      <a:moveTo>
                        <a:pt x="30" y="344"/>
                      </a:moveTo>
                      <a:cubicBezTo>
                        <a:pt x="30" y="291"/>
                        <a:pt x="0" y="185"/>
                        <a:pt x="3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33" name="Freeform 36"/>
                <p:cNvSpPr>
                  <a:spLocks/>
                </p:cNvSpPr>
                <p:nvPr/>
              </p:nvSpPr>
              <p:spPr bwMode="auto">
                <a:xfrm rot="10800000">
                  <a:off x="218553" y="3578950"/>
                  <a:ext cx="884348" cy="73040"/>
                </a:xfrm>
                <a:custGeom>
                  <a:avLst/>
                  <a:gdLst>
                    <a:gd name="T0" fmla="*/ 0 w 959"/>
                    <a:gd name="T1" fmla="*/ 66 h 79"/>
                    <a:gd name="T2" fmla="*/ 959 w 959"/>
                    <a:gd name="T3" fmla="*/ 0 h 79"/>
                  </a:gdLst>
                  <a:ahLst/>
                  <a:cxnLst>
                    <a:cxn ang="0">
                      <a:pos x="T0" y="T1"/>
                    </a:cxn>
                    <a:cxn ang="0">
                      <a:pos x="T2" y="T3"/>
                    </a:cxn>
                  </a:cxnLst>
                  <a:rect l="0" t="0" r="r" b="b"/>
                  <a:pathLst>
                    <a:path w="959" h="79">
                      <a:moveTo>
                        <a:pt x="0" y="66"/>
                      </a:moveTo>
                      <a:cubicBezTo>
                        <a:pt x="225" y="66"/>
                        <a:pt x="839" y="79"/>
                        <a:pt x="959"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34" name="Freeform 37"/>
                <p:cNvSpPr>
                  <a:spLocks/>
                </p:cNvSpPr>
                <p:nvPr/>
              </p:nvSpPr>
              <p:spPr bwMode="auto">
                <a:xfrm rot="10800000">
                  <a:off x="218553" y="4018116"/>
                  <a:ext cx="884348" cy="73040"/>
                </a:xfrm>
                <a:custGeom>
                  <a:avLst/>
                  <a:gdLst>
                    <a:gd name="T0" fmla="*/ 0 w 959"/>
                    <a:gd name="T1" fmla="*/ 13 h 79"/>
                    <a:gd name="T2" fmla="*/ 959 w 959"/>
                    <a:gd name="T3" fmla="*/ 79 h 79"/>
                  </a:gdLst>
                  <a:ahLst/>
                  <a:cxnLst>
                    <a:cxn ang="0">
                      <a:pos x="T0" y="T1"/>
                    </a:cxn>
                    <a:cxn ang="0">
                      <a:pos x="T2" y="T3"/>
                    </a:cxn>
                  </a:cxnLst>
                  <a:rect l="0" t="0" r="r" b="b"/>
                  <a:pathLst>
                    <a:path w="959" h="79">
                      <a:moveTo>
                        <a:pt x="0" y="13"/>
                      </a:moveTo>
                      <a:cubicBezTo>
                        <a:pt x="232" y="26"/>
                        <a:pt x="839" y="0"/>
                        <a:pt x="959" y="7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35" name="Freeform 38"/>
                <p:cNvSpPr>
                  <a:spLocks/>
                </p:cNvSpPr>
                <p:nvPr/>
              </p:nvSpPr>
              <p:spPr bwMode="auto">
                <a:xfrm rot="10800000">
                  <a:off x="1102901" y="4067118"/>
                  <a:ext cx="193653" cy="24039"/>
                </a:xfrm>
                <a:custGeom>
                  <a:avLst/>
                  <a:gdLst>
                    <a:gd name="T0" fmla="*/ 0 w 210"/>
                    <a:gd name="T1" fmla="*/ 26 h 26"/>
                    <a:gd name="T2" fmla="*/ 210 w 210"/>
                    <a:gd name="T3" fmla="*/ 13 h 26"/>
                  </a:gdLst>
                  <a:ahLst/>
                  <a:cxnLst>
                    <a:cxn ang="0">
                      <a:pos x="T0" y="T1"/>
                    </a:cxn>
                    <a:cxn ang="0">
                      <a:pos x="T2" y="T3"/>
                    </a:cxn>
                  </a:cxnLst>
                  <a:rect l="0" t="0" r="r" b="b"/>
                  <a:pathLst>
                    <a:path w="210" h="26">
                      <a:moveTo>
                        <a:pt x="0" y="26"/>
                      </a:moveTo>
                      <a:cubicBezTo>
                        <a:pt x="105" y="0"/>
                        <a:pt x="165" y="13"/>
                        <a:pt x="210" y="1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36" name="Freeform 39"/>
                <p:cNvSpPr>
                  <a:spLocks/>
                </p:cNvSpPr>
                <p:nvPr/>
              </p:nvSpPr>
              <p:spPr bwMode="auto">
                <a:xfrm rot="10800000">
                  <a:off x="238841" y="3651991"/>
                  <a:ext cx="656575" cy="79512"/>
                </a:xfrm>
                <a:custGeom>
                  <a:avLst/>
                  <a:gdLst>
                    <a:gd name="T0" fmla="*/ 0 w 712"/>
                    <a:gd name="T1" fmla="*/ 60 h 86"/>
                    <a:gd name="T2" fmla="*/ 712 w 712"/>
                    <a:gd name="T3" fmla="*/ 47 h 86"/>
                  </a:gdLst>
                  <a:ahLst/>
                  <a:cxnLst>
                    <a:cxn ang="0">
                      <a:pos x="T0" y="T1"/>
                    </a:cxn>
                    <a:cxn ang="0">
                      <a:pos x="T2" y="T3"/>
                    </a:cxn>
                  </a:cxnLst>
                  <a:rect l="0" t="0" r="r" b="b"/>
                  <a:pathLst>
                    <a:path w="712" h="86">
                      <a:moveTo>
                        <a:pt x="0" y="60"/>
                      </a:moveTo>
                      <a:cubicBezTo>
                        <a:pt x="345" y="0"/>
                        <a:pt x="570" y="86"/>
                        <a:pt x="712" y="4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37" name="Freeform 40"/>
                <p:cNvSpPr>
                  <a:spLocks/>
                </p:cNvSpPr>
                <p:nvPr/>
              </p:nvSpPr>
              <p:spPr bwMode="auto">
                <a:xfrm rot="10800000">
                  <a:off x="238841" y="3945076"/>
                  <a:ext cx="656575" cy="67493"/>
                </a:xfrm>
                <a:custGeom>
                  <a:avLst/>
                  <a:gdLst>
                    <a:gd name="T0" fmla="*/ 0 w 712"/>
                    <a:gd name="T1" fmla="*/ 20 h 73"/>
                    <a:gd name="T2" fmla="*/ 712 w 712"/>
                    <a:gd name="T3" fmla="*/ 33 h 73"/>
                  </a:gdLst>
                  <a:ahLst/>
                  <a:cxnLst>
                    <a:cxn ang="0">
                      <a:pos x="T0" y="T1"/>
                    </a:cxn>
                    <a:cxn ang="0">
                      <a:pos x="T2" y="T3"/>
                    </a:cxn>
                  </a:cxnLst>
                  <a:rect l="0" t="0" r="r" b="b"/>
                  <a:pathLst>
                    <a:path w="712" h="73">
                      <a:moveTo>
                        <a:pt x="0" y="20"/>
                      </a:moveTo>
                      <a:cubicBezTo>
                        <a:pt x="330" y="73"/>
                        <a:pt x="502" y="0"/>
                        <a:pt x="712" y="3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38" name="Freeform 41"/>
                <p:cNvSpPr>
                  <a:spLocks/>
                </p:cNvSpPr>
                <p:nvPr/>
              </p:nvSpPr>
              <p:spPr bwMode="auto">
                <a:xfrm rot="10800000">
                  <a:off x="342122" y="3566007"/>
                  <a:ext cx="221317" cy="49002"/>
                </a:xfrm>
                <a:custGeom>
                  <a:avLst/>
                  <a:gdLst>
                    <a:gd name="T0" fmla="*/ 0 w 240"/>
                    <a:gd name="T1" fmla="*/ 26 h 53"/>
                    <a:gd name="T2" fmla="*/ 232 w 240"/>
                    <a:gd name="T3" fmla="*/ 0 h 53"/>
                  </a:gdLst>
                  <a:ahLst/>
                  <a:cxnLst>
                    <a:cxn ang="0">
                      <a:pos x="T0" y="T1"/>
                    </a:cxn>
                    <a:cxn ang="0">
                      <a:pos x="T2" y="T3"/>
                    </a:cxn>
                  </a:cxnLst>
                  <a:rect l="0" t="0" r="r" b="b"/>
                  <a:pathLst>
                    <a:path w="240" h="53">
                      <a:moveTo>
                        <a:pt x="0" y="26"/>
                      </a:moveTo>
                      <a:cubicBezTo>
                        <a:pt x="150" y="53"/>
                        <a:pt x="240" y="0"/>
                        <a:pt x="232"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39" name="Freeform 42"/>
                <p:cNvSpPr>
                  <a:spLocks/>
                </p:cNvSpPr>
                <p:nvPr/>
              </p:nvSpPr>
              <p:spPr bwMode="auto">
                <a:xfrm rot="10800000">
                  <a:off x="355955" y="4055099"/>
                  <a:ext cx="214862" cy="36058"/>
                </a:xfrm>
                <a:custGeom>
                  <a:avLst/>
                  <a:gdLst>
                    <a:gd name="T0" fmla="*/ 0 w 233"/>
                    <a:gd name="T1" fmla="*/ 26 h 39"/>
                    <a:gd name="T2" fmla="*/ 233 w 233"/>
                    <a:gd name="T3" fmla="*/ 39 h 39"/>
                  </a:gdLst>
                  <a:ahLst/>
                  <a:cxnLst>
                    <a:cxn ang="0">
                      <a:pos x="T0" y="T1"/>
                    </a:cxn>
                    <a:cxn ang="0">
                      <a:pos x="T2" y="T3"/>
                    </a:cxn>
                  </a:cxnLst>
                  <a:rect l="0" t="0" r="r" b="b"/>
                  <a:pathLst>
                    <a:path w="233" h="39">
                      <a:moveTo>
                        <a:pt x="0" y="26"/>
                      </a:moveTo>
                      <a:cubicBezTo>
                        <a:pt x="83" y="0"/>
                        <a:pt x="203" y="13"/>
                        <a:pt x="233" y="3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40" name="Freeform 43"/>
                <p:cNvSpPr>
                  <a:spLocks/>
                </p:cNvSpPr>
                <p:nvPr/>
              </p:nvSpPr>
              <p:spPr bwMode="auto">
                <a:xfrm rot="10800000">
                  <a:off x="142014" y="3651991"/>
                  <a:ext cx="76539" cy="366126"/>
                </a:xfrm>
                <a:custGeom>
                  <a:avLst/>
                  <a:gdLst>
                    <a:gd name="T0" fmla="*/ 0 w 83"/>
                    <a:gd name="T1" fmla="*/ 396 h 396"/>
                    <a:gd name="T2" fmla="*/ 0 w 83"/>
                    <a:gd name="T3" fmla="*/ 0 h 396"/>
                  </a:gdLst>
                  <a:ahLst/>
                  <a:cxnLst>
                    <a:cxn ang="0">
                      <a:pos x="T0" y="T1"/>
                    </a:cxn>
                    <a:cxn ang="0">
                      <a:pos x="T2" y="T3"/>
                    </a:cxn>
                  </a:cxnLst>
                  <a:rect l="0" t="0" r="r" b="b"/>
                  <a:pathLst>
                    <a:path w="83" h="396">
                      <a:moveTo>
                        <a:pt x="0" y="396"/>
                      </a:moveTo>
                      <a:cubicBezTo>
                        <a:pt x="83" y="317"/>
                        <a:pt x="60" y="26"/>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41" name="Freeform 44"/>
                <p:cNvSpPr>
                  <a:spLocks/>
                </p:cNvSpPr>
                <p:nvPr/>
              </p:nvSpPr>
              <p:spPr bwMode="auto">
                <a:xfrm rot="10800000">
                  <a:off x="260050" y="3590970"/>
                  <a:ext cx="967342" cy="61021"/>
                </a:xfrm>
                <a:custGeom>
                  <a:avLst/>
                  <a:gdLst>
                    <a:gd name="T0" fmla="*/ 0 w 1049"/>
                    <a:gd name="T1" fmla="*/ 40 h 66"/>
                    <a:gd name="T2" fmla="*/ 1049 w 1049"/>
                    <a:gd name="T3" fmla="*/ 0 h 66"/>
                  </a:gdLst>
                  <a:ahLst/>
                  <a:cxnLst>
                    <a:cxn ang="0">
                      <a:pos x="T0" y="T1"/>
                    </a:cxn>
                    <a:cxn ang="0">
                      <a:pos x="T2" y="T3"/>
                    </a:cxn>
                  </a:cxnLst>
                  <a:rect l="0" t="0" r="r" b="b"/>
                  <a:pathLst>
                    <a:path w="1049" h="66">
                      <a:moveTo>
                        <a:pt x="0" y="40"/>
                      </a:moveTo>
                      <a:cubicBezTo>
                        <a:pt x="270" y="40"/>
                        <a:pt x="907" y="66"/>
                        <a:pt x="1049"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42" name="Freeform 45"/>
                <p:cNvSpPr>
                  <a:spLocks/>
                </p:cNvSpPr>
                <p:nvPr/>
              </p:nvSpPr>
              <p:spPr bwMode="auto">
                <a:xfrm rot="10800000">
                  <a:off x="260050" y="4015735"/>
                  <a:ext cx="967342" cy="61021"/>
                </a:xfrm>
                <a:custGeom>
                  <a:avLst/>
                  <a:gdLst>
                    <a:gd name="T0" fmla="*/ 0 w 1049"/>
                    <a:gd name="T1" fmla="*/ 26 h 66"/>
                    <a:gd name="T2" fmla="*/ 1049 w 1049"/>
                    <a:gd name="T3" fmla="*/ 66 h 66"/>
                  </a:gdLst>
                  <a:ahLst/>
                  <a:cxnLst>
                    <a:cxn ang="0">
                      <a:pos x="T0" y="T1"/>
                    </a:cxn>
                    <a:cxn ang="0">
                      <a:pos x="T2" y="T3"/>
                    </a:cxn>
                  </a:cxnLst>
                  <a:rect l="0" t="0" r="r" b="b"/>
                  <a:pathLst>
                    <a:path w="1049" h="66">
                      <a:moveTo>
                        <a:pt x="0" y="26"/>
                      </a:moveTo>
                      <a:cubicBezTo>
                        <a:pt x="270" y="26"/>
                        <a:pt x="900" y="0"/>
                        <a:pt x="1049" y="6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43" name="Freeform 46"/>
                <p:cNvSpPr>
                  <a:spLocks/>
                </p:cNvSpPr>
                <p:nvPr/>
              </p:nvSpPr>
              <p:spPr bwMode="auto">
                <a:xfrm rot="10800000">
                  <a:off x="315380" y="3676029"/>
                  <a:ext cx="26743" cy="318049"/>
                </a:xfrm>
                <a:custGeom>
                  <a:avLst/>
                  <a:gdLst>
                    <a:gd name="T0" fmla="*/ 0 w 29"/>
                    <a:gd name="T1" fmla="*/ 344 h 344"/>
                    <a:gd name="T2" fmla="*/ 0 w 29"/>
                    <a:gd name="T3" fmla="*/ 0 h 344"/>
                  </a:gdLst>
                  <a:ahLst/>
                  <a:cxnLst>
                    <a:cxn ang="0">
                      <a:pos x="T0" y="T1"/>
                    </a:cxn>
                    <a:cxn ang="0">
                      <a:pos x="T2" y="T3"/>
                    </a:cxn>
                  </a:cxnLst>
                  <a:rect l="0" t="0" r="r" b="b"/>
                  <a:pathLst>
                    <a:path w="29" h="344">
                      <a:moveTo>
                        <a:pt x="0" y="344"/>
                      </a:moveTo>
                      <a:cubicBezTo>
                        <a:pt x="29" y="264"/>
                        <a:pt x="29" y="8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44" name="Freeform 47"/>
                <p:cNvSpPr>
                  <a:spLocks/>
                </p:cNvSpPr>
                <p:nvPr/>
              </p:nvSpPr>
              <p:spPr bwMode="auto">
                <a:xfrm rot="10800000">
                  <a:off x="211176" y="3688048"/>
                  <a:ext cx="27665" cy="294010"/>
                </a:xfrm>
                <a:custGeom>
                  <a:avLst/>
                  <a:gdLst>
                    <a:gd name="T0" fmla="*/ 0 w 30"/>
                    <a:gd name="T1" fmla="*/ 318 h 318"/>
                    <a:gd name="T2" fmla="*/ 0 w 30"/>
                    <a:gd name="T3" fmla="*/ 0 h 318"/>
                  </a:gdLst>
                  <a:ahLst/>
                  <a:cxnLst>
                    <a:cxn ang="0">
                      <a:pos x="T0" y="T1"/>
                    </a:cxn>
                    <a:cxn ang="0">
                      <a:pos x="T2" y="T3"/>
                    </a:cxn>
                  </a:cxnLst>
                  <a:rect l="0" t="0" r="r" b="b"/>
                  <a:pathLst>
                    <a:path w="30" h="318">
                      <a:moveTo>
                        <a:pt x="0" y="318"/>
                      </a:moveTo>
                      <a:cubicBezTo>
                        <a:pt x="30" y="225"/>
                        <a:pt x="22" y="67"/>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45" name="Freeform 48"/>
                <p:cNvSpPr>
                  <a:spLocks/>
                </p:cNvSpPr>
                <p:nvPr/>
              </p:nvSpPr>
              <p:spPr bwMode="auto">
                <a:xfrm rot="10800000">
                  <a:off x="177056" y="3645519"/>
                  <a:ext cx="55329" cy="384617"/>
                </a:xfrm>
                <a:custGeom>
                  <a:avLst/>
                  <a:gdLst>
                    <a:gd name="T0" fmla="*/ 0 w 60"/>
                    <a:gd name="T1" fmla="*/ 416 h 416"/>
                    <a:gd name="T2" fmla="*/ 0 w 60"/>
                    <a:gd name="T3" fmla="*/ 0 h 416"/>
                  </a:gdLst>
                  <a:ahLst/>
                  <a:cxnLst>
                    <a:cxn ang="0">
                      <a:pos x="T0" y="T1"/>
                    </a:cxn>
                    <a:cxn ang="0">
                      <a:pos x="T2" y="T3"/>
                    </a:cxn>
                  </a:cxnLst>
                  <a:rect l="0" t="0" r="r" b="b"/>
                  <a:pathLst>
                    <a:path w="60" h="416">
                      <a:moveTo>
                        <a:pt x="0" y="416"/>
                      </a:moveTo>
                      <a:cubicBezTo>
                        <a:pt x="60" y="277"/>
                        <a:pt x="30" y="66"/>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46" name="Freeform 49"/>
                <p:cNvSpPr>
                  <a:spLocks/>
                </p:cNvSpPr>
                <p:nvPr/>
              </p:nvSpPr>
              <p:spPr bwMode="auto">
                <a:xfrm rot="10800000">
                  <a:off x="238841" y="3627028"/>
                  <a:ext cx="35042" cy="61021"/>
                </a:xfrm>
                <a:custGeom>
                  <a:avLst/>
                  <a:gdLst>
                    <a:gd name="T0" fmla="*/ 0 w 38"/>
                    <a:gd name="T1" fmla="*/ 66 h 66"/>
                    <a:gd name="T2" fmla="*/ 38 w 38"/>
                    <a:gd name="T3" fmla="*/ 0 h 66"/>
                  </a:gdLst>
                  <a:ahLst/>
                  <a:cxnLst>
                    <a:cxn ang="0">
                      <a:pos x="T0" y="T1"/>
                    </a:cxn>
                    <a:cxn ang="0">
                      <a:pos x="T2" y="T3"/>
                    </a:cxn>
                  </a:cxnLst>
                  <a:rect l="0" t="0" r="r" b="b"/>
                  <a:pathLst>
                    <a:path w="38" h="66">
                      <a:moveTo>
                        <a:pt x="0" y="66"/>
                      </a:moveTo>
                      <a:cubicBezTo>
                        <a:pt x="0" y="66"/>
                        <a:pt x="38" y="26"/>
                        <a:pt x="38"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47" name="Freeform 50"/>
                <p:cNvSpPr>
                  <a:spLocks/>
                </p:cNvSpPr>
                <p:nvPr/>
              </p:nvSpPr>
              <p:spPr bwMode="auto">
                <a:xfrm rot="10800000">
                  <a:off x="238841" y="3982059"/>
                  <a:ext cx="35042" cy="61021"/>
                </a:xfrm>
                <a:custGeom>
                  <a:avLst/>
                  <a:gdLst>
                    <a:gd name="T0" fmla="*/ 0 w 38"/>
                    <a:gd name="T1" fmla="*/ 0 h 66"/>
                    <a:gd name="T2" fmla="*/ 38 w 38"/>
                    <a:gd name="T3" fmla="*/ 66 h 66"/>
                  </a:gdLst>
                  <a:ahLst/>
                  <a:cxnLst>
                    <a:cxn ang="0">
                      <a:pos x="T0" y="T1"/>
                    </a:cxn>
                    <a:cxn ang="0">
                      <a:pos x="T2" y="T3"/>
                    </a:cxn>
                  </a:cxnLst>
                  <a:rect l="0" t="0" r="r" b="b"/>
                  <a:pathLst>
                    <a:path w="38" h="66">
                      <a:moveTo>
                        <a:pt x="0" y="0"/>
                      </a:moveTo>
                      <a:cubicBezTo>
                        <a:pt x="0" y="0"/>
                        <a:pt x="38" y="40"/>
                        <a:pt x="38" y="6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48" name="Freeform 51"/>
                <p:cNvSpPr>
                  <a:spLocks/>
                </p:cNvSpPr>
                <p:nvPr/>
              </p:nvSpPr>
              <p:spPr bwMode="auto">
                <a:xfrm rot="10800000">
                  <a:off x="155847" y="3700992"/>
                  <a:ext cx="55329" cy="268122"/>
                </a:xfrm>
                <a:custGeom>
                  <a:avLst/>
                  <a:gdLst>
                    <a:gd name="T0" fmla="*/ 0 w 60"/>
                    <a:gd name="T1" fmla="*/ 290 h 290"/>
                    <a:gd name="T2" fmla="*/ 0 w 60"/>
                    <a:gd name="T3" fmla="*/ 0 h 290"/>
                  </a:gdLst>
                  <a:ahLst/>
                  <a:cxnLst>
                    <a:cxn ang="0">
                      <a:pos x="T0" y="T1"/>
                    </a:cxn>
                    <a:cxn ang="0">
                      <a:pos x="T2" y="T3"/>
                    </a:cxn>
                  </a:cxnLst>
                  <a:rect l="0" t="0" r="r" b="b"/>
                  <a:pathLst>
                    <a:path w="60" h="290">
                      <a:moveTo>
                        <a:pt x="0" y="290"/>
                      </a:moveTo>
                      <a:cubicBezTo>
                        <a:pt x="37" y="290"/>
                        <a:pt x="60" y="26"/>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49" name="Freeform 52"/>
                <p:cNvSpPr>
                  <a:spLocks/>
                </p:cNvSpPr>
                <p:nvPr/>
              </p:nvSpPr>
              <p:spPr bwMode="auto">
                <a:xfrm rot="10800000">
                  <a:off x="211176" y="3676029"/>
                  <a:ext cx="130946" cy="24963"/>
                </a:xfrm>
                <a:custGeom>
                  <a:avLst/>
                  <a:gdLst>
                    <a:gd name="T0" fmla="*/ 0 w 142"/>
                    <a:gd name="T1" fmla="*/ 27 h 27"/>
                    <a:gd name="T2" fmla="*/ 142 w 142"/>
                    <a:gd name="T3" fmla="*/ 0 h 27"/>
                  </a:gdLst>
                  <a:ahLst/>
                  <a:cxnLst>
                    <a:cxn ang="0">
                      <a:pos x="T0" y="T1"/>
                    </a:cxn>
                    <a:cxn ang="0">
                      <a:pos x="T2" y="T3"/>
                    </a:cxn>
                  </a:cxnLst>
                  <a:rect l="0" t="0" r="r" b="b"/>
                  <a:pathLst>
                    <a:path w="142" h="27">
                      <a:moveTo>
                        <a:pt x="0" y="27"/>
                      </a:moveTo>
                      <a:cubicBezTo>
                        <a:pt x="0" y="27"/>
                        <a:pt x="142" y="27"/>
                        <a:pt x="142"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50" name="Freeform 53"/>
                <p:cNvSpPr>
                  <a:spLocks/>
                </p:cNvSpPr>
                <p:nvPr/>
              </p:nvSpPr>
              <p:spPr bwMode="auto">
                <a:xfrm rot="10800000">
                  <a:off x="211176" y="3969115"/>
                  <a:ext cx="130946" cy="24963"/>
                </a:xfrm>
                <a:custGeom>
                  <a:avLst/>
                  <a:gdLst>
                    <a:gd name="T0" fmla="*/ 0 w 142"/>
                    <a:gd name="T1" fmla="*/ 0 h 27"/>
                    <a:gd name="T2" fmla="*/ 142 w 142"/>
                    <a:gd name="T3" fmla="*/ 27 h 27"/>
                  </a:gdLst>
                  <a:ahLst/>
                  <a:cxnLst>
                    <a:cxn ang="0">
                      <a:pos x="T0" y="T1"/>
                    </a:cxn>
                    <a:cxn ang="0">
                      <a:pos x="T2" y="T3"/>
                    </a:cxn>
                  </a:cxnLst>
                  <a:rect l="0" t="0" r="r" b="b"/>
                  <a:pathLst>
                    <a:path w="142" h="27">
                      <a:moveTo>
                        <a:pt x="0" y="0"/>
                      </a:moveTo>
                      <a:cubicBezTo>
                        <a:pt x="0" y="0"/>
                        <a:pt x="142" y="0"/>
                        <a:pt x="142" y="2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51" name="Freeform 57"/>
                <p:cNvSpPr>
                  <a:spLocks/>
                </p:cNvSpPr>
                <p:nvPr/>
              </p:nvSpPr>
              <p:spPr bwMode="auto">
                <a:xfrm rot="10800000">
                  <a:off x="180677" y="3825415"/>
                  <a:ext cx="13832" cy="24039"/>
                </a:xfrm>
                <a:custGeom>
                  <a:avLst/>
                  <a:gdLst>
                    <a:gd name="T0" fmla="*/ 7 w 15"/>
                    <a:gd name="T1" fmla="*/ 26 h 26"/>
                    <a:gd name="T2" fmla="*/ 0 w 15"/>
                    <a:gd name="T3" fmla="*/ 13 h 26"/>
                    <a:gd name="T4" fmla="*/ 7 w 15"/>
                    <a:gd name="T5" fmla="*/ 0 h 26"/>
                    <a:gd name="T6" fmla="*/ 15 w 15"/>
                    <a:gd name="T7" fmla="*/ 13 h 26"/>
                    <a:gd name="T8" fmla="*/ 7 w 15"/>
                    <a:gd name="T9" fmla="*/ 26 h 26"/>
                  </a:gdLst>
                  <a:ahLst/>
                  <a:cxnLst>
                    <a:cxn ang="0">
                      <a:pos x="T0" y="T1"/>
                    </a:cxn>
                    <a:cxn ang="0">
                      <a:pos x="T2" y="T3"/>
                    </a:cxn>
                    <a:cxn ang="0">
                      <a:pos x="T4" y="T5"/>
                    </a:cxn>
                    <a:cxn ang="0">
                      <a:pos x="T6" y="T7"/>
                    </a:cxn>
                    <a:cxn ang="0">
                      <a:pos x="T8" y="T9"/>
                    </a:cxn>
                  </a:cxnLst>
                  <a:rect l="0" t="0" r="r" b="b"/>
                  <a:pathLst>
                    <a:path w="15" h="26">
                      <a:moveTo>
                        <a:pt x="7" y="26"/>
                      </a:moveTo>
                      <a:cubicBezTo>
                        <a:pt x="0" y="26"/>
                        <a:pt x="0" y="20"/>
                        <a:pt x="0" y="13"/>
                      </a:cubicBezTo>
                      <a:cubicBezTo>
                        <a:pt x="0" y="6"/>
                        <a:pt x="0" y="0"/>
                        <a:pt x="7" y="0"/>
                      </a:cubicBezTo>
                      <a:cubicBezTo>
                        <a:pt x="7" y="0"/>
                        <a:pt x="15" y="6"/>
                        <a:pt x="15" y="13"/>
                      </a:cubicBezTo>
                      <a:cubicBezTo>
                        <a:pt x="15" y="20"/>
                        <a:pt x="7" y="26"/>
                        <a:pt x="7" y="2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52" name="Freeform 58"/>
                <p:cNvSpPr>
                  <a:spLocks/>
                </p:cNvSpPr>
                <p:nvPr/>
              </p:nvSpPr>
              <p:spPr bwMode="auto">
                <a:xfrm rot="10800000">
                  <a:off x="535775" y="3688048"/>
                  <a:ext cx="13832" cy="294010"/>
                </a:xfrm>
                <a:custGeom>
                  <a:avLst/>
                  <a:gdLst>
                    <a:gd name="T0" fmla="*/ 0 w 15"/>
                    <a:gd name="T1" fmla="*/ 318 h 318"/>
                    <a:gd name="T2" fmla="*/ 0 w 15"/>
                    <a:gd name="T3" fmla="*/ 0 h 318"/>
                  </a:gdLst>
                  <a:ahLst/>
                  <a:cxnLst>
                    <a:cxn ang="0">
                      <a:pos x="T0" y="T1"/>
                    </a:cxn>
                    <a:cxn ang="0">
                      <a:pos x="T2" y="T3"/>
                    </a:cxn>
                  </a:cxnLst>
                  <a:rect l="0" t="0" r="r" b="b"/>
                  <a:pathLst>
                    <a:path w="15" h="318">
                      <a:moveTo>
                        <a:pt x="0" y="318"/>
                      </a:moveTo>
                      <a:cubicBezTo>
                        <a:pt x="15" y="271"/>
                        <a:pt x="15" y="4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53" name="Freeform 59"/>
                <p:cNvSpPr>
                  <a:spLocks/>
                </p:cNvSpPr>
                <p:nvPr/>
              </p:nvSpPr>
              <p:spPr bwMode="auto">
                <a:xfrm rot="10800000">
                  <a:off x="452781" y="3590970"/>
                  <a:ext cx="588335" cy="110023"/>
                </a:xfrm>
                <a:custGeom>
                  <a:avLst/>
                  <a:gdLst>
                    <a:gd name="T0" fmla="*/ 638 w 638"/>
                    <a:gd name="T1" fmla="*/ 80 h 119"/>
                    <a:gd name="T2" fmla="*/ 0 w 638"/>
                    <a:gd name="T3" fmla="*/ 119 h 119"/>
                  </a:gdLst>
                  <a:ahLst/>
                  <a:cxnLst>
                    <a:cxn ang="0">
                      <a:pos x="T0" y="T1"/>
                    </a:cxn>
                    <a:cxn ang="0">
                      <a:pos x="T2" y="T3"/>
                    </a:cxn>
                  </a:cxnLst>
                  <a:rect l="0" t="0" r="r" b="b"/>
                  <a:pathLst>
                    <a:path w="638" h="119">
                      <a:moveTo>
                        <a:pt x="638" y="80"/>
                      </a:moveTo>
                      <a:cubicBezTo>
                        <a:pt x="518" y="14"/>
                        <a:pt x="0" y="0"/>
                        <a:pt x="0" y="11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54" name="Freeform 60"/>
                <p:cNvSpPr>
                  <a:spLocks/>
                </p:cNvSpPr>
                <p:nvPr/>
              </p:nvSpPr>
              <p:spPr bwMode="auto">
                <a:xfrm rot="10800000">
                  <a:off x="446326" y="3966734"/>
                  <a:ext cx="594791" cy="110023"/>
                </a:xfrm>
                <a:custGeom>
                  <a:avLst/>
                  <a:gdLst>
                    <a:gd name="T0" fmla="*/ 645 w 645"/>
                    <a:gd name="T1" fmla="*/ 39 h 119"/>
                    <a:gd name="T2" fmla="*/ 0 w 645"/>
                    <a:gd name="T3" fmla="*/ 0 h 119"/>
                  </a:gdLst>
                  <a:ahLst/>
                  <a:cxnLst>
                    <a:cxn ang="0">
                      <a:pos x="T0" y="T1"/>
                    </a:cxn>
                    <a:cxn ang="0">
                      <a:pos x="T2" y="T3"/>
                    </a:cxn>
                  </a:cxnLst>
                  <a:rect l="0" t="0" r="r" b="b"/>
                  <a:pathLst>
                    <a:path w="645" h="119">
                      <a:moveTo>
                        <a:pt x="645" y="39"/>
                      </a:moveTo>
                      <a:cubicBezTo>
                        <a:pt x="525" y="105"/>
                        <a:pt x="0" y="119"/>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55" name="Freeform 61"/>
                <p:cNvSpPr>
                  <a:spLocks/>
                </p:cNvSpPr>
                <p:nvPr/>
              </p:nvSpPr>
              <p:spPr bwMode="auto">
                <a:xfrm rot="10800000">
                  <a:off x="452781" y="3615008"/>
                  <a:ext cx="580958" cy="12019"/>
                </a:xfrm>
                <a:custGeom>
                  <a:avLst/>
                  <a:gdLst>
                    <a:gd name="T0" fmla="*/ 630 w 630"/>
                    <a:gd name="T1" fmla="*/ 0 h 13"/>
                    <a:gd name="T2" fmla="*/ 0 w 630"/>
                    <a:gd name="T3" fmla="*/ 13 h 13"/>
                  </a:gdLst>
                  <a:ahLst/>
                  <a:cxnLst>
                    <a:cxn ang="0">
                      <a:pos x="T0" y="T1"/>
                    </a:cxn>
                    <a:cxn ang="0">
                      <a:pos x="T2" y="T3"/>
                    </a:cxn>
                  </a:cxnLst>
                  <a:rect l="0" t="0" r="r" b="b"/>
                  <a:pathLst>
                    <a:path w="630" h="13">
                      <a:moveTo>
                        <a:pt x="630" y="0"/>
                      </a:moveTo>
                      <a:cubicBezTo>
                        <a:pt x="510" y="13"/>
                        <a:pt x="270" y="13"/>
                        <a:pt x="0" y="1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56" name="Freeform 62"/>
                <p:cNvSpPr>
                  <a:spLocks/>
                </p:cNvSpPr>
                <p:nvPr/>
              </p:nvSpPr>
              <p:spPr bwMode="auto">
                <a:xfrm rot="10800000">
                  <a:off x="446326" y="4043079"/>
                  <a:ext cx="580958" cy="12019"/>
                </a:xfrm>
                <a:custGeom>
                  <a:avLst/>
                  <a:gdLst>
                    <a:gd name="T0" fmla="*/ 630 w 630"/>
                    <a:gd name="T1" fmla="*/ 13 h 13"/>
                    <a:gd name="T2" fmla="*/ 0 w 630"/>
                    <a:gd name="T3" fmla="*/ 0 h 13"/>
                  </a:gdLst>
                  <a:ahLst/>
                  <a:cxnLst>
                    <a:cxn ang="0">
                      <a:pos x="T0" y="T1"/>
                    </a:cxn>
                    <a:cxn ang="0">
                      <a:pos x="T2" y="T3"/>
                    </a:cxn>
                  </a:cxnLst>
                  <a:rect l="0" t="0" r="r" b="b"/>
                  <a:pathLst>
                    <a:path w="630" h="13">
                      <a:moveTo>
                        <a:pt x="630" y="13"/>
                      </a:moveTo>
                      <a:cubicBezTo>
                        <a:pt x="510" y="0"/>
                        <a:pt x="270" y="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57" name="Freeform 63"/>
                <p:cNvSpPr>
                  <a:spLocks/>
                </p:cNvSpPr>
                <p:nvPr/>
              </p:nvSpPr>
              <p:spPr bwMode="auto">
                <a:xfrm rot="10800000">
                  <a:off x="480446" y="3627028"/>
                  <a:ext cx="525629" cy="61021"/>
                </a:xfrm>
                <a:custGeom>
                  <a:avLst/>
                  <a:gdLst>
                    <a:gd name="T0" fmla="*/ 570 w 570"/>
                    <a:gd name="T1" fmla="*/ 66 h 66"/>
                    <a:gd name="T2" fmla="*/ 0 w 570"/>
                    <a:gd name="T3" fmla="*/ 66 h 66"/>
                  </a:gdLst>
                  <a:ahLst/>
                  <a:cxnLst>
                    <a:cxn ang="0">
                      <a:pos x="T0" y="T1"/>
                    </a:cxn>
                    <a:cxn ang="0">
                      <a:pos x="T2" y="T3"/>
                    </a:cxn>
                  </a:cxnLst>
                  <a:rect l="0" t="0" r="r" b="b"/>
                  <a:pathLst>
                    <a:path w="570" h="66">
                      <a:moveTo>
                        <a:pt x="570" y="66"/>
                      </a:moveTo>
                      <a:cubicBezTo>
                        <a:pt x="420" y="0"/>
                        <a:pt x="37" y="26"/>
                        <a:pt x="0" y="6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58" name="Freeform 64"/>
                <p:cNvSpPr>
                  <a:spLocks/>
                </p:cNvSpPr>
                <p:nvPr/>
              </p:nvSpPr>
              <p:spPr bwMode="auto">
                <a:xfrm rot="10800000">
                  <a:off x="480446" y="3627028"/>
                  <a:ext cx="525629" cy="0"/>
                </a:xfrm>
                <a:custGeom>
                  <a:avLst/>
                  <a:gdLst>
                    <a:gd name="T0" fmla="*/ 570 w 570"/>
                    <a:gd name="T1" fmla="*/ 0 w 570"/>
                  </a:gdLst>
                  <a:ahLst/>
                  <a:cxnLst>
                    <a:cxn ang="0">
                      <a:pos x="T0" y="0"/>
                    </a:cxn>
                    <a:cxn ang="0">
                      <a:pos x="T1" y="0"/>
                    </a:cxn>
                  </a:cxnLst>
                  <a:rect l="0" t="0" r="r" b="b"/>
                  <a:pathLst>
                    <a:path w="570">
                      <a:moveTo>
                        <a:pt x="570" y="0"/>
                      </a:moveTo>
                      <a:cubicBezTo>
                        <a:pt x="360" y="0"/>
                        <a:pt x="90" y="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59" name="Freeform 65"/>
                <p:cNvSpPr>
                  <a:spLocks/>
                </p:cNvSpPr>
                <p:nvPr/>
              </p:nvSpPr>
              <p:spPr bwMode="auto">
                <a:xfrm rot="10800000">
                  <a:off x="770925" y="3615008"/>
                  <a:ext cx="21210" cy="49002"/>
                </a:xfrm>
                <a:custGeom>
                  <a:avLst/>
                  <a:gdLst>
                    <a:gd name="T0" fmla="*/ 23 w 23"/>
                    <a:gd name="T1" fmla="*/ 0 h 53"/>
                    <a:gd name="T2" fmla="*/ 0 w 23"/>
                    <a:gd name="T3" fmla="*/ 53 h 53"/>
                  </a:gdLst>
                  <a:ahLst/>
                  <a:cxnLst>
                    <a:cxn ang="0">
                      <a:pos x="T0" y="T1"/>
                    </a:cxn>
                    <a:cxn ang="0">
                      <a:pos x="T2" y="T3"/>
                    </a:cxn>
                  </a:cxnLst>
                  <a:rect l="0" t="0" r="r" b="b"/>
                  <a:pathLst>
                    <a:path w="23" h="53">
                      <a:moveTo>
                        <a:pt x="23" y="0"/>
                      </a:moveTo>
                      <a:cubicBezTo>
                        <a:pt x="15" y="13"/>
                        <a:pt x="0" y="40"/>
                        <a:pt x="0" y="5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60" name="Freeform 66"/>
                <p:cNvSpPr>
                  <a:spLocks/>
                </p:cNvSpPr>
                <p:nvPr/>
              </p:nvSpPr>
              <p:spPr bwMode="auto">
                <a:xfrm rot="10800000">
                  <a:off x="736805" y="3615008"/>
                  <a:ext cx="13832" cy="49002"/>
                </a:xfrm>
                <a:custGeom>
                  <a:avLst/>
                  <a:gdLst>
                    <a:gd name="T0" fmla="*/ 15 w 15"/>
                    <a:gd name="T1" fmla="*/ 0 h 53"/>
                    <a:gd name="T2" fmla="*/ 0 w 15"/>
                    <a:gd name="T3" fmla="*/ 53 h 53"/>
                  </a:gdLst>
                  <a:ahLst/>
                  <a:cxnLst>
                    <a:cxn ang="0">
                      <a:pos x="T0" y="T1"/>
                    </a:cxn>
                    <a:cxn ang="0">
                      <a:pos x="T2" y="T3"/>
                    </a:cxn>
                  </a:cxnLst>
                  <a:rect l="0" t="0" r="r" b="b"/>
                  <a:pathLst>
                    <a:path w="15" h="53">
                      <a:moveTo>
                        <a:pt x="15" y="0"/>
                      </a:moveTo>
                      <a:cubicBezTo>
                        <a:pt x="15" y="13"/>
                        <a:pt x="8" y="40"/>
                        <a:pt x="0" y="5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61" name="Freeform 67"/>
                <p:cNvSpPr>
                  <a:spLocks/>
                </p:cNvSpPr>
                <p:nvPr/>
              </p:nvSpPr>
              <p:spPr bwMode="auto">
                <a:xfrm rot="10800000">
                  <a:off x="757092" y="3590970"/>
                  <a:ext cx="27665" cy="73040"/>
                </a:xfrm>
                <a:custGeom>
                  <a:avLst/>
                  <a:gdLst>
                    <a:gd name="T0" fmla="*/ 30 w 30"/>
                    <a:gd name="T1" fmla="*/ 0 h 79"/>
                    <a:gd name="T2" fmla="*/ 0 w 30"/>
                    <a:gd name="T3" fmla="*/ 79 h 79"/>
                  </a:gdLst>
                  <a:ahLst/>
                  <a:cxnLst>
                    <a:cxn ang="0">
                      <a:pos x="T0" y="T1"/>
                    </a:cxn>
                    <a:cxn ang="0">
                      <a:pos x="T2" y="T3"/>
                    </a:cxn>
                  </a:cxnLst>
                  <a:rect l="0" t="0" r="r" b="b"/>
                  <a:pathLst>
                    <a:path w="30" h="79">
                      <a:moveTo>
                        <a:pt x="30" y="0"/>
                      </a:moveTo>
                      <a:cubicBezTo>
                        <a:pt x="22" y="26"/>
                        <a:pt x="7" y="66"/>
                        <a:pt x="0" y="7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62" name="Freeform 92"/>
                <p:cNvSpPr>
                  <a:spLocks/>
                </p:cNvSpPr>
                <p:nvPr/>
              </p:nvSpPr>
              <p:spPr bwMode="auto">
                <a:xfrm rot="10800000">
                  <a:off x="487823" y="3979678"/>
                  <a:ext cx="525629" cy="61021"/>
                </a:xfrm>
                <a:custGeom>
                  <a:avLst/>
                  <a:gdLst>
                    <a:gd name="T0" fmla="*/ 570 w 570"/>
                    <a:gd name="T1" fmla="*/ 0 h 66"/>
                    <a:gd name="T2" fmla="*/ 0 w 570"/>
                    <a:gd name="T3" fmla="*/ 0 h 66"/>
                  </a:gdLst>
                  <a:ahLst/>
                  <a:cxnLst>
                    <a:cxn ang="0">
                      <a:pos x="T0" y="T1"/>
                    </a:cxn>
                    <a:cxn ang="0">
                      <a:pos x="T2" y="T3"/>
                    </a:cxn>
                  </a:cxnLst>
                  <a:rect l="0" t="0" r="r" b="b"/>
                  <a:pathLst>
                    <a:path w="570" h="66">
                      <a:moveTo>
                        <a:pt x="570" y="0"/>
                      </a:moveTo>
                      <a:cubicBezTo>
                        <a:pt x="420" y="66"/>
                        <a:pt x="38" y="3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63" name="Freeform 93"/>
                <p:cNvSpPr>
                  <a:spLocks/>
                </p:cNvSpPr>
                <p:nvPr/>
              </p:nvSpPr>
              <p:spPr bwMode="auto">
                <a:xfrm rot="10800000">
                  <a:off x="487823" y="4043079"/>
                  <a:ext cx="525629" cy="0"/>
                </a:xfrm>
                <a:custGeom>
                  <a:avLst/>
                  <a:gdLst>
                    <a:gd name="T0" fmla="*/ 570 w 570"/>
                    <a:gd name="T1" fmla="*/ 0 w 570"/>
                  </a:gdLst>
                  <a:ahLst/>
                  <a:cxnLst>
                    <a:cxn ang="0">
                      <a:pos x="T0" y="0"/>
                    </a:cxn>
                    <a:cxn ang="0">
                      <a:pos x="T1" y="0"/>
                    </a:cxn>
                  </a:cxnLst>
                  <a:rect l="0" t="0" r="r" b="b"/>
                  <a:pathLst>
                    <a:path w="570">
                      <a:moveTo>
                        <a:pt x="570" y="0"/>
                      </a:moveTo>
                      <a:cubicBezTo>
                        <a:pt x="360" y="0"/>
                        <a:pt x="90" y="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64" name="Freeform 94"/>
                <p:cNvSpPr>
                  <a:spLocks/>
                </p:cNvSpPr>
                <p:nvPr/>
              </p:nvSpPr>
              <p:spPr bwMode="auto">
                <a:xfrm rot="10800000">
                  <a:off x="778302" y="4006097"/>
                  <a:ext cx="20287" cy="49002"/>
                </a:xfrm>
                <a:custGeom>
                  <a:avLst/>
                  <a:gdLst>
                    <a:gd name="T0" fmla="*/ 22 w 22"/>
                    <a:gd name="T1" fmla="*/ 53 h 53"/>
                    <a:gd name="T2" fmla="*/ 0 w 22"/>
                    <a:gd name="T3" fmla="*/ 0 h 53"/>
                  </a:gdLst>
                  <a:ahLst/>
                  <a:cxnLst>
                    <a:cxn ang="0">
                      <a:pos x="T0" y="T1"/>
                    </a:cxn>
                    <a:cxn ang="0">
                      <a:pos x="T2" y="T3"/>
                    </a:cxn>
                  </a:cxnLst>
                  <a:rect l="0" t="0" r="r" b="b"/>
                  <a:pathLst>
                    <a:path w="22" h="53">
                      <a:moveTo>
                        <a:pt x="22" y="53"/>
                      </a:moveTo>
                      <a:cubicBezTo>
                        <a:pt x="15" y="33"/>
                        <a:pt x="0" y="1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65" name="Freeform 95"/>
                <p:cNvSpPr>
                  <a:spLocks/>
                </p:cNvSpPr>
                <p:nvPr/>
              </p:nvSpPr>
              <p:spPr bwMode="auto">
                <a:xfrm rot="10800000">
                  <a:off x="743260" y="4006097"/>
                  <a:ext cx="13832" cy="49002"/>
                </a:xfrm>
                <a:custGeom>
                  <a:avLst/>
                  <a:gdLst>
                    <a:gd name="T0" fmla="*/ 15 w 15"/>
                    <a:gd name="T1" fmla="*/ 53 h 53"/>
                    <a:gd name="T2" fmla="*/ 0 w 15"/>
                    <a:gd name="T3" fmla="*/ 0 h 53"/>
                  </a:gdLst>
                  <a:ahLst/>
                  <a:cxnLst>
                    <a:cxn ang="0">
                      <a:pos x="T0" y="T1"/>
                    </a:cxn>
                    <a:cxn ang="0">
                      <a:pos x="T2" y="T3"/>
                    </a:cxn>
                  </a:cxnLst>
                  <a:rect l="0" t="0" r="r" b="b"/>
                  <a:pathLst>
                    <a:path w="15" h="53">
                      <a:moveTo>
                        <a:pt x="15" y="53"/>
                      </a:moveTo>
                      <a:cubicBezTo>
                        <a:pt x="15" y="33"/>
                        <a:pt x="7" y="1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66" name="Freeform 96"/>
                <p:cNvSpPr>
                  <a:spLocks/>
                </p:cNvSpPr>
                <p:nvPr/>
              </p:nvSpPr>
              <p:spPr bwMode="auto">
                <a:xfrm rot="10800000">
                  <a:off x="762089" y="4006466"/>
                  <a:ext cx="27665" cy="72000"/>
                </a:xfrm>
                <a:custGeom>
                  <a:avLst/>
                  <a:gdLst>
                    <a:gd name="T0" fmla="*/ 30 w 30"/>
                    <a:gd name="T1" fmla="*/ 86 h 86"/>
                    <a:gd name="T2" fmla="*/ 0 w 30"/>
                    <a:gd name="T3" fmla="*/ 0 h 86"/>
                  </a:gdLst>
                  <a:ahLst/>
                  <a:cxnLst>
                    <a:cxn ang="0">
                      <a:pos x="T0" y="T1"/>
                    </a:cxn>
                    <a:cxn ang="0">
                      <a:pos x="T2" y="T3"/>
                    </a:cxn>
                  </a:cxnLst>
                  <a:rect l="0" t="0" r="r" b="b"/>
                  <a:pathLst>
                    <a:path w="30" h="86">
                      <a:moveTo>
                        <a:pt x="30" y="86"/>
                      </a:moveTo>
                      <a:cubicBezTo>
                        <a:pt x="23" y="60"/>
                        <a:pt x="8" y="1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67" name="Freeform 121"/>
                <p:cNvSpPr>
                  <a:spLocks/>
                </p:cNvSpPr>
                <p:nvPr/>
              </p:nvSpPr>
              <p:spPr bwMode="auto">
                <a:xfrm rot="10800000">
                  <a:off x="840086" y="3639971"/>
                  <a:ext cx="193653" cy="36058"/>
                </a:xfrm>
                <a:custGeom>
                  <a:avLst/>
                  <a:gdLst>
                    <a:gd name="T0" fmla="*/ 0 w 210"/>
                    <a:gd name="T1" fmla="*/ 39 h 39"/>
                    <a:gd name="T2" fmla="*/ 210 w 210"/>
                    <a:gd name="T3" fmla="*/ 0 h 39"/>
                  </a:gdLst>
                  <a:ahLst/>
                  <a:cxnLst>
                    <a:cxn ang="0">
                      <a:pos x="T0" y="T1"/>
                    </a:cxn>
                    <a:cxn ang="0">
                      <a:pos x="T2" y="T3"/>
                    </a:cxn>
                  </a:cxnLst>
                  <a:rect l="0" t="0" r="r" b="b"/>
                  <a:pathLst>
                    <a:path w="210" h="39">
                      <a:moveTo>
                        <a:pt x="0" y="39"/>
                      </a:moveTo>
                      <a:cubicBezTo>
                        <a:pt x="60" y="26"/>
                        <a:pt x="150" y="0"/>
                        <a:pt x="21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68" name="Freeform 122"/>
                <p:cNvSpPr>
                  <a:spLocks/>
                </p:cNvSpPr>
                <p:nvPr/>
              </p:nvSpPr>
              <p:spPr bwMode="auto">
                <a:xfrm rot="10800000">
                  <a:off x="840086" y="3994078"/>
                  <a:ext cx="193653" cy="36058"/>
                </a:xfrm>
                <a:custGeom>
                  <a:avLst/>
                  <a:gdLst>
                    <a:gd name="T0" fmla="*/ 0 w 210"/>
                    <a:gd name="T1" fmla="*/ 0 h 39"/>
                    <a:gd name="T2" fmla="*/ 210 w 210"/>
                    <a:gd name="T3" fmla="*/ 39 h 39"/>
                  </a:gdLst>
                  <a:ahLst/>
                  <a:cxnLst>
                    <a:cxn ang="0">
                      <a:pos x="T0" y="T1"/>
                    </a:cxn>
                    <a:cxn ang="0">
                      <a:pos x="T2" y="T3"/>
                    </a:cxn>
                  </a:cxnLst>
                  <a:rect l="0" t="0" r="r" b="b"/>
                  <a:pathLst>
                    <a:path w="210" h="39">
                      <a:moveTo>
                        <a:pt x="0" y="0"/>
                      </a:moveTo>
                      <a:cubicBezTo>
                        <a:pt x="60" y="13"/>
                        <a:pt x="150" y="39"/>
                        <a:pt x="210" y="3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69" name="Freeform 123"/>
                <p:cNvSpPr>
                  <a:spLocks/>
                </p:cNvSpPr>
                <p:nvPr/>
              </p:nvSpPr>
              <p:spPr bwMode="auto">
                <a:xfrm rot="10800000">
                  <a:off x="964577" y="3553987"/>
                  <a:ext cx="41497" cy="55474"/>
                </a:xfrm>
                <a:custGeom>
                  <a:avLst/>
                  <a:gdLst>
                    <a:gd name="T0" fmla="*/ 45 w 45"/>
                    <a:gd name="T1" fmla="*/ 53 h 60"/>
                    <a:gd name="T2" fmla="*/ 0 w 45"/>
                    <a:gd name="T3" fmla="*/ 0 h 60"/>
                  </a:gdLst>
                  <a:ahLst/>
                  <a:cxnLst>
                    <a:cxn ang="0">
                      <a:pos x="T0" y="T1"/>
                    </a:cxn>
                    <a:cxn ang="0">
                      <a:pos x="T2" y="T3"/>
                    </a:cxn>
                  </a:cxnLst>
                  <a:rect l="0" t="0" r="r" b="b"/>
                  <a:pathLst>
                    <a:path w="45" h="60">
                      <a:moveTo>
                        <a:pt x="45" y="53"/>
                      </a:moveTo>
                      <a:cubicBezTo>
                        <a:pt x="30" y="60"/>
                        <a:pt x="7" y="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70" name="Freeform 124"/>
                <p:cNvSpPr>
                  <a:spLocks/>
                </p:cNvSpPr>
                <p:nvPr/>
              </p:nvSpPr>
              <p:spPr bwMode="auto">
                <a:xfrm rot="10800000">
                  <a:off x="964577" y="3560459"/>
                  <a:ext cx="41497" cy="73040"/>
                </a:xfrm>
                <a:custGeom>
                  <a:avLst/>
                  <a:gdLst>
                    <a:gd name="T0" fmla="*/ 0 w 45"/>
                    <a:gd name="T1" fmla="*/ 26 h 79"/>
                    <a:gd name="T2" fmla="*/ 45 w 45"/>
                    <a:gd name="T3" fmla="*/ 79 h 79"/>
                  </a:gdLst>
                  <a:ahLst/>
                  <a:cxnLst>
                    <a:cxn ang="0">
                      <a:pos x="T0" y="T1"/>
                    </a:cxn>
                    <a:cxn ang="0">
                      <a:pos x="T2" y="T3"/>
                    </a:cxn>
                  </a:cxnLst>
                  <a:rect l="0" t="0" r="r" b="b"/>
                  <a:pathLst>
                    <a:path w="45" h="79">
                      <a:moveTo>
                        <a:pt x="0" y="26"/>
                      </a:moveTo>
                      <a:cubicBezTo>
                        <a:pt x="30" y="0"/>
                        <a:pt x="45" y="73"/>
                        <a:pt x="45" y="7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71" name="Freeform 125"/>
                <p:cNvSpPr>
                  <a:spLocks/>
                </p:cNvSpPr>
                <p:nvPr/>
              </p:nvSpPr>
              <p:spPr bwMode="auto">
                <a:xfrm rot="10800000">
                  <a:off x="950745" y="3560459"/>
                  <a:ext cx="41497" cy="73040"/>
                </a:xfrm>
                <a:custGeom>
                  <a:avLst/>
                  <a:gdLst>
                    <a:gd name="T0" fmla="*/ 0 w 45"/>
                    <a:gd name="T1" fmla="*/ 13 h 79"/>
                    <a:gd name="T2" fmla="*/ 30 w 45"/>
                    <a:gd name="T3" fmla="*/ 79 h 79"/>
                  </a:gdLst>
                  <a:ahLst/>
                  <a:cxnLst>
                    <a:cxn ang="0">
                      <a:pos x="T0" y="T1"/>
                    </a:cxn>
                    <a:cxn ang="0">
                      <a:pos x="T2" y="T3"/>
                    </a:cxn>
                  </a:cxnLst>
                  <a:rect l="0" t="0" r="r" b="b"/>
                  <a:pathLst>
                    <a:path w="45" h="79">
                      <a:moveTo>
                        <a:pt x="0" y="13"/>
                      </a:moveTo>
                      <a:cubicBezTo>
                        <a:pt x="15" y="0"/>
                        <a:pt x="45" y="79"/>
                        <a:pt x="30" y="7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72" name="Freeform 126"/>
                <p:cNvSpPr>
                  <a:spLocks/>
                </p:cNvSpPr>
                <p:nvPr/>
              </p:nvSpPr>
              <p:spPr bwMode="auto">
                <a:xfrm rot="10800000">
                  <a:off x="964577" y="4055099"/>
                  <a:ext cx="41497" cy="61021"/>
                </a:xfrm>
                <a:custGeom>
                  <a:avLst/>
                  <a:gdLst>
                    <a:gd name="T0" fmla="*/ 45 w 45"/>
                    <a:gd name="T1" fmla="*/ 13 h 66"/>
                    <a:gd name="T2" fmla="*/ 0 w 45"/>
                    <a:gd name="T3" fmla="*/ 66 h 66"/>
                  </a:gdLst>
                  <a:ahLst/>
                  <a:cxnLst>
                    <a:cxn ang="0">
                      <a:pos x="T0" y="T1"/>
                    </a:cxn>
                    <a:cxn ang="0">
                      <a:pos x="T2" y="T3"/>
                    </a:cxn>
                  </a:cxnLst>
                  <a:rect l="0" t="0" r="r" b="b"/>
                  <a:pathLst>
                    <a:path w="45" h="66">
                      <a:moveTo>
                        <a:pt x="45" y="13"/>
                      </a:moveTo>
                      <a:cubicBezTo>
                        <a:pt x="30" y="0"/>
                        <a:pt x="7" y="66"/>
                        <a:pt x="0" y="6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73" name="Freeform 127"/>
                <p:cNvSpPr>
                  <a:spLocks/>
                </p:cNvSpPr>
                <p:nvPr/>
              </p:nvSpPr>
              <p:spPr bwMode="auto">
                <a:xfrm rot="10800000">
                  <a:off x="964577" y="4030136"/>
                  <a:ext cx="41497" cy="73965"/>
                </a:xfrm>
                <a:custGeom>
                  <a:avLst/>
                  <a:gdLst>
                    <a:gd name="T0" fmla="*/ 0 w 45"/>
                    <a:gd name="T1" fmla="*/ 53 h 80"/>
                    <a:gd name="T2" fmla="*/ 45 w 45"/>
                    <a:gd name="T3" fmla="*/ 0 h 80"/>
                  </a:gdLst>
                  <a:ahLst/>
                  <a:cxnLst>
                    <a:cxn ang="0">
                      <a:pos x="T0" y="T1"/>
                    </a:cxn>
                    <a:cxn ang="0">
                      <a:pos x="T2" y="T3"/>
                    </a:cxn>
                  </a:cxnLst>
                  <a:rect l="0" t="0" r="r" b="b"/>
                  <a:pathLst>
                    <a:path w="45" h="80">
                      <a:moveTo>
                        <a:pt x="0" y="53"/>
                      </a:moveTo>
                      <a:cubicBezTo>
                        <a:pt x="30" y="80"/>
                        <a:pt x="45" y="0"/>
                        <a:pt x="4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74" name="Freeform 128"/>
                <p:cNvSpPr>
                  <a:spLocks/>
                </p:cNvSpPr>
                <p:nvPr/>
              </p:nvSpPr>
              <p:spPr bwMode="auto">
                <a:xfrm rot="10800000">
                  <a:off x="950745" y="4030136"/>
                  <a:ext cx="41497" cy="73965"/>
                </a:xfrm>
                <a:custGeom>
                  <a:avLst/>
                  <a:gdLst>
                    <a:gd name="T0" fmla="*/ 0 w 45"/>
                    <a:gd name="T1" fmla="*/ 60 h 80"/>
                    <a:gd name="T2" fmla="*/ 30 w 45"/>
                    <a:gd name="T3" fmla="*/ 0 h 80"/>
                  </a:gdLst>
                  <a:ahLst/>
                  <a:cxnLst>
                    <a:cxn ang="0">
                      <a:pos x="T0" y="T1"/>
                    </a:cxn>
                    <a:cxn ang="0">
                      <a:pos x="T2" y="T3"/>
                    </a:cxn>
                  </a:cxnLst>
                  <a:rect l="0" t="0" r="r" b="b"/>
                  <a:pathLst>
                    <a:path w="45" h="80">
                      <a:moveTo>
                        <a:pt x="0" y="60"/>
                      </a:moveTo>
                      <a:cubicBezTo>
                        <a:pt x="15" y="80"/>
                        <a:pt x="45" y="0"/>
                        <a:pt x="3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75" name="Rectangle 69"/>
                <p:cNvSpPr>
                  <a:spLocks noChangeArrowheads="1"/>
                </p:cNvSpPr>
                <p:nvPr/>
              </p:nvSpPr>
              <p:spPr bwMode="auto">
                <a:xfrm rot="10800000">
                  <a:off x="788249" y="4063770"/>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76" name="Rectangle 69"/>
                <p:cNvSpPr>
                  <a:spLocks noChangeArrowheads="1"/>
                </p:cNvSpPr>
                <p:nvPr/>
              </p:nvSpPr>
              <p:spPr bwMode="auto">
                <a:xfrm rot="10800000">
                  <a:off x="816174" y="4063770"/>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77" name="Rectangle 69"/>
                <p:cNvSpPr>
                  <a:spLocks noChangeArrowheads="1"/>
                </p:cNvSpPr>
                <p:nvPr/>
              </p:nvSpPr>
              <p:spPr bwMode="auto">
                <a:xfrm rot="10800000">
                  <a:off x="788265" y="3592348"/>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78" name="Rectangle 69"/>
                <p:cNvSpPr>
                  <a:spLocks noChangeArrowheads="1"/>
                </p:cNvSpPr>
                <p:nvPr/>
              </p:nvSpPr>
              <p:spPr bwMode="auto">
                <a:xfrm rot="10800000">
                  <a:off x="816190" y="3592348"/>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79" name="Rectangle 69"/>
                <p:cNvSpPr>
                  <a:spLocks noChangeArrowheads="1"/>
                </p:cNvSpPr>
                <p:nvPr/>
              </p:nvSpPr>
              <p:spPr bwMode="auto">
                <a:xfrm rot="10800000">
                  <a:off x="535879" y="4059024"/>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80" name="Rectangle 69"/>
                <p:cNvSpPr>
                  <a:spLocks noChangeArrowheads="1"/>
                </p:cNvSpPr>
                <p:nvPr/>
              </p:nvSpPr>
              <p:spPr bwMode="auto">
                <a:xfrm rot="10800000">
                  <a:off x="563804" y="4059024"/>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81" name="Rectangle 69"/>
                <p:cNvSpPr>
                  <a:spLocks noChangeArrowheads="1"/>
                </p:cNvSpPr>
                <p:nvPr/>
              </p:nvSpPr>
              <p:spPr bwMode="auto">
                <a:xfrm rot="10800000">
                  <a:off x="535895" y="3597126"/>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82" name="Rectangle 69"/>
                <p:cNvSpPr>
                  <a:spLocks noChangeArrowheads="1"/>
                </p:cNvSpPr>
                <p:nvPr/>
              </p:nvSpPr>
              <p:spPr bwMode="auto">
                <a:xfrm rot="10800000">
                  <a:off x="563820" y="3597126"/>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grpSp>
          <p:sp>
            <p:nvSpPr>
              <p:cNvPr id="249" name="流程图: 联系 403"/>
              <p:cNvSpPr/>
              <p:nvPr/>
            </p:nvSpPr>
            <p:spPr>
              <a:xfrm>
                <a:off x="1672738" y="2014262"/>
                <a:ext cx="55701"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50" name="流程图: 联系 403"/>
              <p:cNvSpPr/>
              <p:nvPr/>
            </p:nvSpPr>
            <p:spPr>
              <a:xfrm>
                <a:off x="1684659" y="1909493"/>
                <a:ext cx="55701"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51" name="流程图: 联系 403"/>
              <p:cNvSpPr/>
              <p:nvPr/>
            </p:nvSpPr>
            <p:spPr>
              <a:xfrm>
                <a:off x="1681174" y="1805064"/>
                <a:ext cx="55701"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52" name="流程图: 联系 403"/>
              <p:cNvSpPr/>
              <p:nvPr/>
            </p:nvSpPr>
            <p:spPr>
              <a:xfrm>
                <a:off x="1658503" y="1725194"/>
                <a:ext cx="55701"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53" name="矩形 252"/>
              <p:cNvSpPr/>
              <p:nvPr/>
            </p:nvSpPr>
            <p:spPr>
              <a:xfrm>
                <a:off x="604279" y="1619623"/>
                <a:ext cx="1141646" cy="524345"/>
              </a:xfrm>
              <a:prstGeom prst="rect">
                <a:avLst/>
              </a:prstGeom>
              <a:noFill/>
              <a:ln w="1905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54" name="矩形 253"/>
              <p:cNvSpPr/>
              <p:nvPr/>
            </p:nvSpPr>
            <p:spPr>
              <a:xfrm>
                <a:off x="2745445" y="2143968"/>
                <a:ext cx="1141646" cy="524345"/>
              </a:xfrm>
              <a:prstGeom prst="rect">
                <a:avLst/>
              </a:prstGeom>
              <a:noFill/>
              <a:ln w="1905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grpSp>
            <p:nvGrpSpPr>
              <p:cNvPr id="255" name="组合 254"/>
              <p:cNvGrpSpPr/>
              <p:nvPr/>
            </p:nvGrpSpPr>
            <p:grpSpPr>
              <a:xfrm>
                <a:off x="613354" y="2196197"/>
                <a:ext cx="1128701" cy="470201"/>
                <a:chOff x="142014" y="3553987"/>
                <a:chExt cx="1320528" cy="562133"/>
              </a:xfrm>
            </p:grpSpPr>
            <p:sp>
              <p:nvSpPr>
                <p:cNvPr id="339" name="Freeform 5"/>
                <p:cNvSpPr>
                  <a:spLocks/>
                </p:cNvSpPr>
                <p:nvPr/>
              </p:nvSpPr>
              <p:spPr bwMode="auto">
                <a:xfrm rot="10800000">
                  <a:off x="1296554" y="3602989"/>
                  <a:ext cx="165988" cy="464129"/>
                </a:xfrm>
                <a:custGeom>
                  <a:avLst/>
                  <a:gdLst>
                    <a:gd name="T0" fmla="*/ 180 w 180"/>
                    <a:gd name="T1" fmla="*/ 502 h 502"/>
                    <a:gd name="T2" fmla="*/ 180 w 180"/>
                    <a:gd name="T3" fmla="*/ 0 h 502"/>
                  </a:gdLst>
                  <a:ahLst/>
                  <a:cxnLst>
                    <a:cxn ang="0">
                      <a:pos x="T0" y="T1"/>
                    </a:cxn>
                    <a:cxn ang="0">
                      <a:pos x="T2" y="T3"/>
                    </a:cxn>
                  </a:cxnLst>
                  <a:rect l="0" t="0" r="r" b="b"/>
                  <a:pathLst>
                    <a:path w="180" h="502">
                      <a:moveTo>
                        <a:pt x="180" y="502"/>
                      </a:moveTo>
                      <a:cubicBezTo>
                        <a:pt x="15" y="396"/>
                        <a:pt x="0" y="132"/>
                        <a:pt x="18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40" name="Freeform 6"/>
                <p:cNvSpPr>
                  <a:spLocks/>
                </p:cNvSpPr>
                <p:nvPr/>
              </p:nvSpPr>
              <p:spPr bwMode="auto">
                <a:xfrm rot="10800000">
                  <a:off x="1102901" y="3578950"/>
                  <a:ext cx="193653" cy="24039"/>
                </a:xfrm>
                <a:custGeom>
                  <a:avLst/>
                  <a:gdLst>
                    <a:gd name="T0" fmla="*/ 0 w 210"/>
                    <a:gd name="T1" fmla="*/ 0 h 26"/>
                    <a:gd name="T2" fmla="*/ 210 w 210"/>
                    <a:gd name="T3" fmla="*/ 13 h 26"/>
                  </a:gdLst>
                  <a:ahLst/>
                  <a:cxnLst>
                    <a:cxn ang="0">
                      <a:pos x="T0" y="T1"/>
                    </a:cxn>
                    <a:cxn ang="0">
                      <a:pos x="T2" y="T3"/>
                    </a:cxn>
                  </a:cxnLst>
                  <a:rect l="0" t="0" r="r" b="b"/>
                  <a:pathLst>
                    <a:path w="210" h="26">
                      <a:moveTo>
                        <a:pt x="0" y="0"/>
                      </a:moveTo>
                      <a:cubicBezTo>
                        <a:pt x="105" y="26"/>
                        <a:pt x="165" y="13"/>
                        <a:pt x="210" y="1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41" name="Freeform 7"/>
                <p:cNvSpPr>
                  <a:spLocks/>
                </p:cNvSpPr>
                <p:nvPr/>
              </p:nvSpPr>
              <p:spPr bwMode="auto">
                <a:xfrm rot="10800000">
                  <a:off x="1372170" y="3725031"/>
                  <a:ext cx="48874" cy="220045"/>
                </a:xfrm>
                <a:custGeom>
                  <a:avLst/>
                  <a:gdLst>
                    <a:gd name="T0" fmla="*/ 53 w 53"/>
                    <a:gd name="T1" fmla="*/ 238 h 238"/>
                    <a:gd name="T2" fmla="*/ 53 w 53"/>
                    <a:gd name="T3" fmla="*/ 0 h 238"/>
                  </a:gdLst>
                  <a:ahLst/>
                  <a:cxnLst>
                    <a:cxn ang="0">
                      <a:pos x="T0" y="T1"/>
                    </a:cxn>
                    <a:cxn ang="0">
                      <a:pos x="T2" y="T3"/>
                    </a:cxn>
                  </a:cxnLst>
                  <a:rect l="0" t="0" r="r" b="b"/>
                  <a:pathLst>
                    <a:path w="53" h="238">
                      <a:moveTo>
                        <a:pt x="53" y="238"/>
                      </a:moveTo>
                      <a:cubicBezTo>
                        <a:pt x="0" y="185"/>
                        <a:pt x="0" y="79"/>
                        <a:pt x="53"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42" name="Freeform 8"/>
                <p:cNvSpPr>
                  <a:spLocks/>
                </p:cNvSpPr>
                <p:nvPr/>
              </p:nvSpPr>
              <p:spPr bwMode="auto">
                <a:xfrm rot="10800000">
                  <a:off x="1282721" y="3615008"/>
                  <a:ext cx="110659" cy="122042"/>
                </a:xfrm>
                <a:custGeom>
                  <a:avLst/>
                  <a:gdLst>
                    <a:gd name="T0" fmla="*/ 48 w 256"/>
                    <a:gd name="T1" fmla="*/ 32 h 320"/>
                    <a:gd name="T2" fmla="*/ 96 w 256"/>
                    <a:gd name="T3" fmla="*/ 160 h 320"/>
                    <a:gd name="T4" fmla="*/ 176 w 256"/>
                    <a:gd name="T5" fmla="*/ 272 h 320"/>
                    <a:gd name="T6" fmla="*/ 192 w 256"/>
                    <a:gd name="T7" fmla="*/ 208 h 320"/>
                    <a:gd name="T8" fmla="*/ 96 w 256"/>
                    <a:gd name="T9" fmla="*/ 64 h 320"/>
                    <a:gd name="T10" fmla="*/ 48 w 256"/>
                    <a:gd name="T11" fmla="*/ 32 h 320"/>
                  </a:gdLst>
                  <a:ahLst/>
                  <a:cxnLst>
                    <a:cxn ang="0">
                      <a:pos x="T0" y="T1"/>
                    </a:cxn>
                    <a:cxn ang="0">
                      <a:pos x="T2" y="T3"/>
                    </a:cxn>
                    <a:cxn ang="0">
                      <a:pos x="T4" y="T5"/>
                    </a:cxn>
                    <a:cxn ang="0">
                      <a:pos x="T6" y="T7"/>
                    </a:cxn>
                    <a:cxn ang="0">
                      <a:pos x="T8" y="T9"/>
                    </a:cxn>
                    <a:cxn ang="0">
                      <a:pos x="T10" y="T11"/>
                    </a:cxn>
                  </a:cxnLst>
                  <a:rect l="0" t="0" r="r" b="b"/>
                  <a:pathLst>
                    <a:path w="256" h="320">
                      <a:moveTo>
                        <a:pt x="48" y="32"/>
                      </a:moveTo>
                      <a:cubicBezTo>
                        <a:pt x="0" y="0"/>
                        <a:pt x="80" y="128"/>
                        <a:pt x="96" y="160"/>
                      </a:cubicBezTo>
                      <a:cubicBezTo>
                        <a:pt x="96" y="208"/>
                        <a:pt x="144" y="256"/>
                        <a:pt x="176" y="272"/>
                      </a:cubicBezTo>
                      <a:cubicBezTo>
                        <a:pt x="256" y="320"/>
                        <a:pt x="208" y="224"/>
                        <a:pt x="192" y="208"/>
                      </a:cubicBezTo>
                      <a:cubicBezTo>
                        <a:pt x="160" y="160"/>
                        <a:pt x="128" y="112"/>
                        <a:pt x="96" y="64"/>
                      </a:cubicBezTo>
                      <a:cubicBezTo>
                        <a:pt x="80" y="48"/>
                        <a:pt x="64" y="48"/>
                        <a:pt x="48" y="32"/>
                      </a:cubicBezTo>
                    </a:path>
                  </a:pathLst>
                </a:custGeom>
                <a:solidFill>
                  <a:srgbClr val="FFFFFF"/>
                </a:solidFill>
                <a:ln w="3175">
                  <a:solidFill>
                    <a:schemeClr val="tx1"/>
                  </a:solidFill>
                  <a:prstDash val="solid"/>
                  <a:round/>
                  <a:headEnd/>
                  <a:tailEnd/>
                </a:ln>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43" name="Freeform 9"/>
                <p:cNvSpPr>
                  <a:spLocks/>
                </p:cNvSpPr>
                <p:nvPr/>
              </p:nvSpPr>
              <p:spPr bwMode="auto">
                <a:xfrm rot="10800000">
                  <a:off x="1282721" y="3615008"/>
                  <a:ext cx="110659" cy="122042"/>
                </a:xfrm>
                <a:custGeom>
                  <a:avLst/>
                  <a:gdLst>
                    <a:gd name="T0" fmla="*/ 23 w 120"/>
                    <a:gd name="T1" fmla="*/ 13 h 132"/>
                    <a:gd name="T2" fmla="*/ 45 w 120"/>
                    <a:gd name="T3" fmla="*/ 66 h 132"/>
                    <a:gd name="T4" fmla="*/ 82 w 120"/>
                    <a:gd name="T5" fmla="*/ 112 h 132"/>
                    <a:gd name="T6" fmla="*/ 90 w 120"/>
                    <a:gd name="T7" fmla="*/ 86 h 132"/>
                    <a:gd name="T8" fmla="*/ 45 w 120"/>
                    <a:gd name="T9" fmla="*/ 26 h 132"/>
                    <a:gd name="T10" fmla="*/ 23 w 120"/>
                    <a:gd name="T11" fmla="*/ 13 h 132"/>
                  </a:gdLst>
                  <a:ahLst/>
                  <a:cxnLst>
                    <a:cxn ang="0">
                      <a:pos x="T0" y="T1"/>
                    </a:cxn>
                    <a:cxn ang="0">
                      <a:pos x="T2" y="T3"/>
                    </a:cxn>
                    <a:cxn ang="0">
                      <a:pos x="T4" y="T5"/>
                    </a:cxn>
                    <a:cxn ang="0">
                      <a:pos x="T6" y="T7"/>
                    </a:cxn>
                    <a:cxn ang="0">
                      <a:pos x="T8" y="T9"/>
                    </a:cxn>
                    <a:cxn ang="0">
                      <a:pos x="T10" y="T11"/>
                    </a:cxn>
                  </a:cxnLst>
                  <a:rect l="0" t="0" r="r" b="b"/>
                  <a:pathLst>
                    <a:path w="120" h="132">
                      <a:moveTo>
                        <a:pt x="23" y="13"/>
                      </a:moveTo>
                      <a:cubicBezTo>
                        <a:pt x="0" y="0"/>
                        <a:pt x="38" y="53"/>
                        <a:pt x="45" y="66"/>
                      </a:cubicBezTo>
                      <a:cubicBezTo>
                        <a:pt x="45" y="86"/>
                        <a:pt x="68" y="105"/>
                        <a:pt x="82" y="112"/>
                      </a:cubicBezTo>
                      <a:cubicBezTo>
                        <a:pt x="120" y="132"/>
                        <a:pt x="97" y="92"/>
                        <a:pt x="90" y="86"/>
                      </a:cubicBezTo>
                      <a:cubicBezTo>
                        <a:pt x="75" y="66"/>
                        <a:pt x="60" y="46"/>
                        <a:pt x="45" y="26"/>
                      </a:cubicBezTo>
                      <a:cubicBezTo>
                        <a:pt x="38" y="19"/>
                        <a:pt x="30" y="19"/>
                        <a:pt x="23" y="1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44" name="Freeform 10"/>
                <p:cNvSpPr>
                  <a:spLocks/>
                </p:cNvSpPr>
                <p:nvPr/>
              </p:nvSpPr>
              <p:spPr bwMode="auto">
                <a:xfrm rot="10800000">
                  <a:off x="1282721" y="3933057"/>
                  <a:ext cx="110659" cy="122042"/>
                </a:xfrm>
                <a:custGeom>
                  <a:avLst/>
                  <a:gdLst>
                    <a:gd name="T0" fmla="*/ 48 w 256"/>
                    <a:gd name="T1" fmla="*/ 304 h 320"/>
                    <a:gd name="T2" fmla="*/ 96 w 256"/>
                    <a:gd name="T3" fmla="*/ 160 h 320"/>
                    <a:gd name="T4" fmla="*/ 176 w 256"/>
                    <a:gd name="T5" fmla="*/ 64 h 320"/>
                    <a:gd name="T6" fmla="*/ 192 w 256"/>
                    <a:gd name="T7" fmla="*/ 128 h 320"/>
                    <a:gd name="T8" fmla="*/ 96 w 256"/>
                    <a:gd name="T9" fmla="*/ 256 h 320"/>
                    <a:gd name="T10" fmla="*/ 48 w 256"/>
                    <a:gd name="T11" fmla="*/ 304 h 320"/>
                  </a:gdLst>
                  <a:ahLst/>
                  <a:cxnLst>
                    <a:cxn ang="0">
                      <a:pos x="T0" y="T1"/>
                    </a:cxn>
                    <a:cxn ang="0">
                      <a:pos x="T2" y="T3"/>
                    </a:cxn>
                    <a:cxn ang="0">
                      <a:pos x="T4" y="T5"/>
                    </a:cxn>
                    <a:cxn ang="0">
                      <a:pos x="T6" y="T7"/>
                    </a:cxn>
                    <a:cxn ang="0">
                      <a:pos x="T8" y="T9"/>
                    </a:cxn>
                    <a:cxn ang="0">
                      <a:pos x="T10" y="T11"/>
                    </a:cxn>
                  </a:cxnLst>
                  <a:rect l="0" t="0" r="r" b="b"/>
                  <a:pathLst>
                    <a:path w="256" h="320">
                      <a:moveTo>
                        <a:pt x="48" y="304"/>
                      </a:moveTo>
                      <a:cubicBezTo>
                        <a:pt x="0" y="320"/>
                        <a:pt x="80" y="208"/>
                        <a:pt x="96" y="160"/>
                      </a:cubicBezTo>
                      <a:cubicBezTo>
                        <a:pt x="112" y="112"/>
                        <a:pt x="144" y="80"/>
                        <a:pt x="176" y="64"/>
                      </a:cubicBezTo>
                      <a:cubicBezTo>
                        <a:pt x="256" y="0"/>
                        <a:pt x="208" y="112"/>
                        <a:pt x="192" y="128"/>
                      </a:cubicBezTo>
                      <a:cubicBezTo>
                        <a:pt x="160" y="160"/>
                        <a:pt x="128" y="224"/>
                        <a:pt x="96" y="256"/>
                      </a:cubicBezTo>
                      <a:cubicBezTo>
                        <a:pt x="80" y="288"/>
                        <a:pt x="64" y="288"/>
                        <a:pt x="48" y="304"/>
                      </a:cubicBezTo>
                    </a:path>
                  </a:pathLst>
                </a:custGeom>
                <a:solidFill>
                  <a:srgbClr val="FFFFFF"/>
                </a:solidFill>
                <a:ln w="3175">
                  <a:solidFill>
                    <a:schemeClr val="tx1"/>
                  </a:solidFill>
                  <a:prstDash val="solid"/>
                  <a:round/>
                  <a:headEnd/>
                  <a:tailEnd/>
                </a:ln>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45" name="Freeform 11"/>
                <p:cNvSpPr>
                  <a:spLocks/>
                </p:cNvSpPr>
                <p:nvPr/>
              </p:nvSpPr>
              <p:spPr bwMode="auto">
                <a:xfrm rot="10800000">
                  <a:off x="1282721" y="3933057"/>
                  <a:ext cx="110659" cy="122042"/>
                </a:xfrm>
                <a:custGeom>
                  <a:avLst/>
                  <a:gdLst>
                    <a:gd name="T0" fmla="*/ 23 w 120"/>
                    <a:gd name="T1" fmla="*/ 126 h 132"/>
                    <a:gd name="T2" fmla="*/ 45 w 120"/>
                    <a:gd name="T3" fmla="*/ 66 h 132"/>
                    <a:gd name="T4" fmla="*/ 82 w 120"/>
                    <a:gd name="T5" fmla="*/ 27 h 132"/>
                    <a:gd name="T6" fmla="*/ 90 w 120"/>
                    <a:gd name="T7" fmla="*/ 53 h 132"/>
                    <a:gd name="T8" fmla="*/ 45 w 120"/>
                    <a:gd name="T9" fmla="*/ 106 h 132"/>
                    <a:gd name="T10" fmla="*/ 23 w 120"/>
                    <a:gd name="T11" fmla="*/ 126 h 132"/>
                  </a:gdLst>
                  <a:ahLst/>
                  <a:cxnLst>
                    <a:cxn ang="0">
                      <a:pos x="T0" y="T1"/>
                    </a:cxn>
                    <a:cxn ang="0">
                      <a:pos x="T2" y="T3"/>
                    </a:cxn>
                    <a:cxn ang="0">
                      <a:pos x="T4" y="T5"/>
                    </a:cxn>
                    <a:cxn ang="0">
                      <a:pos x="T6" y="T7"/>
                    </a:cxn>
                    <a:cxn ang="0">
                      <a:pos x="T8" y="T9"/>
                    </a:cxn>
                    <a:cxn ang="0">
                      <a:pos x="T10" y="T11"/>
                    </a:cxn>
                  </a:cxnLst>
                  <a:rect l="0" t="0" r="r" b="b"/>
                  <a:pathLst>
                    <a:path w="120" h="132">
                      <a:moveTo>
                        <a:pt x="23" y="126"/>
                      </a:moveTo>
                      <a:cubicBezTo>
                        <a:pt x="0" y="132"/>
                        <a:pt x="38" y="86"/>
                        <a:pt x="45" y="66"/>
                      </a:cubicBezTo>
                      <a:cubicBezTo>
                        <a:pt x="53" y="46"/>
                        <a:pt x="68" y="33"/>
                        <a:pt x="82" y="27"/>
                      </a:cubicBezTo>
                      <a:cubicBezTo>
                        <a:pt x="120" y="0"/>
                        <a:pt x="97" y="46"/>
                        <a:pt x="90" y="53"/>
                      </a:cubicBezTo>
                      <a:cubicBezTo>
                        <a:pt x="75" y="66"/>
                        <a:pt x="60" y="93"/>
                        <a:pt x="45" y="106"/>
                      </a:cubicBezTo>
                      <a:cubicBezTo>
                        <a:pt x="38" y="119"/>
                        <a:pt x="30" y="119"/>
                        <a:pt x="23" y="12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46" name="Freeform 12"/>
                <p:cNvSpPr>
                  <a:spLocks/>
                </p:cNvSpPr>
                <p:nvPr/>
              </p:nvSpPr>
              <p:spPr bwMode="auto">
                <a:xfrm rot="10800000">
                  <a:off x="1144398" y="3676029"/>
                  <a:ext cx="248982" cy="73965"/>
                </a:xfrm>
                <a:custGeom>
                  <a:avLst/>
                  <a:gdLst>
                    <a:gd name="T0" fmla="*/ 270 w 270"/>
                    <a:gd name="T1" fmla="*/ 80 h 80"/>
                    <a:gd name="T2" fmla="*/ 0 w 270"/>
                    <a:gd name="T3" fmla="*/ 0 h 80"/>
                  </a:gdLst>
                  <a:ahLst/>
                  <a:cxnLst>
                    <a:cxn ang="0">
                      <a:pos x="T0" y="T1"/>
                    </a:cxn>
                    <a:cxn ang="0">
                      <a:pos x="T2" y="T3"/>
                    </a:cxn>
                  </a:cxnLst>
                  <a:rect l="0" t="0" r="r" b="b"/>
                  <a:pathLst>
                    <a:path w="270" h="80">
                      <a:moveTo>
                        <a:pt x="270" y="80"/>
                      </a:moveTo>
                      <a:cubicBezTo>
                        <a:pt x="180" y="53"/>
                        <a:pt x="60" y="5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47" name="Freeform 13"/>
                <p:cNvSpPr>
                  <a:spLocks/>
                </p:cNvSpPr>
                <p:nvPr/>
              </p:nvSpPr>
              <p:spPr bwMode="auto">
                <a:xfrm rot="10800000">
                  <a:off x="1144398" y="3920113"/>
                  <a:ext cx="248982" cy="73965"/>
                </a:xfrm>
                <a:custGeom>
                  <a:avLst/>
                  <a:gdLst>
                    <a:gd name="T0" fmla="*/ 270 w 270"/>
                    <a:gd name="T1" fmla="*/ 0 h 80"/>
                    <a:gd name="T2" fmla="*/ 0 w 270"/>
                    <a:gd name="T3" fmla="*/ 80 h 80"/>
                  </a:gdLst>
                  <a:ahLst/>
                  <a:cxnLst>
                    <a:cxn ang="0">
                      <a:pos x="T0" y="T1"/>
                    </a:cxn>
                    <a:cxn ang="0">
                      <a:pos x="T2" y="T3"/>
                    </a:cxn>
                  </a:cxnLst>
                  <a:rect l="0" t="0" r="r" b="b"/>
                  <a:pathLst>
                    <a:path w="270" h="80">
                      <a:moveTo>
                        <a:pt x="270" y="0"/>
                      </a:moveTo>
                      <a:cubicBezTo>
                        <a:pt x="180" y="27"/>
                        <a:pt x="60" y="27"/>
                        <a:pt x="0" y="8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48" name="Oval 17"/>
                <p:cNvSpPr>
                  <a:spLocks noChangeArrowheads="1"/>
                </p:cNvSpPr>
                <p:nvPr/>
              </p:nvSpPr>
              <p:spPr bwMode="auto">
                <a:xfrm rot="10800000">
                  <a:off x="1390765" y="3804543"/>
                  <a:ext cx="13832" cy="61021"/>
                </a:xfrm>
                <a:prstGeom prst="ellipse">
                  <a:avLst/>
                </a:pr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49" name="Freeform 18"/>
                <p:cNvSpPr>
                  <a:spLocks/>
                </p:cNvSpPr>
                <p:nvPr/>
              </p:nvSpPr>
              <p:spPr bwMode="auto">
                <a:xfrm rot="10800000">
                  <a:off x="1365715" y="3737050"/>
                  <a:ext cx="27665" cy="208026"/>
                </a:xfrm>
                <a:custGeom>
                  <a:avLst/>
                  <a:gdLst>
                    <a:gd name="T0" fmla="*/ 30 w 30"/>
                    <a:gd name="T1" fmla="*/ 225 h 225"/>
                    <a:gd name="T2" fmla="*/ 30 w 30"/>
                    <a:gd name="T3" fmla="*/ 0 h 225"/>
                  </a:gdLst>
                  <a:ahLst/>
                  <a:cxnLst>
                    <a:cxn ang="0">
                      <a:pos x="T0" y="T1"/>
                    </a:cxn>
                    <a:cxn ang="0">
                      <a:pos x="T2" y="T3"/>
                    </a:cxn>
                  </a:cxnLst>
                  <a:rect l="0" t="0" r="r" b="b"/>
                  <a:pathLst>
                    <a:path w="30" h="225">
                      <a:moveTo>
                        <a:pt x="30" y="225"/>
                      </a:moveTo>
                      <a:cubicBezTo>
                        <a:pt x="0" y="165"/>
                        <a:pt x="0" y="106"/>
                        <a:pt x="3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50" name="Freeform 19"/>
                <p:cNvSpPr>
                  <a:spLocks/>
                </p:cNvSpPr>
                <p:nvPr/>
              </p:nvSpPr>
              <p:spPr bwMode="auto">
                <a:xfrm rot="10800000">
                  <a:off x="1075236" y="3627028"/>
                  <a:ext cx="235150" cy="24963"/>
                </a:xfrm>
                <a:custGeom>
                  <a:avLst/>
                  <a:gdLst>
                    <a:gd name="T0" fmla="*/ 0 w 255"/>
                    <a:gd name="T1" fmla="*/ 0 h 27"/>
                    <a:gd name="T2" fmla="*/ 255 w 255"/>
                    <a:gd name="T3" fmla="*/ 0 h 27"/>
                  </a:gdLst>
                  <a:ahLst/>
                  <a:cxnLst>
                    <a:cxn ang="0">
                      <a:pos x="T0" y="T1"/>
                    </a:cxn>
                    <a:cxn ang="0">
                      <a:pos x="T2" y="T3"/>
                    </a:cxn>
                  </a:cxnLst>
                  <a:rect l="0" t="0" r="r" b="b"/>
                  <a:pathLst>
                    <a:path w="255" h="27">
                      <a:moveTo>
                        <a:pt x="0" y="0"/>
                      </a:moveTo>
                      <a:cubicBezTo>
                        <a:pt x="90" y="0"/>
                        <a:pt x="195" y="27"/>
                        <a:pt x="25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51" name="Freeform 20"/>
                <p:cNvSpPr>
                  <a:spLocks/>
                </p:cNvSpPr>
                <p:nvPr/>
              </p:nvSpPr>
              <p:spPr bwMode="auto">
                <a:xfrm rot="10800000">
                  <a:off x="1075236" y="4018116"/>
                  <a:ext cx="235150" cy="24963"/>
                </a:xfrm>
                <a:custGeom>
                  <a:avLst/>
                  <a:gdLst>
                    <a:gd name="T0" fmla="*/ 0 w 255"/>
                    <a:gd name="T1" fmla="*/ 27 h 27"/>
                    <a:gd name="T2" fmla="*/ 255 w 255"/>
                    <a:gd name="T3" fmla="*/ 27 h 27"/>
                  </a:gdLst>
                  <a:ahLst/>
                  <a:cxnLst>
                    <a:cxn ang="0">
                      <a:pos x="T0" y="T1"/>
                    </a:cxn>
                    <a:cxn ang="0">
                      <a:pos x="T2" y="T3"/>
                    </a:cxn>
                  </a:cxnLst>
                  <a:rect l="0" t="0" r="r" b="b"/>
                  <a:pathLst>
                    <a:path w="255" h="27">
                      <a:moveTo>
                        <a:pt x="0" y="27"/>
                      </a:moveTo>
                      <a:cubicBezTo>
                        <a:pt x="90" y="27"/>
                        <a:pt x="195" y="0"/>
                        <a:pt x="255" y="2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52" name="Freeform 21"/>
                <p:cNvSpPr>
                  <a:spLocks/>
                </p:cNvSpPr>
                <p:nvPr/>
              </p:nvSpPr>
              <p:spPr bwMode="auto">
                <a:xfrm rot="10800000">
                  <a:off x="1033739" y="3615008"/>
                  <a:ext cx="262814" cy="24963"/>
                </a:xfrm>
                <a:custGeom>
                  <a:avLst/>
                  <a:gdLst>
                    <a:gd name="T0" fmla="*/ 0 w 285"/>
                    <a:gd name="T1" fmla="*/ 0 h 27"/>
                    <a:gd name="T2" fmla="*/ 285 w 285"/>
                    <a:gd name="T3" fmla="*/ 0 h 27"/>
                  </a:gdLst>
                  <a:ahLst/>
                  <a:cxnLst>
                    <a:cxn ang="0">
                      <a:pos x="T0" y="T1"/>
                    </a:cxn>
                    <a:cxn ang="0">
                      <a:pos x="T2" y="T3"/>
                    </a:cxn>
                  </a:cxnLst>
                  <a:rect l="0" t="0" r="r" b="b"/>
                  <a:pathLst>
                    <a:path w="285" h="27">
                      <a:moveTo>
                        <a:pt x="0" y="0"/>
                      </a:moveTo>
                      <a:cubicBezTo>
                        <a:pt x="105" y="0"/>
                        <a:pt x="217" y="27"/>
                        <a:pt x="28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53" name="Freeform 22"/>
                <p:cNvSpPr>
                  <a:spLocks/>
                </p:cNvSpPr>
                <p:nvPr/>
              </p:nvSpPr>
              <p:spPr bwMode="auto">
                <a:xfrm rot="10800000">
                  <a:off x="1033739" y="4030136"/>
                  <a:ext cx="262814" cy="24963"/>
                </a:xfrm>
                <a:custGeom>
                  <a:avLst/>
                  <a:gdLst>
                    <a:gd name="T0" fmla="*/ 0 w 285"/>
                    <a:gd name="T1" fmla="*/ 27 h 27"/>
                    <a:gd name="T2" fmla="*/ 285 w 285"/>
                    <a:gd name="T3" fmla="*/ 27 h 27"/>
                  </a:gdLst>
                  <a:ahLst/>
                  <a:cxnLst>
                    <a:cxn ang="0">
                      <a:pos x="T0" y="T1"/>
                    </a:cxn>
                    <a:cxn ang="0">
                      <a:pos x="T2" y="T3"/>
                    </a:cxn>
                  </a:cxnLst>
                  <a:rect l="0" t="0" r="r" b="b"/>
                  <a:pathLst>
                    <a:path w="285" h="27">
                      <a:moveTo>
                        <a:pt x="0" y="27"/>
                      </a:moveTo>
                      <a:cubicBezTo>
                        <a:pt x="105" y="27"/>
                        <a:pt x="217" y="0"/>
                        <a:pt x="285" y="2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54" name="Freeform 26"/>
                <p:cNvSpPr>
                  <a:spLocks/>
                </p:cNvSpPr>
                <p:nvPr/>
              </p:nvSpPr>
              <p:spPr bwMode="auto">
                <a:xfrm rot="10800000">
                  <a:off x="1061404" y="4060646"/>
                  <a:ext cx="90371" cy="12944"/>
                </a:xfrm>
                <a:custGeom>
                  <a:avLst/>
                  <a:gdLst>
                    <a:gd name="T0" fmla="*/ 0 w 98"/>
                    <a:gd name="T1" fmla="*/ 7 h 14"/>
                    <a:gd name="T2" fmla="*/ 53 w 98"/>
                    <a:gd name="T3" fmla="*/ 0 h 14"/>
                    <a:gd name="T4" fmla="*/ 98 w 98"/>
                    <a:gd name="T5" fmla="*/ 7 h 14"/>
                    <a:gd name="T6" fmla="*/ 53 w 98"/>
                    <a:gd name="T7" fmla="*/ 14 h 14"/>
                    <a:gd name="T8" fmla="*/ 0 w 98"/>
                    <a:gd name="T9" fmla="*/ 7 h 14"/>
                  </a:gdLst>
                  <a:ahLst/>
                  <a:cxnLst>
                    <a:cxn ang="0">
                      <a:pos x="T0" y="T1"/>
                    </a:cxn>
                    <a:cxn ang="0">
                      <a:pos x="T2" y="T3"/>
                    </a:cxn>
                    <a:cxn ang="0">
                      <a:pos x="T4" y="T5"/>
                    </a:cxn>
                    <a:cxn ang="0">
                      <a:pos x="T6" y="T7"/>
                    </a:cxn>
                    <a:cxn ang="0">
                      <a:pos x="T8" y="T9"/>
                    </a:cxn>
                  </a:cxnLst>
                  <a:rect l="0" t="0" r="r" b="b"/>
                  <a:pathLst>
                    <a:path w="98" h="14">
                      <a:moveTo>
                        <a:pt x="0" y="7"/>
                      </a:moveTo>
                      <a:cubicBezTo>
                        <a:pt x="0" y="0"/>
                        <a:pt x="23" y="0"/>
                        <a:pt x="53" y="0"/>
                      </a:cubicBezTo>
                      <a:cubicBezTo>
                        <a:pt x="75" y="0"/>
                        <a:pt x="98" y="0"/>
                        <a:pt x="98" y="7"/>
                      </a:cubicBezTo>
                      <a:cubicBezTo>
                        <a:pt x="98" y="7"/>
                        <a:pt x="75" y="14"/>
                        <a:pt x="53" y="14"/>
                      </a:cubicBezTo>
                      <a:cubicBezTo>
                        <a:pt x="23" y="14"/>
                        <a:pt x="0" y="7"/>
                        <a:pt x="0" y="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55" name="Freeform 30"/>
                <p:cNvSpPr>
                  <a:spLocks/>
                </p:cNvSpPr>
                <p:nvPr/>
              </p:nvSpPr>
              <p:spPr bwMode="auto">
                <a:xfrm rot="10800000">
                  <a:off x="1061404" y="3596517"/>
                  <a:ext cx="90371" cy="12944"/>
                </a:xfrm>
                <a:custGeom>
                  <a:avLst/>
                  <a:gdLst>
                    <a:gd name="T0" fmla="*/ 0 w 98"/>
                    <a:gd name="T1" fmla="*/ 7 h 14"/>
                    <a:gd name="T2" fmla="*/ 53 w 98"/>
                    <a:gd name="T3" fmla="*/ 0 h 14"/>
                    <a:gd name="T4" fmla="*/ 98 w 98"/>
                    <a:gd name="T5" fmla="*/ 7 h 14"/>
                    <a:gd name="T6" fmla="*/ 53 w 98"/>
                    <a:gd name="T7" fmla="*/ 14 h 14"/>
                    <a:gd name="T8" fmla="*/ 0 w 98"/>
                    <a:gd name="T9" fmla="*/ 7 h 14"/>
                  </a:gdLst>
                  <a:ahLst/>
                  <a:cxnLst>
                    <a:cxn ang="0">
                      <a:pos x="T0" y="T1"/>
                    </a:cxn>
                    <a:cxn ang="0">
                      <a:pos x="T2" y="T3"/>
                    </a:cxn>
                    <a:cxn ang="0">
                      <a:pos x="T4" y="T5"/>
                    </a:cxn>
                    <a:cxn ang="0">
                      <a:pos x="T6" y="T7"/>
                    </a:cxn>
                    <a:cxn ang="0">
                      <a:pos x="T8" y="T9"/>
                    </a:cxn>
                  </a:cxnLst>
                  <a:rect l="0" t="0" r="r" b="b"/>
                  <a:pathLst>
                    <a:path w="98" h="14">
                      <a:moveTo>
                        <a:pt x="0" y="7"/>
                      </a:moveTo>
                      <a:cubicBezTo>
                        <a:pt x="0" y="0"/>
                        <a:pt x="23" y="0"/>
                        <a:pt x="53" y="0"/>
                      </a:cubicBezTo>
                      <a:cubicBezTo>
                        <a:pt x="75" y="0"/>
                        <a:pt x="98" y="0"/>
                        <a:pt x="98" y="7"/>
                      </a:cubicBezTo>
                      <a:cubicBezTo>
                        <a:pt x="98" y="7"/>
                        <a:pt x="75" y="14"/>
                        <a:pt x="53" y="14"/>
                      </a:cubicBezTo>
                      <a:cubicBezTo>
                        <a:pt x="23" y="14"/>
                        <a:pt x="0" y="7"/>
                        <a:pt x="0" y="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56" name="Freeform 31"/>
                <p:cNvSpPr>
                  <a:spLocks/>
                </p:cNvSpPr>
                <p:nvPr/>
              </p:nvSpPr>
              <p:spPr bwMode="auto">
                <a:xfrm rot="10800000">
                  <a:off x="1089069" y="3651991"/>
                  <a:ext cx="62707" cy="366126"/>
                </a:xfrm>
                <a:custGeom>
                  <a:avLst/>
                  <a:gdLst>
                    <a:gd name="T0" fmla="*/ 68 w 68"/>
                    <a:gd name="T1" fmla="*/ 396 h 396"/>
                    <a:gd name="T2" fmla="*/ 68 w 68"/>
                    <a:gd name="T3" fmla="*/ 0 h 396"/>
                  </a:gdLst>
                  <a:ahLst/>
                  <a:cxnLst>
                    <a:cxn ang="0">
                      <a:pos x="T0" y="T1"/>
                    </a:cxn>
                    <a:cxn ang="0">
                      <a:pos x="T2" y="T3"/>
                    </a:cxn>
                  </a:cxnLst>
                  <a:rect l="0" t="0" r="r" b="b"/>
                  <a:pathLst>
                    <a:path w="68" h="396">
                      <a:moveTo>
                        <a:pt x="68" y="396"/>
                      </a:moveTo>
                      <a:cubicBezTo>
                        <a:pt x="8" y="290"/>
                        <a:pt x="0" y="132"/>
                        <a:pt x="68"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57" name="Freeform 32"/>
                <p:cNvSpPr>
                  <a:spLocks/>
                </p:cNvSpPr>
                <p:nvPr/>
              </p:nvSpPr>
              <p:spPr bwMode="auto">
                <a:xfrm rot="10800000">
                  <a:off x="1075236" y="3651991"/>
                  <a:ext cx="41497" cy="366126"/>
                </a:xfrm>
                <a:custGeom>
                  <a:avLst/>
                  <a:gdLst>
                    <a:gd name="T0" fmla="*/ 45 w 45"/>
                    <a:gd name="T1" fmla="*/ 396 h 396"/>
                    <a:gd name="T2" fmla="*/ 45 w 45"/>
                    <a:gd name="T3" fmla="*/ 0 h 396"/>
                  </a:gdLst>
                  <a:ahLst/>
                  <a:cxnLst>
                    <a:cxn ang="0">
                      <a:pos x="T0" y="T1"/>
                    </a:cxn>
                    <a:cxn ang="0">
                      <a:pos x="T2" y="T3"/>
                    </a:cxn>
                  </a:cxnLst>
                  <a:rect l="0" t="0" r="r" b="b"/>
                  <a:pathLst>
                    <a:path w="45" h="396">
                      <a:moveTo>
                        <a:pt x="45" y="396"/>
                      </a:moveTo>
                      <a:cubicBezTo>
                        <a:pt x="0" y="290"/>
                        <a:pt x="0" y="132"/>
                        <a:pt x="4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58" name="Freeform 33"/>
                <p:cNvSpPr>
                  <a:spLocks/>
                </p:cNvSpPr>
                <p:nvPr/>
              </p:nvSpPr>
              <p:spPr bwMode="auto">
                <a:xfrm rot="10800000">
                  <a:off x="895416" y="3627028"/>
                  <a:ext cx="179820" cy="49002"/>
                </a:xfrm>
                <a:custGeom>
                  <a:avLst/>
                  <a:gdLst>
                    <a:gd name="T0" fmla="*/ 0 w 195"/>
                    <a:gd name="T1" fmla="*/ 26 h 53"/>
                    <a:gd name="T2" fmla="*/ 195 w 195"/>
                    <a:gd name="T3" fmla="*/ 0 h 53"/>
                  </a:gdLst>
                  <a:ahLst/>
                  <a:cxnLst>
                    <a:cxn ang="0">
                      <a:pos x="T0" y="T1"/>
                    </a:cxn>
                    <a:cxn ang="0">
                      <a:pos x="T2" y="T3"/>
                    </a:cxn>
                  </a:cxnLst>
                  <a:rect l="0" t="0" r="r" b="b"/>
                  <a:pathLst>
                    <a:path w="195" h="53">
                      <a:moveTo>
                        <a:pt x="0" y="26"/>
                      </a:moveTo>
                      <a:cubicBezTo>
                        <a:pt x="15" y="53"/>
                        <a:pt x="135" y="0"/>
                        <a:pt x="19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59" name="Freeform 34"/>
                <p:cNvSpPr>
                  <a:spLocks/>
                </p:cNvSpPr>
                <p:nvPr/>
              </p:nvSpPr>
              <p:spPr bwMode="auto">
                <a:xfrm rot="10800000">
                  <a:off x="895416" y="3994078"/>
                  <a:ext cx="179820" cy="49002"/>
                </a:xfrm>
                <a:custGeom>
                  <a:avLst/>
                  <a:gdLst>
                    <a:gd name="T0" fmla="*/ 0 w 195"/>
                    <a:gd name="T1" fmla="*/ 27 h 53"/>
                    <a:gd name="T2" fmla="*/ 195 w 195"/>
                    <a:gd name="T3" fmla="*/ 53 h 53"/>
                  </a:gdLst>
                  <a:ahLst/>
                  <a:cxnLst>
                    <a:cxn ang="0">
                      <a:pos x="T0" y="T1"/>
                    </a:cxn>
                    <a:cxn ang="0">
                      <a:pos x="T2" y="T3"/>
                    </a:cxn>
                  </a:cxnLst>
                  <a:rect l="0" t="0" r="r" b="b"/>
                  <a:pathLst>
                    <a:path w="195" h="53">
                      <a:moveTo>
                        <a:pt x="0" y="27"/>
                      </a:moveTo>
                      <a:cubicBezTo>
                        <a:pt x="15" y="0"/>
                        <a:pt x="135" y="53"/>
                        <a:pt x="195" y="5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60" name="Freeform 35"/>
                <p:cNvSpPr>
                  <a:spLocks/>
                </p:cNvSpPr>
                <p:nvPr/>
              </p:nvSpPr>
              <p:spPr bwMode="auto">
                <a:xfrm rot="10800000">
                  <a:off x="895416" y="3676029"/>
                  <a:ext cx="27665" cy="318049"/>
                </a:xfrm>
                <a:custGeom>
                  <a:avLst/>
                  <a:gdLst>
                    <a:gd name="T0" fmla="*/ 30 w 30"/>
                    <a:gd name="T1" fmla="*/ 344 h 344"/>
                    <a:gd name="T2" fmla="*/ 30 w 30"/>
                    <a:gd name="T3" fmla="*/ 0 h 344"/>
                  </a:gdLst>
                  <a:ahLst/>
                  <a:cxnLst>
                    <a:cxn ang="0">
                      <a:pos x="T0" y="T1"/>
                    </a:cxn>
                    <a:cxn ang="0">
                      <a:pos x="T2" y="T3"/>
                    </a:cxn>
                  </a:cxnLst>
                  <a:rect l="0" t="0" r="r" b="b"/>
                  <a:pathLst>
                    <a:path w="30" h="344">
                      <a:moveTo>
                        <a:pt x="30" y="344"/>
                      </a:moveTo>
                      <a:cubicBezTo>
                        <a:pt x="30" y="291"/>
                        <a:pt x="0" y="185"/>
                        <a:pt x="3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61" name="Freeform 36"/>
                <p:cNvSpPr>
                  <a:spLocks/>
                </p:cNvSpPr>
                <p:nvPr/>
              </p:nvSpPr>
              <p:spPr bwMode="auto">
                <a:xfrm rot="10800000">
                  <a:off x="218553" y="3578950"/>
                  <a:ext cx="884348" cy="73040"/>
                </a:xfrm>
                <a:custGeom>
                  <a:avLst/>
                  <a:gdLst>
                    <a:gd name="T0" fmla="*/ 0 w 959"/>
                    <a:gd name="T1" fmla="*/ 66 h 79"/>
                    <a:gd name="T2" fmla="*/ 959 w 959"/>
                    <a:gd name="T3" fmla="*/ 0 h 79"/>
                  </a:gdLst>
                  <a:ahLst/>
                  <a:cxnLst>
                    <a:cxn ang="0">
                      <a:pos x="T0" y="T1"/>
                    </a:cxn>
                    <a:cxn ang="0">
                      <a:pos x="T2" y="T3"/>
                    </a:cxn>
                  </a:cxnLst>
                  <a:rect l="0" t="0" r="r" b="b"/>
                  <a:pathLst>
                    <a:path w="959" h="79">
                      <a:moveTo>
                        <a:pt x="0" y="66"/>
                      </a:moveTo>
                      <a:cubicBezTo>
                        <a:pt x="225" y="66"/>
                        <a:pt x="839" y="79"/>
                        <a:pt x="959"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62" name="Freeform 37"/>
                <p:cNvSpPr>
                  <a:spLocks/>
                </p:cNvSpPr>
                <p:nvPr/>
              </p:nvSpPr>
              <p:spPr bwMode="auto">
                <a:xfrm rot="10800000">
                  <a:off x="218553" y="4018116"/>
                  <a:ext cx="884348" cy="73040"/>
                </a:xfrm>
                <a:custGeom>
                  <a:avLst/>
                  <a:gdLst>
                    <a:gd name="T0" fmla="*/ 0 w 959"/>
                    <a:gd name="T1" fmla="*/ 13 h 79"/>
                    <a:gd name="T2" fmla="*/ 959 w 959"/>
                    <a:gd name="T3" fmla="*/ 79 h 79"/>
                  </a:gdLst>
                  <a:ahLst/>
                  <a:cxnLst>
                    <a:cxn ang="0">
                      <a:pos x="T0" y="T1"/>
                    </a:cxn>
                    <a:cxn ang="0">
                      <a:pos x="T2" y="T3"/>
                    </a:cxn>
                  </a:cxnLst>
                  <a:rect l="0" t="0" r="r" b="b"/>
                  <a:pathLst>
                    <a:path w="959" h="79">
                      <a:moveTo>
                        <a:pt x="0" y="13"/>
                      </a:moveTo>
                      <a:cubicBezTo>
                        <a:pt x="232" y="26"/>
                        <a:pt x="839" y="0"/>
                        <a:pt x="959" y="7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63" name="Freeform 38"/>
                <p:cNvSpPr>
                  <a:spLocks/>
                </p:cNvSpPr>
                <p:nvPr/>
              </p:nvSpPr>
              <p:spPr bwMode="auto">
                <a:xfrm rot="10800000">
                  <a:off x="1102901" y="4067118"/>
                  <a:ext cx="193653" cy="24039"/>
                </a:xfrm>
                <a:custGeom>
                  <a:avLst/>
                  <a:gdLst>
                    <a:gd name="T0" fmla="*/ 0 w 210"/>
                    <a:gd name="T1" fmla="*/ 26 h 26"/>
                    <a:gd name="T2" fmla="*/ 210 w 210"/>
                    <a:gd name="T3" fmla="*/ 13 h 26"/>
                  </a:gdLst>
                  <a:ahLst/>
                  <a:cxnLst>
                    <a:cxn ang="0">
                      <a:pos x="T0" y="T1"/>
                    </a:cxn>
                    <a:cxn ang="0">
                      <a:pos x="T2" y="T3"/>
                    </a:cxn>
                  </a:cxnLst>
                  <a:rect l="0" t="0" r="r" b="b"/>
                  <a:pathLst>
                    <a:path w="210" h="26">
                      <a:moveTo>
                        <a:pt x="0" y="26"/>
                      </a:moveTo>
                      <a:cubicBezTo>
                        <a:pt x="105" y="0"/>
                        <a:pt x="165" y="13"/>
                        <a:pt x="210" y="1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64" name="Freeform 39"/>
                <p:cNvSpPr>
                  <a:spLocks/>
                </p:cNvSpPr>
                <p:nvPr/>
              </p:nvSpPr>
              <p:spPr bwMode="auto">
                <a:xfrm rot="10800000">
                  <a:off x="238841" y="3651991"/>
                  <a:ext cx="656575" cy="79512"/>
                </a:xfrm>
                <a:custGeom>
                  <a:avLst/>
                  <a:gdLst>
                    <a:gd name="T0" fmla="*/ 0 w 712"/>
                    <a:gd name="T1" fmla="*/ 60 h 86"/>
                    <a:gd name="T2" fmla="*/ 712 w 712"/>
                    <a:gd name="T3" fmla="*/ 47 h 86"/>
                  </a:gdLst>
                  <a:ahLst/>
                  <a:cxnLst>
                    <a:cxn ang="0">
                      <a:pos x="T0" y="T1"/>
                    </a:cxn>
                    <a:cxn ang="0">
                      <a:pos x="T2" y="T3"/>
                    </a:cxn>
                  </a:cxnLst>
                  <a:rect l="0" t="0" r="r" b="b"/>
                  <a:pathLst>
                    <a:path w="712" h="86">
                      <a:moveTo>
                        <a:pt x="0" y="60"/>
                      </a:moveTo>
                      <a:cubicBezTo>
                        <a:pt x="345" y="0"/>
                        <a:pt x="570" y="86"/>
                        <a:pt x="712" y="4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65" name="Freeform 40"/>
                <p:cNvSpPr>
                  <a:spLocks/>
                </p:cNvSpPr>
                <p:nvPr/>
              </p:nvSpPr>
              <p:spPr bwMode="auto">
                <a:xfrm rot="10800000">
                  <a:off x="238841" y="3945076"/>
                  <a:ext cx="656575" cy="67493"/>
                </a:xfrm>
                <a:custGeom>
                  <a:avLst/>
                  <a:gdLst>
                    <a:gd name="T0" fmla="*/ 0 w 712"/>
                    <a:gd name="T1" fmla="*/ 20 h 73"/>
                    <a:gd name="T2" fmla="*/ 712 w 712"/>
                    <a:gd name="T3" fmla="*/ 33 h 73"/>
                  </a:gdLst>
                  <a:ahLst/>
                  <a:cxnLst>
                    <a:cxn ang="0">
                      <a:pos x="T0" y="T1"/>
                    </a:cxn>
                    <a:cxn ang="0">
                      <a:pos x="T2" y="T3"/>
                    </a:cxn>
                  </a:cxnLst>
                  <a:rect l="0" t="0" r="r" b="b"/>
                  <a:pathLst>
                    <a:path w="712" h="73">
                      <a:moveTo>
                        <a:pt x="0" y="20"/>
                      </a:moveTo>
                      <a:cubicBezTo>
                        <a:pt x="330" y="73"/>
                        <a:pt x="502" y="0"/>
                        <a:pt x="712" y="3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66" name="Freeform 41"/>
                <p:cNvSpPr>
                  <a:spLocks/>
                </p:cNvSpPr>
                <p:nvPr/>
              </p:nvSpPr>
              <p:spPr bwMode="auto">
                <a:xfrm rot="10800000">
                  <a:off x="342122" y="3566007"/>
                  <a:ext cx="221317" cy="49002"/>
                </a:xfrm>
                <a:custGeom>
                  <a:avLst/>
                  <a:gdLst>
                    <a:gd name="T0" fmla="*/ 0 w 240"/>
                    <a:gd name="T1" fmla="*/ 26 h 53"/>
                    <a:gd name="T2" fmla="*/ 232 w 240"/>
                    <a:gd name="T3" fmla="*/ 0 h 53"/>
                  </a:gdLst>
                  <a:ahLst/>
                  <a:cxnLst>
                    <a:cxn ang="0">
                      <a:pos x="T0" y="T1"/>
                    </a:cxn>
                    <a:cxn ang="0">
                      <a:pos x="T2" y="T3"/>
                    </a:cxn>
                  </a:cxnLst>
                  <a:rect l="0" t="0" r="r" b="b"/>
                  <a:pathLst>
                    <a:path w="240" h="53">
                      <a:moveTo>
                        <a:pt x="0" y="26"/>
                      </a:moveTo>
                      <a:cubicBezTo>
                        <a:pt x="150" y="53"/>
                        <a:pt x="240" y="0"/>
                        <a:pt x="232"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67" name="Freeform 42"/>
                <p:cNvSpPr>
                  <a:spLocks/>
                </p:cNvSpPr>
                <p:nvPr/>
              </p:nvSpPr>
              <p:spPr bwMode="auto">
                <a:xfrm rot="10800000">
                  <a:off x="355955" y="4055099"/>
                  <a:ext cx="214862" cy="36058"/>
                </a:xfrm>
                <a:custGeom>
                  <a:avLst/>
                  <a:gdLst>
                    <a:gd name="T0" fmla="*/ 0 w 233"/>
                    <a:gd name="T1" fmla="*/ 26 h 39"/>
                    <a:gd name="T2" fmla="*/ 233 w 233"/>
                    <a:gd name="T3" fmla="*/ 39 h 39"/>
                  </a:gdLst>
                  <a:ahLst/>
                  <a:cxnLst>
                    <a:cxn ang="0">
                      <a:pos x="T0" y="T1"/>
                    </a:cxn>
                    <a:cxn ang="0">
                      <a:pos x="T2" y="T3"/>
                    </a:cxn>
                  </a:cxnLst>
                  <a:rect l="0" t="0" r="r" b="b"/>
                  <a:pathLst>
                    <a:path w="233" h="39">
                      <a:moveTo>
                        <a:pt x="0" y="26"/>
                      </a:moveTo>
                      <a:cubicBezTo>
                        <a:pt x="83" y="0"/>
                        <a:pt x="203" y="13"/>
                        <a:pt x="233" y="3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68" name="Freeform 43"/>
                <p:cNvSpPr>
                  <a:spLocks/>
                </p:cNvSpPr>
                <p:nvPr/>
              </p:nvSpPr>
              <p:spPr bwMode="auto">
                <a:xfrm rot="10800000">
                  <a:off x="142014" y="3651991"/>
                  <a:ext cx="76539" cy="366126"/>
                </a:xfrm>
                <a:custGeom>
                  <a:avLst/>
                  <a:gdLst>
                    <a:gd name="T0" fmla="*/ 0 w 83"/>
                    <a:gd name="T1" fmla="*/ 396 h 396"/>
                    <a:gd name="T2" fmla="*/ 0 w 83"/>
                    <a:gd name="T3" fmla="*/ 0 h 396"/>
                  </a:gdLst>
                  <a:ahLst/>
                  <a:cxnLst>
                    <a:cxn ang="0">
                      <a:pos x="T0" y="T1"/>
                    </a:cxn>
                    <a:cxn ang="0">
                      <a:pos x="T2" y="T3"/>
                    </a:cxn>
                  </a:cxnLst>
                  <a:rect l="0" t="0" r="r" b="b"/>
                  <a:pathLst>
                    <a:path w="83" h="396">
                      <a:moveTo>
                        <a:pt x="0" y="396"/>
                      </a:moveTo>
                      <a:cubicBezTo>
                        <a:pt x="83" y="317"/>
                        <a:pt x="60" y="26"/>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69" name="Freeform 44"/>
                <p:cNvSpPr>
                  <a:spLocks/>
                </p:cNvSpPr>
                <p:nvPr/>
              </p:nvSpPr>
              <p:spPr bwMode="auto">
                <a:xfrm rot="10800000">
                  <a:off x="260050" y="3590970"/>
                  <a:ext cx="967342" cy="61021"/>
                </a:xfrm>
                <a:custGeom>
                  <a:avLst/>
                  <a:gdLst>
                    <a:gd name="T0" fmla="*/ 0 w 1049"/>
                    <a:gd name="T1" fmla="*/ 40 h 66"/>
                    <a:gd name="T2" fmla="*/ 1049 w 1049"/>
                    <a:gd name="T3" fmla="*/ 0 h 66"/>
                  </a:gdLst>
                  <a:ahLst/>
                  <a:cxnLst>
                    <a:cxn ang="0">
                      <a:pos x="T0" y="T1"/>
                    </a:cxn>
                    <a:cxn ang="0">
                      <a:pos x="T2" y="T3"/>
                    </a:cxn>
                  </a:cxnLst>
                  <a:rect l="0" t="0" r="r" b="b"/>
                  <a:pathLst>
                    <a:path w="1049" h="66">
                      <a:moveTo>
                        <a:pt x="0" y="40"/>
                      </a:moveTo>
                      <a:cubicBezTo>
                        <a:pt x="270" y="40"/>
                        <a:pt x="907" y="66"/>
                        <a:pt x="1049"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70" name="Freeform 45"/>
                <p:cNvSpPr>
                  <a:spLocks/>
                </p:cNvSpPr>
                <p:nvPr/>
              </p:nvSpPr>
              <p:spPr bwMode="auto">
                <a:xfrm rot="10800000">
                  <a:off x="260050" y="4015735"/>
                  <a:ext cx="967342" cy="61021"/>
                </a:xfrm>
                <a:custGeom>
                  <a:avLst/>
                  <a:gdLst>
                    <a:gd name="T0" fmla="*/ 0 w 1049"/>
                    <a:gd name="T1" fmla="*/ 26 h 66"/>
                    <a:gd name="T2" fmla="*/ 1049 w 1049"/>
                    <a:gd name="T3" fmla="*/ 66 h 66"/>
                  </a:gdLst>
                  <a:ahLst/>
                  <a:cxnLst>
                    <a:cxn ang="0">
                      <a:pos x="T0" y="T1"/>
                    </a:cxn>
                    <a:cxn ang="0">
                      <a:pos x="T2" y="T3"/>
                    </a:cxn>
                  </a:cxnLst>
                  <a:rect l="0" t="0" r="r" b="b"/>
                  <a:pathLst>
                    <a:path w="1049" h="66">
                      <a:moveTo>
                        <a:pt x="0" y="26"/>
                      </a:moveTo>
                      <a:cubicBezTo>
                        <a:pt x="270" y="26"/>
                        <a:pt x="900" y="0"/>
                        <a:pt x="1049" y="6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71" name="Freeform 46"/>
                <p:cNvSpPr>
                  <a:spLocks/>
                </p:cNvSpPr>
                <p:nvPr/>
              </p:nvSpPr>
              <p:spPr bwMode="auto">
                <a:xfrm rot="10800000">
                  <a:off x="315380" y="3676029"/>
                  <a:ext cx="26743" cy="318049"/>
                </a:xfrm>
                <a:custGeom>
                  <a:avLst/>
                  <a:gdLst>
                    <a:gd name="T0" fmla="*/ 0 w 29"/>
                    <a:gd name="T1" fmla="*/ 344 h 344"/>
                    <a:gd name="T2" fmla="*/ 0 w 29"/>
                    <a:gd name="T3" fmla="*/ 0 h 344"/>
                  </a:gdLst>
                  <a:ahLst/>
                  <a:cxnLst>
                    <a:cxn ang="0">
                      <a:pos x="T0" y="T1"/>
                    </a:cxn>
                    <a:cxn ang="0">
                      <a:pos x="T2" y="T3"/>
                    </a:cxn>
                  </a:cxnLst>
                  <a:rect l="0" t="0" r="r" b="b"/>
                  <a:pathLst>
                    <a:path w="29" h="344">
                      <a:moveTo>
                        <a:pt x="0" y="344"/>
                      </a:moveTo>
                      <a:cubicBezTo>
                        <a:pt x="29" y="264"/>
                        <a:pt x="29" y="8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72" name="Freeform 47"/>
                <p:cNvSpPr>
                  <a:spLocks/>
                </p:cNvSpPr>
                <p:nvPr/>
              </p:nvSpPr>
              <p:spPr bwMode="auto">
                <a:xfrm rot="10800000">
                  <a:off x="211176" y="3688048"/>
                  <a:ext cx="27665" cy="294010"/>
                </a:xfrm>
                <a:custGeom>
                  <a:avLst/>
                  <a:gdLst>
                    <a:gd name="T0" fmla="*/ 0 w 30"/>
                    <a:gd name="T1" fmla="*/ 318 h 318"/>
                    <a:gd name="T2" fmla="*/ 0 w 30"/>
                    <a:gd name="T3" fmla="*/ 0 h 318"/>
                  </a:gdLst>
                  <a:ahLst/>
                  <a:cxnLst>
                    <a:cxn ang="0">
                      <a:pos x="T0" y="T1"/>
                    </a:cxn>
                    <a:cxn ang="0">
                      <a:pos x="T2" y="T3"/>
                    </a:cxn>
                  </a:cxnLst>
                  <a:rect l="0" t="0" r="r" b="b"/>
                  <a:pathLst>
                    <a:path w="30" h="318">
                      <a:moveTo>
                        <a:pt x="0" y="318"/>
                      </a:moveTo>
                      <a:cubicBezTo>
                        <a:pt x="30" y="225"/>
                        <a:pt x="22" y="67"/>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73" name="Freeform 48"/>
                <p:cNvSpPr>
                  <a:spLocks/>
                </p:cNvSpPr>
                <p:nvPr/>
              </p:nvSpPr>
              <p:spPr bwMode="auto">
                <a:xfrm rot="10800000">
                  <a:off x="177056" y="3645519"/>
                  <a:ext cx="55329" cy="384617"/>
                </a:xfrm>
                <a:custGeom>
                  <a:avLst/>
                  <a:gdLst>
                    <a:gd name="T0" fmla="*/ 0 w 60"/>
                    <a:gd name="T1" fmla="*/ 416 h 416"/>
                    <a:gd name="T2" fmla="*/ 0 w 60"/>
                    <a:gd name="T3" fmla="*/ 0 h 416"/>
                  </a:gdLst>
                  <a:ahLst/>
                  <a:cxnLst>
                    <a:cxn ang="0">
                      <a:pos x="T0" y="T1"/>
                    </a:cxn>
                    <a:cxn ang="0">
                      <a:pos x="T2" y="T3"/>
                    </a:cxn>
                  </a:cxnLst>
                  <a:rect l="0" t="0" r="r" b="b"/>
                  <a:pathLst>
                    <a:path w="60" h="416">
                      <a:moveTo>
                        <a:pt x="0" y="416"/>
                      </a:moveTo>
                      <a:cubicBezTo>
                        <a:pt x="60" y="277"/>
                        <a:pt x="30" y="66"/>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74" name="Freeform 49"/>
                <p:cNvSpPr>
                  <a:spLocks/>
                </p:cNvSpPr>
                <p:nvPr/>
              </p:nvSpPr>
              <p:spPr bwMode="auto">
                <a:xfrm rot="10800000">
                  <a:off x="238841" y="3627028"/>
                  <a:ext cx="35042" cy="61021"/>
                </a:xfrm>
                <a:custGeom>
                  <a:avLst/>
                  <a:gdLst>
                    <a:gd name="T0" fmla="*/ 0 w 38"/>
                    <a:gd name="T1" fmla="*/ 66 h 66"/>
                    <a:gd name="T2" fmla="*/ 38 w 38"/>
                    <a:gd name="T3" fmla="*/ 0 h 66"/>
                  </a:gdLst>
                  <a:ahLst/>
                  <a:cxnLst>
                    <a:cxn ang="0">
                      <a:pos x="T0" y="T1"/>
                    </a:cxn>
                    <a:cxn ang="0">
                      <a:pos x="T2" y="T3"/>
                    </a:cxn>
                  </a:cxnLst>
                  <a:rect l="0" t="0" r="r" b="b"/>
                  <a:pathLst>
                    <a:path w="38" h="66">
                      <a:moveTo>
                        <a:pt x="0" y="66"/>
                      </a:moveTo>
                      <a:cubicBezTo>
                        <a:pt x="0" y="66"/>
                        <a:pt x="38" y="26"/>
                        <a:pt x="38"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75" name="Freeform 50"/>
                <p:cNvSpPr>
                  <a:spLocks/>
                </p:cNvSpPr>
                <p:nvPr/>
              </p:nvSpPr>
              <p:spPr bwMode="auto">
                <a:xfrm rot="10800000">
                  <a:off x="238841" y="3982059"/>
                  <a:ext cx="35042" cy="61021"/>
                </a:xfrm>
                <a:custGeom>
                  <a:avLst/>
                  <a:gdLst>
                    <a:gd name="T0" fmla="*/ 0 w 38"/>
                    <a:gd name="T1" fmla="*/ 0 h 66"/>
                    <a:gd name="T2" fmla="*/ 38 w 38"/>
                    <a:gd name="T3" fmla="*/ 66 h 66"/>
                  </a:gdLst>
                  <a:ahLst/>
                  <a:cxnLst>
                    <a:cxn ang="0">
                      <a:pos x="T0" y="T1"/>
                    </a:cxn>
                    <a:cxn ang="0">
                      <a:pos x="T2" y="T3"/>
                    </a:cxn>
                  </a:cxnLst>
                  <a:rect l="0" t="0" r="r" b="b"/>
                  <a:pathLst>
                    <a:path w="38" h="66">
                      <a:moveTo>
                        <a:pt x="0" y="0"/>
                      </a:moveTo>
                      <a:cubicBezTo>
                        <a:pt x="0" y="0"/>
                        <a:pt x="38" y="40"/>
                        <a:pt x="38" y="6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76" name="Freeform 51"/>
                <p:cNvSpPr>
                  <a:spLocks/>
                </p:cNvSpPr>
                <p:nvPr/>
              </p:nvSpPr>
              <p:spPr bwMode="auto">
                <a:xfrm rot="10800000">
                  <a:off x="155847" y="3700992"/>
                  <a:ext cx="55329" cy="268122"/>
                </a:xfrm>
                <a:custGeom>
                  <a:avLst/>
                  <a:gdLst>
                    <a:gd name="T0" fmla="*/ 0 w 60"/>
                    <a:gd name="T1" fmla="*/ 290 h 290"/>
                    <a:gd name="T2" fmla="*/ 0 w 60"/>
                    <a:gd name="T3" fmla="*/ 0 h 290"/>
                  </a:gdLst>
                  <a:ahLst/>
                  <a:cxnLst>
                    <a:cxn ang="0">
                      <a:pos x="T0" y="T1"/>
                    </a:cxn>
                    <a:cxn ang="0">
                      <a:pos x="T2" y="T3"/>
                    </a:cxn>
                  </a:cxnLst>
                  <a:rect l="0" t="0" r="r" b="b"/>
                  <a:pathLst>
                    <a:path w="60" h="290">
                      <a:moveTo>
                        <a:pt x="0" y="290"/>
                      </a:moveTo>
                      <a:cubicBezTo>
                        <a:pt x="37" y="290"/>
                        <a:pt x="60" y="26"/>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77" name="Freeform 52"/>
                <p:cNvSpPr>
                  <a:spLocks/>
                </p:cNvSpPr>
                <p:nvPr/>
              </p:nvSpPr>
              <p:spPr bwMode="auto">
                <a:xfrm rot="10800000">
                  <a:off x="211176" y="3676029"/>
                  <a:ext cx="130946" cy="24963"/>
                </a:xfrm>
                <a:custGeom>
                  <a:avLst/>
                  <a:gdLst>
                    <a:gd name="T0" fmla="*/ 0 w 142"/>
                    <a:gd name="T1" fmla="*/ 27 h 27"/>
                    <a:gd name="T2" fmla="*/ 142 w 142"/>
                    <a:gd name="T3" fmla="*/ 0 h 27"/>
                  </a:gdLst>
                  <a:ahLst/>
                  <a:cxnLst>
                    <a:cxn ang="0">
                      <a:pos x="T0" y="T1"/>
                    </a:cxn>
                    <a:cxn ang="0">
                      <a:pos x="T2" y="T3"/>
                    </a:cxn>
                  </a:cxnLst>
                  <a:rect l="0" t="0" r="r" b="b"/>
                  <a:pathLst>
                    <a:path w="142" h="27">
                      <a:moveTo>
                        <a:pt x="0" y="27"/>
                      </a:moveTo>
                      <a:cubicBezTo>
                        <a:pt x="0" y="27"/>
                        <a:pt x="142" y="27"/>
                        <a:pt x="142"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78" name="Freeform 53"/>
                <p:cNvSpPr>
                  <a:spLocks/>
                </p:cNvSpPr>
                <p:nvPr/>
              </p:nvSpPr>
              <p:spPr bwMode="auto">
                <a:xfrm rot="10800000">
                  <a:off x="211176" y="3969115"/>
                  <a:ext cx="130946" cy="24963"/>
                </a:xfrm>
                <a:custGeom>
                  <a:avLst/>
                  <a:gdLst>
                    <a:gd name="T0" fmla="*/ 0 w 142"/>
                    <a:gd name="T1" fmla="*/ 0 h 27"/>
                    <a:gd name="T2" fmla="*/ 142 w 142"/>
                    <a:gd name="T3" fmla="*/ 27 h 27"/>
                  </a:gdLst>
                  <a:ahLst/>
                  <a:cxnLst>
                    <a:cxn ang="0">
                      <a:pos x="T0" y="T1"/>
                    </a:cxn>
                    <a:cxn ang="0">
                      <a:pos x="T2" y="T3"/>
                    </a:cxn>
                  </a:cxnLst>
                  <a:rect l="0" t="0" r="r" b="b"/>
                  <a:pathLst>
                    <a:path w="142" h="27">
                      <a:moveTo>
                        <a:pt x="0" y="0"/>
                      </a:moveTo>
                      <a:cubicBezTo>
                        <a:pt x="0" y="0"/>
                        <a:pt x="142" y="0"/>
                        <a:pt x="142" y="2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79" name="Freeform 57"/>
                <p:cNvSpPr>
                  <a:spLocks/>
                </p:cNvSpPr>
                <p:nvPr/>
              </p:nvSpPr>
              <p:spPr bwMode="auto">
                <a:xfrm rot="10800000">
                  <a:off x="180677" y="3825415"/>
                  <a:ext cx="13832" cy="24039"/>
                </a:xfrm>
                <a:custGeom>
                  <a:avLst/>
                  <a:gdLst>
                    <a:gd name="T0" fmla="*/ 7 w 15"/>
                    <a:gd name="T1" fmla="*/ 26 h 26"/>
                    <a:gd name="T2" fmla="*/ 0 w 15"/>
                    <a:gd name="T3" fmla="*/ 13 h 26"/>
                    <a:gd name="T4" fmla="*/ 7 w 15"/>
                    <a:gd name="T5" fmla="*/ 0 h 26"/>
                    <a:gd name="T6" fmla="*/ 15 w 15"/>
                    <a:gd name="T7" fmla="*/ 13 h 26"/>
                    <a:gd name="T8" fmla="*/ 7 w 15"/>
                    <a:gd name="T9" fmla="*/ 26 h 26"/>
                  </a:gdLst>
                  <a:ahLst/>
                  <a:cxnLst>
                    <a:cxn ang="0">
                      <a:pos x="T0" y="T1"/>
                    </a:cxn>
                    <a:cxn ang="0">
                      <a:pos x="T2" y="T3"/>
                    </a:cxn>
                    <a:cxn ang="0">
                      <a:pos x="T4" y="T5"/>
                    </a:cxn>
                    <a:cxn ang="0">
                      <a:pos x="T6" y="T7"/>
                    </a:cxn>
                    <a:cxn ang="0">
                      <a:pos x="T8" y="T9"/>
                    </a:cxn>
                  </a:cxnLst>
                  <a:rect l="0" t="0" r="r" b="b"/>
                  <a:pathLst>
                    <a:path w="15" h="26">
                      <a:moveTo>
                        <a:pt x="7" y="26"/>
                      </a:moveTo>
                      <a:cubicBezTo>
                        <a:pt x="0" y="26"/>
                        <a:pt x="0" y="20"/>
                        <a:pt x="0" y="13"/>
                      </a:cubicBezTo>
                      <a:cubicBezTo>
                        <a:pt x="0" y="6"/>
                        <a:pt x="0" y="0"/>
                        <a:pt x="7" y="0"/>
                      </a:cubicBezTo>
                      <a:cubicBezTo>
                        <a:pt x="7" y="0"/>
                        <a:pt x="15" y="6"/>
                        <a:pt x="15" y="13"/>
                      </a:cubicBezTo>
                      <a:cubicBezTo>
                        <a:pt x="15" y="20"/>
                        <a:pt x="7" y="26"/>
                        <a:pt x="7" y="2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80" name="Freeform 58"/>
                <p:cNvSpPr>
                  <a:spLocks/>
                </p:cNvSpPr>
                <p:nvPr/>
              </p:nvSpPr>
              <p:spPr bwMode="auto">
                <a:xfrm rot="10800000">
                  <a:off x="535775" y="3688048"/>
                  <a:ext cx="13832" cy="294010"/>
                </a:xfrm>
                <a:custGeom>
                  <a:avLst/>
                  <a:gdLst>
                    <a:gd name="T0" fmla="*/ 0 w 15"/>
                    <a:gd name="T1" fmla="*/ 318 h 318"/>
                    <a:gd name="T2" fmla="*/ 0 w 15"/>
                    <a:gd name="T3" fmla="*/ 0 h 318"/>
                  </a:gdLst>
                  <a:ahLst/>
                  <a:cxnLst>
                    <a:cxn ang="0">
                      <a:pos x="T0" y="T1"/>
                    </a:cxn>
                    <a:cxn ang="0">
                      <a:pos x="T2" y="T3"/>
                    </a:cxn>
                  </a:cxnLst>
                  <a:rect l="0" t="0" r="r" b="b"/>
                  <a:pathLst>
                    <a:path w="15" h="318">
                      <a:moveTo>
                        <a:pt x="0" y="318"/>
                      </a:moveTo>
                      <a:cubicBezTo>
                        <a:pt x="15" y="271"/>
                        <a:pt x="15" y="4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81" name="Freeform 59"/>
                <p:cNvSpPr>
                  <a:spLocks/>
                </p:cNvSpPr>
                <p:nvPr/>
              </p:nvSpPr>
              <p:spPr bwMode="auto">
                <a:xfrm rot="10800000">
                  <a:off x="452781" y="3590970"/>
                  <a:ext cx="588335" cy="110023"/>
                </a:xfrm>
                <a:custGeom>
                  <a:avLst/>
                  <a:gdLst>
                    <a:gd name="T0" fmla="*/ 638 w 638"/>
                    <a:gd name="T1" fmla="*/ 80 h 119"/>
                    <a:gd name="T2" fmla="*/ 0 w 638"/>
                    <a:gd name="T3" fmla="*/ 119 h 119"/>
                  </a:gdLst>
                  <a:ahLst/>
                  <a:cxnLst>
                    <a:cxn ang="0">
                      <a:pos x="T0" y="T1"/>
                    </a:cxn>
                    <a:cxn ang="0">
                      <a:pos x="T2" y="T3"/>
                    </a:cxn>
                  </a:cxnLst>
                  <a:rect l="0" t="0" r="r" b="b"/>
                  <a:pathLst>
                    <a:path w="638" h="119">
                      <a:moveTo>
                        <a:pt x="638" y="80"/>
                      </a:moveTo>
                      <a:cubicBezTo>
                        <a:pt x="518" y="14"/>
                        <a:pt x="0" y="0"/>
                        <a:pt x="0" y="11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82" name="Freeform 60"/>
                <p:cNvSpPr>
                  <a:spLocks/>
                </p:cNvSpPr>
                <p:nvPr/>
              </p:nvSpPr>
              <p:spPr bwMode="auto">
                <a:xfrm rot="10800000">
                  <a:off x="446326" y="3966734"/>
                  <a:ext cx="594791" cy="110023"/>
                </a:xfrm>
                <a:custGeom>
                  <a:avLst/>
                  <a:gdLst>
                    <a:gd name="T0" fmla="*/ 645 w 645"/>
                    <a:gd name="T1" fmla="*/ 39 h 119"/>
                    <a:gd name="T2" fmla="*/ 0 w 645"/>
                    <a:gd name="T3" fmla="*/ 0 h 119"/>
                  </a:gdLst>
                  <a:ahLst/>
                  <a:cxnLst>
                    <a:cxn ang="0">
                      <a:pos x="T0" y="T1"/>
                    </a:cxn>
                    <a:cxn ang="0">
                      <a:pos x="T2" y="T3"/>
                    </a:cxn>
                  </a:cxnLst>
                  <a:rect l="0" t="0" r="r" b="b"/>
                  <a:pathLst>
                    <a:path w="645" h="119">
                      <a:moveTo>
                        <a:pt x="645" y="39"/>
                      </a:moveTo>
                      <a:cubicBezTo>
                        <a:pt x="525" y="105"/>
                        <a:pt x="0" y="119"/>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83" name="Freeform 61"/>
                <p:cNvSpPr>
                  <a:spLocks/>
                </p:cNvSpPr>
                <p:nvPr/>
              </p:nvSpPr>
              <p:spPr bwMode="auto">
                <a:xfrm rot="10800000">
                  <a:off x="452781" y="3615008"/>
                  <a:ext cx="580958" cy="12019"/>
                </a:xfrm>
                <a:custGeom>
                  <a:avLst/>
                  <a:gdLst>
                    <a:gd name="T0" fmla="*/ 630 w 630"/>
                    <a:gd name="T1" fmla="*/ 0 h 13"/>
                    <a:gd name="T2" fmla="*/ 0 w 630"/>
                    <a:gd name="T3" fmla="*/ 13 h 13"/>
                  </a:gdLst>
                  <a:ahLst/>
                  <a:cxnLst>
                    <a:cxn ang="0">
                      <a:pos x="T0" y="T1"/>
                    </a:cxn>
                    <a:cxn ang="0">
                      <a:pos x="T2" y="T3"/>
                    </a:cxn>
                  </a:cxnLst>
                  <a:rect l="0" t="0" r="r" b="b"/>
                  <a:pathLst>
                    <a:path w="630" h="13">
                      <a:moveTo>
                        <a:pt x="630" y="0"/>
                      </a:moveTo>
                      <a:cubicBezTo>
                        <a:pt x="510" y="13"/>
                        <a:pt x="270" y="13"/>
                        <a:pt x="0" y="1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84" name="Freeform 62"/>
                <p:cNvSpPr>
                  <a:spLocks/>
                </p:cNvSpPr>
                <p:nvPr/>
              </p:nvSpPr>
              <p:spPr bwMode="auto">
                <a:xfrm rot="10800000">
                  <a:off x="446326" y="4043079"/>
                  <a:ext cx="580958" cy="12019"/>
                </a:xfrm>
                <a:custGeom>
                  <a:avLst/>
                  <a:gdLst>
                    <a:gd name="T0" fmla="*/ 630 w 630"/>
                    <a:gd name="T1" fmla="*/ 13 h 13"/>
                    <a:gd name="T2" fmla="*/ 0 w 630"/>
                    <a:gd name="T3" fmla="*/ 0 h 13"/>
                  </a:gdLst>
                  <a:ahLst/>
                  <a:cxnLst>
                    <a:cxn ang="0">
                      <a:pos x="T0" y="T1"/>
                    </a:cxn>
                    <a:cxn ang="0">
                      <a:pos x="T2" y="T3"/>
                    </a:cxn>
                  </a:cxnLst>
                  <a:rect l="0" t="0" r="r" b="b"/>
                  <a:pathLst>
                    <a:path w="630" h="13">
                      <a:moveTo>
                        <a:pt x="630" y="13"/>
                      </a:moveTo>
                      <a:cubicBezTo>
                        <a:pt x="510" y="0"/>
                        <a:pt x="270" y="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85" name="Freeform 63"/>
                <p:cNvSpPr>
                  <a:spLocks/>
                </p:cNvSpPr>
                <p:nvPr/>
              </p:nvSpPr>
              <p:spPr bwMode="auto">
                <a:xfrm rot="10800000">
                  <a:off x="480446" y="3627028"/>
                  <a:ext cx="525629" cy="61021"/>
                </a:xfrm>
                <a:custGeom>
                  <a:avLst/>
                  <a:gdLst>
                    <a:gd name="T0" fmla="*/ 570 w 570"/>
                    <a:gd name="T1" fmla="*/ 66 h 66"/>
                    <a:gd name="T2" fmla="*/ 0 w 570"/>
                    <a:gd name="T3" fmla="*/ 66 h 66"/>
                  </a:gdLst>
                  <a:ahLst/>
                  <a:cxnLst>
                    <a:cxn ang="0">
                      <a:pos x="T0" y="T1"/>
                    </a:cxn>
                    <a:cxn ang="0">
                      <a:pos x="T2" y="T3"/>
                    </a:cxn>
                  </a:cxnLst>
                  <a:rect l="0" t="0" r="r" b="b"/>
                  <a:pathLst>
                    <a:path w="570" h="66">
                      <a:moveTo>
                        <a:pt x="570" y="66"/>
                      </a:moveTo>
                      <a:cubicBezTo>
                        <a:pt x="420" y="0"/>
                        <a:pt x="37" y="26"/>
                        <a:pt x="0" y="6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86" name="Freeform 64"/>
                <p:cNvSpPr>
                  <a:spLocks/>
                </p:cNvSpPr>
                <p:nvPr/>
              </p:nvSpPr>
              <p:spPr bwMode="auto">
                <a:xfrm rot="10800000">
                  <a:off x="480446" y="3627028"/>
                  <a:ext cx="525629" cy="0"/>
                </a:xfrm>
                <a:custGeom>
                  <a:avLst/>
                  <a:gdLst>
                    <a:gd name="T0" fmla="*/ 570 w 570"/>
                    <a:gd name="T1" fmla="*/ 0 w 570"/>
                  </a:gdLst>
                  <a:ahLst/>
                  <a:cxnLst>
                    <a:cxn ang="0">
                      <a:pos x="T0" y="0"/>
                    </a:cxn>
                    <a:cxn ang="0">
                      <a:pos x="T1" y="0"/>
                    </a:cxn>
                  </a:cxnLst>
                  <a:rect l="0" t="0" r="r" b="b"/>
                  <a:pathLst>
                    <a:path w="570">
                      <a:moveTo>
                        <a:pt x="570" y="0"/>
                      </a:moveTo>
                      <a:cubicBezTo>
                        <a:pt x="360" y="0"/>
                        <a:pt x="90" y="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87" name="Freeform 65"/>
                <p:cNvSpPr>
                  <a:spLocks/>
                </p:cNvSpPr>
                <p:nvPr/>
              </p:nvSpPr>
              <p:spPr bwMode="auto">
                <a:xfrm rot="10800000">
                  <a:off x="770925" y="3615008"/>
                  <a:ext cx="21210" cy="49002"/>
                </a:xfrm>
                <a:custGeom>
                  <a:avLst/>
                  <a:gdLst>
                    <a:gd name="T0" fmla="*/ 23 w 23"/>
                    <a:gd name="T1" fmla="*/ 0 h 53"/>
                    <a:gd name="T2" fmla="*/ 0 w 23"/>
                    <a:gd name="T3" fmla="*/ 53 h 53"/>
                  </a:gdLst>
                  <a:ahLst/>
                  <a:cxnLst>
                    <a:cxn ang="0">
                      <a:pos x="T0" y="T1"/>
                    </a:cxn>
                    <a:cxn ang="0">
                      <a:pos x="T2" y="T3"/>
                    </a:cxn>
                  </a:cxnLst>
                  <a:rect l="0" t="0" r="r" b="b"/>
                  <a:pathLst>
                    <a:path w="23" h="53">
                      <a:moveTo>
                        <a:pt x="23" y="0"/>
                      </a:moveTo>
                      <a:cubicBezTo>
                        <a:pt x="15" y="13"/>
                        <a:pt x="0" y="40"/>
                        <a:pt x="0" y="5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88" name="Freeform 66"/>
                <p:cNvSpPr>
                  <a:spLocks/>
                </p:cNvSpPr>
                <p:nvPr/>
              </p:nvSpPr>
              <p:spPr bwMode="auto">
                <a:xfrm rot="10800000">
                  <a:off x="736805" y="3615008"/>
                  <a:ext cx="13832" cy="49002"/>
                </a:xfrm>
                <a:custGeom>
                  <a:avLst/>
                  <a:gdLst>
                    <a:gd name="T0" fmla="*/ 15 w 15"/>
                    <a:gd name="T1" fmla="*/ 0 h 53"/>
                    <a:gd name="T2" fmla="*/ 0 w 15"/>
                    <a:gd name="T3" fmla="*/ 53 h 53"/>
                  </a:gdLst>
                  <a:ahLst/>
                  <a:cxnLst>
                    <a:cxn ang="0">
                      <a:pos x="T0" y="T1"/>
                    </a:cxn>
                    <a:cxn ang="0">
                      <a:pos x="T2" y="T3"/>
                    </a:cxn>
                  </a:cxnLst>
                  <a:rect l="0" t="0" r="r" b="b"/>
                  <a:pathLst>
                    <a:path w="15" h="53">
                      <a:moveTo>
                        <a:pt x="15" y="0"/>
                      </a:moveTo>
                      <a:cubicBezTo>
                        <a:pt x="15" y="13"/>
                        <a:pt x="8" y="40"/>
                        <a:pt x="0" y="5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89" name="Freeform 67"/>
                <p:cNvSpPr>
                  <a:spLocks/>
                </p:cNvSpPr>
                <p:nvPr/>
              </p:nvSpPr>
              <p:spPr bwMode="auto">
                <a:xfrm rot="10800000">
                  <a:off x="757092" y="3590970"/>
                  <a:ext cx="27665" cy="73040"/>
                </a:xfrm>
                <a:custGeom>
                  <a:avLst/>
                  <a:gdLst>
                    <a:gd name="T0" fmla="*/ 30 w 30"/>
                    <a:gd name="T1" fmla="*/ 0 h 79"/>
                    <a:gd name="T2" fmla="*/ 0 w 30"/>
                    <a:gd name="T3" fmla="*/ 79 h 79"/>
                  </a:gdLst>
                  <a:ahLst/>
                  <a:cxnLst>
                    <a:cxn ang="0">
                      <a:pos x="T0" y="T1"/>
                    </a:cxn>
                    <a:cxn ang="0">
                      <a:pos x="T2" y="T3"/>
                    </a:cxn>
                  </a:cxnLst>
                  <a:rect l="0" t="0" r="r" b="b"/>
                  <a:pathLst>
                    <a:path w="30" h="79">
                      <a:moveTo>
                        <a:pt x="30" y="0"/>
                      </a:moveTo>
                      <a:cubicBezTo>
                        <a:pt x="22" y="26"/>
                        <a:pt x="7" y="66"/>
                        <a:pt x="0" y="7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90" name="Freeform 92"/>
                <p:cNvSpPr>
                  <a:spLocks/>
                </p:cNvSpPr>
                <p:nvPr/>
              </p:nvSpPr>
              <p:spPr bwMode="auto">
                <a:xfrm rot="10800000">
                  <a:off x="487823" y="3979678"/>
                  <a:ext cx="525629" cy="61021"/>
                </a:xfrm>
                <a:custGeom>
                  <a:avLst/>
                  <a:gdLst>
                    <a:gd name="T0" fmla="*/ 570 w 570"/>
                    <a:gd name="T1" fmla="*/ 0 h 66"/>
                    <a:gd name="T2" fmla="*/ 0 w 570"/>
                    <a:gd name="T3" fmla="*/ 0 h 66"/>
                  </a:gdLst>
                  <a:ahLst/>
                  <a:cxnLst>
                    <a:cxn ang="0">
                      <a:pos x="T0" y="T1"/>
                    </a:cxn>
                    <a:cxn ang="0">
                      <a:pos x="T2" y="T3"/>
                    </a:cxn>
                  </a:cxnLst>
                  <a:rect l="0" t="0" r="r" b="b"/>
                  <a:pathLst>
                    <a:path w="570" h="66">
                      <a:moveTo>
                        <a:pt x="570" y="0"/>
                      </a:moveTo>
                      <a:cubicBezTo>
                        <a:pt x="420" y="66"/>
                        <a:pt x="38" y="3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91" name="Freeform 93"/>
                <p:cNvSpPr>
                  <a:spLocks/>
                </p:cNvSpPr>
                <p:nvPr/>
              </p:nvSpPr>
              <p:spPr bwMode="auto">
                <a:xfrm rot="10800000">
                  <a:off x="487823" y="4043079"/>
                  <a:ext cx="525629" cy="0"/>
                </a:xfrm>
                <a:custGeom>
                  <a:avLst/>
                  <a:gdLst>
                    <a:gd name="T0" fmla="*/ 570 w 570"/>
                    <a:gd name="T1" fmla="*/ 0 w 570"/>
                  </a:gdLst>
                  <a:ahLst/>
                  <a:cxnLst>
                    <a:cxn ang="0">
                      <a:pos x="T0" y="0"/>
                    </a:cxn>
                    <a:cxn ang="0">
                      <a:pos x="T1" y="0"/>
                    </a:cxn>
                  </a:cxnLst>
                  <a:rect l="0" t="0" r="r" b="b"/>
                  <a:pathLst>
                    <a:path w="570">
                      <a:moveTo>
                        <a:pt x="570" y="0"/>
                      </a:moveTo>
                      <a:cubicBezTo>
                        <a:pt x="360" y="0"/>
                        <a:pt x="90" y="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92" name="Freeform 94"/>
                <p:cNvSpPr>
                  <a:spLocks/>
                </p:cNvSpPr>
                <p:nvPr/>
              </p:nvSpPr>
              <p:spPr bwMode="auto">
                <a:xfrm rot="10800000">
                  <a:off x="778302" y="4006097"/>
                  <a:ext cx="20287" cy="49002"/>
                </a:xfrm>
                <a:custGeom>
                  <a:avLst/>
                  <a:gdLst>
                    <a:gd name="T0" fmla="*/ 22 w 22"/>
                    <a:gd name="T1" fmla="*/ 53 h 53"/>
                    <a:gd name="T2" fmla="*/ 0 w 22"/>
                    <a:gd name="T3" fmla="*/ 0 h 53"/>
                  </a:gdLst>
                  <a:ahLst/>
                  <a:cxnLst>
                    <a:cxn ang="0">
                      <a:pos x="T0" y="T1"/>
                    </a:cxn>
                    <a:cxn ang="0">
                      <a:pos x="T2" y="T3"/>
                    </a:cxn>
                  </a:cxnLst>
                  <a:rect l="0" t="0" r="r" b="b"/>
                  <a:pathLst>
                    <a:path w="22" h="53">
                      <a:moveTo>
                        <a:pt x="22" y="53"/>
                      </a:moveTo>
                      <a:cubicBezTo>
                        <a:pt x="15" y="33"/>
                        <a:pt x="0" y="1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93" name="Freeform 95"/>
                <p:cNvSpPr>
                  <a:spLocks/>
                </p:cNvSpPr>
                <p:nvPr/>
              </p:nvSpPr>
              <p:spPr bwMode="auto">
                <a:xfrm rot="10800000">
                  <a:off x="743260" y="4006097"/>
                  <a:ext cx="13832" cy="49002"/>
                </a:xfrm>
                <a:custGeom>
                  <a:avLst/>
                  <a:gdLst>
                    <a:gd name="T0" fmla="*/ 15 w 15"/>
                    <a:gd name="T1" fmla="*/ 53 h 53"/>
                    <a:gd name="T2" fmla="*/ 0 w 15"/>
                    <a:gd name="T3" fmla="*/ 0 h 53"/>
                  </a:gdLst>
                  <a:ahLst/>
                  <a:cxnLst>
                    <a:cxn ang="0">
                      <a:pos x="T0" y="T1"/>
                    </a:cxn>
                    <a:cxn ang="0">
                      <a:pos x="T2" y="T3"/>
                    </a:cxn>
                  </a:cxnLst>
                  <a:rect l="0" t="0" r="r" b="b"/>
                  <a:pathLst>
                    <a:path w="15" h="53">
                      <a:moveTo>
                        <a:pt x="15" y="53"/>
                      </a:moveTo>
                      <a:cubicBezTo>
                        <a:pt x="15" y="33"/>
                        <a:pt x="7" y="1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94" name="Freeform 96"/>
                <p:cNvSpPr>
                  <a:spLocks/>
                </p:cNvSpPr>
                <p:nvPr/>
              </p:nvSpPr>
              <p:spPr bwMode="auto">
                <a:xfrm rot="10800000">
                  <a:off x="762089" y="4006466"/>
                  <a:ext cx="27665" cy="72000"/>
                </a:xfrm>
                <a:custGeom>
                  <a:avLst/>
                  <a:gdLst>
                    <a:gd name="T0" fmla="*/ 30 w 30"/>
                    <a:gd name="T1" fmla="*/ 86 h 86"/>
                    <a:gd name="T2" fmla="*/ 0 w 30"/>
                    <a:gd name="T3" fmla="*/ 0 h 86"/>
                  </a:gdLst>
                  <a:ahLst/>
                  <a:cxnLst>
                    <a:cxn ang="0">
                      <a:pos x="T0" y="T1"/>
                    </a:cxn>
                    <a:cxn ang="0">
                      <a:pos x="T2" y="T3"/>
                    </a:cxn>
                  </a:cxnLst>
                  <a:rect l="0" t="0" r="r" b="b"/>
                  <a:pathLst>
                    <a:path w="30" h="86">
                      <a:moveTo>
                        <a:pt x="30" y="86"/>
                      </a:moveTo>
                      <a:cubicBezTo>
                        <a:pt x="23" y="60"/>
                        <a:pt x="8" y="1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95" name="Freeform 121"/>
                <p:cNvSpPr>
                  <a:spLocks/>
                </p:cNvSpPr>
                <p:nvPr/>
              </p:nvSpPr>
              <p:spPr bwMode="auto">
                <a:xfrm rot="10800000">
                  <a:off x="840086" y="3639971"/>
                  <a:ext cx="193653" cy="36058"/>
                </a:xfrm>
                <a:custGeom>
                  <a:avLst/>
                  <a:gdLst>
                    <a:gd name="T0" fmla="*/ 0 w 210"/>
                    <a:gd name="T1" fmla="*/ 39 h 39"/>
                    <a:gd name="T2" fmla="*/ 210 w 210"/>
                    <a:gd name="T3" fmla="*/ 0 h 39"/>
                  </a:gdLst>
                  <a:ahLst/>
                  <a:cxnLst>
                    <a:cxn ang="0">
                      <a:pos x="T0" y="T1"/>
                    </a:cxn>
                    <a:cxn ang="0">
                      <a:pos x="T2" y="T3"/>
                    </a:cxn>
                  </a:cxnLst>
                  <a:rect l="0" t="0" r="r" b="b"/>
                  <a:pathLst>
                    <a:path w="210" h="39">
                      <a:moveTo>
                        <a:pt x="0" y="39"/>
                      </a:moveTo>
                      <a:cubicBezTo>
                        <a:pt x="60" y="26"/>
                        <a:pt x="150" y="0"/>
                        <a:pt x="21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96" name="Freeform 122"/>
                <p:cNvSpPr>
                  <a:spLocks/>
                </p:cNvSpPr>
                <p:nvPr/>
              </p:nvSpPr>
              <p:spPr bwMode="auto">
                <a:xfrm rot="10800000">
                  <a:off x="840086" y="3994078"/>
                  <a:ext cx="193653" cy="36058"/>
                </a:xfrm>
                <a:custGeom>
                  <a:avLst/>
                  <a:gdLst>
                    <a:gd name="T0" fmla="*/ 0 w 210"/>
                    <a:gd name="T1" fmla="*/ 0 h 39"/>
                    <a:gd name="T2" fmla="*/ 210 w 210"/>
                    <a:gd name="T3" fmla="*/ 39 h 39"/>
                  </a:gdLst>
                  <a:ahLst/>
                  <a:cxnLst>
                    <a:cxn ang="0">
                      <a:pos x="T0" y="T1"/>
                    </a:cxn>
                    <a:cxn ang="0">
                      <a:pos x="T2" y="T3"/>
                    </a:cxn>
                  </a:cxnLst>
                  <a:rect l="0" t="0" r="r" b="b"/>
                  <a:pathLst>
                    <a:path w="210" h="39">
                      <a:moveTo>
                        <a:pt x="0" y="0"/>
                      </a:moveTo>
                      <a:cubicBezTo>
                        <a:pt x="60" y="13"/>
                        <a:pt x="150" y="39"/>
                        <a:pt x="210" y="3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97" name="Freeform 123"/>
                <p:cNvSpPr>
                  <a:spLocks/>
                </p:cNvSpPr>
                <p:nvPr/>
              </p:nvSpPr>
              <p:spPr bwMode="auto">
                <a:xfrm rot="10800000">
                  <a:off x="964577" y="3553987"/>
                  <a:ext cx="41497" cy="55474"/>
                </a:xfrm>
                <a:custGeom>
                  <a:avLst/>
                  <a:gdLst>
                    <a:gd name="T0" fmla="*/ 45 w 45"/>
                    <a:gd name="T1" fmla="*/ 53 h 60"/>
                    <a:gd name="T2" fmla="*/ 0 w 45"/>
                    <a:gd name="T3" fmla="*/ 0 h 60"/>
                  </a:gdLst>
                  <a:ahLst/>
                  <a:cxnLst>
                    <a:cxn ang="0">
                      <a:pos x="T0" y="T1"/>
                    </a:cxn>
                    <a:cxn ang="0">
                      <a:pos x="T2" y="T3"/>
                    </a:cxn>
                  </a:cxnLst>
                  <a:rect l="0" t="0" r="r" b="b"/>
                  <a:pathLst>
                    <a:path w="45" h="60">
                      <a:moveTo>
                        <a:pt x="45" y="53"/>
                      </a:moveTo>
                      <a:cubicBezTo>
                        <a:pt x="30" y="60"/>
                        <a:pt x="7" y="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98" name="Freeform 124"/>
                <p:cNvSpPr>
                  <a:spLocks/>
                </p:cNvSpPr>
                <p:nvPr/>
              </p:nvSpPr>
              <p:spPr bwMode="auto">
                <a:xfrm rot="10800000">
                  <a:off x="964577" y="3560459"/>
                  <a:ext cx="41497" cy="73040"/>
                </a:xfrm>
                <a:custGeom>
                  <a:avLst/>
                  <a:gdLst>
                    <a:gd name="T0" fmla="*/ 0 w 45"/>
                    <a:gd name="T1" fmla="*/ 26 h 79"/>
                    <a:gd name="T2" fmla="*/ 45 w 45"/>
                    <a:gd name="T3" fmla="*/ 79 h 79"/>
                  </a:gdLst>
                  <a:ahLst/>
                  <a:cxnLst>
                    <a:cxn ang="0">
                      <a:pos x="T0" y="T1"/>
                    </a:cxn>
                    <a:cxn ang="0">
                      <a:pos x="T2" y="T3"/>
                    </a:cxn>
                  </a:cxnLst>
                  <a:rect l="0" t="0" r="r" b="b"/>
                  <a:pathLst>
                    <a:path w="45" h="79">
                      <a:moveTo>
                        <a:pt x="0" y="26"/>
                      </a:moveTo>
                      <a:cubicBezTo>
                        <a:pt x="30" y="0"/>
                        <a:pt x="45" y="73"/>
                        <a:pt x="45" y="7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99" name="Freeform 125"/>
                <p:cNvSpPr>
                  <a:spLocks/>
                </p:cNvSpPr>
                <p:nvPr/>
              </p:nvSpPr>
              <p:spPr bwMode="auto">
                <a:xfrm rot="10800000">
                  <a:off x="950745" y="3560459"/>
                  <a:ext cx="41497" cy="73040"/>
                </a:xfrm>
                <a:custGeom>
                  <a:avLst/>
                  <a:gdLst>
                    <a:gd name="T0" fmla="*/ 0 w 45"/>
                    <a:gd name="T1" fmla="*/ 13 h 79"/>
                    <a:gd name="T2" fmla="*/ 30 w 45"/>
                    <a:gd name="T3" fmla="*/ 79 h 79"/>
                  </a:gdLst>
                  <a:ahLst/>
                  <a:cxnLst>
                    <a:cxn ang="0">
                      <a:pos x="T0" y="T1"/>
                    </a:cxn>
                    <a:cxn ang="0">
                      <a:pos x="T2" y="T3"/>
                    </a:cxn>
                  </a:cxnLst>
                  <a:rect l="0" t="0" r="r" b="b"/>
                  <a:pathLst>
                    <a:path w="45" h="79">
                      <a:moveTo>
                        <a:pt x="0" y="13"/>
                      </a:moveTo>
                      <a:cubicBezTo>
                        <a:pt x="15" y="0"/>
                        <a:pt x="45" y="79"/>
                        <a:pt x="30" y="7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00" name="Freeform 126"/>
                <p:cNvSpPr>
                  <a:spLocks/>
                </p:cNvSpPr>
                <p:nvPr/>
              </p:nvSpPr>
              <p:spPr bwMode="auto">
                <a:xfrm rot="10800000">
                  <a:off x="964577" y="4055099"/>
                  <a:ext cx="41497" cy="61021"/>
                </a:xfrm>
                <a:custGeom>
                  <a:avLst/>
                  <a:gdLst>
                    <a:gd name="T0" fmla="*/ 45 w 45"/>
                    <a:gd name="T1" fmla="*/ 13 h 66"/>
                    <a:gd name="T2" fmla="*/ 0 w 45"/>
                    <a:gd name="T3" fmla="*/ 66 h 66"/>
                  </a:gdLst>
                  <a:ahLst/>
                  <a:cxnLst>
                    <a:cxn ang="0">
                      <a:pos x="T0" y="T1"/>
                    </a:cxn>
                    <a:cxn ang="0">
                      <a:pos x="T2" y="T3"/>
                    </a:cxn>
                  </a:cxnLst>
                  <a:rect l="0" t="0" r="r" b="b"/>
                  <a:pathLst>
                    <a:path w="45" h="66">
                      <a:moveTo>
                        <a:pt x="45" y="13"/>
                      </a:moveTo>
                      <a:cubicBezTo>
                        <a:pt x="30" y="0"/>
                        <a:pt x="7" y="66"/>
                        <a:pt x="0" y="6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01" name="Freeform 127"/>
                <p:cNvSpPr>
                  <a:spLocks/>
                </p:cNvSpPr>
                <p:nvPr/>
              </p:nvSpPr>
              <p:spPr bwMode="auto">
                <a:xfrm rot="10800000">
                  <a:off x="964577" y="4030136"/>
                  <a:ext cx="41497" cy="73965"/>
                </a:xfrm>
                <a:custGeom>
                  <a:avLst/>
                  <a:gdLst>
                    <a:gd name="T0" fmla="*/ 0 w 45"/>
                    <a:gd name="T1" fmla="*/ 53 h 80"/>
                    <a:gd name="T2" fmla="*/ 45 w 45"/>
                    <a:gd name="T3" fmla="*/ 0 h 80"/>
                  </a:gdLst>
                  <a:ahLst/>
                  <a:cxnLst>
                    <a:cxn ang="0">
                      <a:pos x="T0" y="T1"/>
                    </a:cxn>
                    <a:cxn ang="0">
                      <a:pos x="T2" y="T3"/>
                    </a:cxn>
                  </a:cxnLst>
                  <a:rect l="0" t="0" r="r" b="b"/>
                  <a:pathLst>
                    <a:path w="45" h="80">
                      <a:moveTo>
                        <a:pt x="0" y="53"/>
                      </a:moveTo>
                      <a:cubicBezTo>
                        <a:pt x="30" y="80"/>
                        <a:pt x="45" y="0"/>
                        <a:pt x="4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02" name="Freeform 128"/>
                <p:cNvSpPr>
                  <a:spLocks/>
                </p:cNvSpPr>
                <p:nvPr/>
              </p:nvSpPr>
              <p:spPr bwMode="auto">
                <a:xfrm rot="10800000">
                  <a:off x="950745" y="4030136"/>
                  <a:ext cx="41497" cy="73965"/>
                </a:xfrm>
                <a:custGeom>
                  <a:avLst/>
                  <a:gdLst>
                    <a:gd name="T0" fmla="*/ 0 w 45"/>
                    <a:gd name="T1" fmla="*/ 60 h 80"/>
                    <a:gd name="T2" fmla="*/ 30 w 45"/>
                    <a:gd name="T3" fmla="*/ 0 h 80"/>
                  </a:gdLst>
                  <a:ahLst/>
                  <a:cxnLst>
                    <a:cxn ang="0">
                      <a:pos x="T0" y="T1"/>
                    </a:cxn>
                    <a:cxn ang="0">
                      <a:pos x="T2" y="T3"/>
                    </a:cxn>
                  </a:cxnLst>
                  <a:rect l="0" t="0" r="r" b="b"/>
                  <a:pathLst>
                    <a:path w="45" h="80">
                      <a:moveTo>
                        <a:pt x="0" y="60"/>
                      </a:moveTo>
                      <a:cubicBezTo>
                        <a:pt x="15" y="80"/>
                        <a:pt x="45" y="0"/>
                        <a:pt x="3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03" name="Rectangle 69"/>
                <p:cNvSpPr>
                  <a:spLocks noChangeArrowheads="1"/>
                </p:cNvSpPr>
                <p:nvPr/>
              </p:nvSpPr>
              <p:spPr bwMode="auto">
                <a:xfrm rot="10800000">
                  <a:off x="788249" y="4063770"/>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04" name="Rectangle 69"/>
                <p:cNvSpPr>
                  <a:spLocks noChangeArrowheads="1"/>
                </p:cNvSpPr>
                <p:nvPr/>
              </p:nvSpPr>
              <p:spPr bwMode="auto">
                <a:xfrm rot="10800000">
                  <a:off x="816174" y="4063770"/>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05" name="Rectangle 69"/>
                <p:cNvSpPr>
                  <a:spLocks noChangeArrowheads="1"/>
                </p:cNvSpPr>
                <p:nvPr/>
              </p:nvSpPr>
              <p:spPr bwMode="auto">
                <a:xfrm rot="10800000">
                  <a:off x="788265" y="3592348"/>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06" name="Rectangle 69"/>
                <p:cNvSpPr>
                  <a:spLocks noChangeArrowheads="1"/>
                </p:cNvSpPr>
                <p:nvPr/>
              </p:nvSpPr>
              <p:spPr bwMode="auto">
                <a:xfrm rot="10800000">
                  <a:off x="816190" y="3592348"/>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07" name="Rectangle 69"/>
                <p:cNvSpPr>
                  <a:spLocks noChangeArrowheads="1"/>
                </p:cNvSpPr>
                <p:nvPr/>
              </p:nvSpPr>
              <p:spPr bwMode="auto">
                <a:xfrm rot="10800000">
                  <a:off x="535879" y="4059024"/>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08" name="Rectangle 69"/>
                <p:cNvSpPr>
                  <a:spLocks noChangeArrowheads="1"/>
                </p:cNvSpPr>
                <p:nvPr/>
              </p:nvSpPr>
              <p:spPr bwMode="auto">
                <a:xfrm rot="10800000">
                  <a:off x="563804" y="4059024"/>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09" name="Rectangle 69"/>
                <p:cNvSpPr>
                  <a:spLocks noChangeArrowheads="1"/>
                </p:cNvSpPr>
                <p:nvPr/>
              </p:nvSpPr>
              <p:spPr bwMode="auto">
                <a:xfrm rot="10800000">
                  <a:off x="535895" y="3597126"/>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10" name="Rectangle 69"/>
                <p:cNvSpPr>
                  <a:spLocks noChangeArrowheads="1"/>
                </p:cNvSpPr>
                <p:nvPr/>
              </p:nvSpPr>
              <p:spPr bwMode="auto">
                <a:xfrm rot="10800000">
                  <a:off x="563820" y="3597126"/>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grpSp>
          <p:sp>
            <p:nvSpPr>
              <p:cNvPr id="256" name="流程图: 联系 403"/>
              <p:cNvSpPr/>
              <p:nvPr/>
            </p:nvSpPr>
            <p:spPr>
              <a:xfrm>
                <a:off x="1672738" y="2539773"/>
                <a:ext cx="55701"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57" name="流程图: 联系 403"/>
              <p:cNvSpPr/>
              <p:nvPr/>
            </p:nvSpPr>
            <p:spPr>
              <a:xfrm>
                <a:off x="1684659" y="2435005"/>
                <a:ext cx="55701"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58" name="流程图: 联系 403"/>
              <p:cNvSpPr/>
              <p:nvPr/>
            </p:nvSpPr>
            <p:spPr>
              <a:xfrm>
                <a:off x="1681174" y="2330576"/>
                <a:ext cx="55701"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59" name="流程图: 联系 403"/>
              <p:cNvSpPr/>
              <p:nvPr/>
            </p:nvSpPr>
            <p:spPr>
              <a:xfrm>
                <a:off x="1658503" y="2250705"/>
                <a:ext cx="55701"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60" name="矩形 259"/>
              <p:cNvSpPr/>
              <p:nvPr/>
            </p:nvSpPr>
            <p:spPr>
              <a:xfrm>
                <a:off x="604279" y="2145136"/>
                <a:ext cx="1141646" cy="524345"/>
              </a:xfrm>
              <a:prstGeom prst="rect">
                <a:avLst/>
              </a:prstGeom>
              <a:noFill/>
              <a:ln w="1905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grpSp>
            <p:nvGrpSpPr>
              <p:cNvPr id="261" name="组合 260"/>
              <p:cNvGrpSpPr/>
              <p:nvPr/>
            </p:nvGrpSpPr>
            <p:grpSpPr>
              <a:xfrm>
                <a:off x="613354" y="2731562"/>
                <a:ext cx="1128701" cy="470201"/>
                <a:chOff x="142014" y="3553987"/>
                <a:chExt cx="1320528" cy="562133"/>
              </a:xfrm>
            </p:grpSpPr>
            <p:sp>
              <p:nvSpPr>
                <p:cNvPr id="267" name="Freeform 5"/>
                <p:cNvSpPr>
                  <a:spLocks/>
                </p:cNvSpPr>
                <p:nvPr/>
              </p:nvSpPr>
              <p:spPr bwMode="auto">
                <a:xfrm rot="10800000">
                  <a:off x="1296554" y="3602989"/>
                  <a:ext cx="165988" cy="464129"/>
                </a:xfrm>
                <a:custGeom>
                  <a:avLst/>
                  <a:gdLst>
                    <a:gd name="T0" fmla="*/ 180 w 180"/>
                    <a:gd name="T1" fmla="*/ 502 h 502"/>
                    <a:gd name="T2" fmla="*/ 180 w 180"/>
                    <a:gd name="T3" fmla="*/ 0 h 502"/>
                  </a:gdLst>
                  <a:ahLst/>
                  <a:cxnLst>
                    <a:cxn ang="0">
                      <a:pos x="T0" y="T1"/>
                    </a:cxn>
                    <a:cxn ang="0">
                      <a:pos x="T2" y="T3"/>
                    </a:cxn>
                  </a:cxnLst>
                  <a:rect l="0" t="0" r="r" b="b"/>
                  <a:pathLst>
                    <a:path w="180" h="502">
                      <a:moveTo>
                        <a:pt x="180" y="502"/>
                      </a:moveTo>
                      <a:cubicBezTo>
                        <a:pt x="15" y="396"/>
                        <a:pt x="0" y="132"/>
                        <a:pt x="18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68" name="Freeform 6"/>
                <p:cNvSpPr>
                  <a:spLocks/>
                </p:cNvSpPr>
                <p:nvPr/>
              </p:nvSpPr>
              <p:spPr bwMode="auto">
                <a:xfrm rot="10800000">
                  <a:off x="1102901" y="3578950"/>
                  <a:ext cx="193653" cy="24039"/>
                </a:xfrm>
                <a:custGeom>
                  <a:avLst/>
                  <a:gdLst>
                    <a:gd name="T0" fmla="*/ 0 w 210"/>
                    <a:gd name="T1" fmla="*/ 0 h 26"/>
                    <a:gd name="T2" fmla="*/ 210 w 210"/>
                    <a:gd name="T3" fmla="*/ 13 h 26"/>
                  </a:gdLst>
                  <a:ahLst/>
                  <a:cxnLst>
                    <a:cxn ang="0">
                      <a:pos x="T0" y="T1"/>
                    </a:cxn>
                    <a:cxn ang="0">
                      <a:pos x="T2" y="T3"/>
                    </a:cxn>
                  </a:cxnLst>
                  <a:rect l="0" t="0" r="r" b="b"/>
                  <a:pathLst>
                    <a:path w="210" h="26">
                      <a:moveTo>
                        <a:pt x="0" y="0"/>
                      </a:moveTo>
                      <a:cubicBezTo>
                        <a:pt x="105" y="26"/>
                        <a:pt x="165" y="13"/>
                        <a:pt x="210" y="1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69" name="Freeform 7"/>
                <p:cNvSpPr>
                  <a:spLocks/>
                </p:cNvSpPr>
                <p:nvPr/>
              </p:nvSpPr>
              <p:spPr bwMode="auto">
                <a:xfrm rot="10800000">
                  <a:off x="1372170" y="3725031"/>
                  <a:ext cx="48874" cy="220045"/>
                </a:xfrm>
                <a:custGeom>
                  <a:avLst/>
                  <a:gdLst>
                    <a:gd name="T0" fmla="*/ 53 w 53"/>
                    <a:gd name="T1" fmla="*/ 238 h 238"/>
                    <a:gd name="T2" fmla="*/ 53 w 53"/>
                    <a:gd name="T3" fmla="*/ 0 h 238"/>
                  </a:gdLst>
                  <a:ahLst/>
                  <a:cxnLst>
                    <a:cxn ang="0">
                      <a:pos x="T0" y="T1"/>
                    </a:cxn>
                    <a:cxn ang="0">
                      <a:pos x="T2" y="T3"/>
                    </a:cxn>
                  </a:cxnLst>
                  <a:rect l="0" t="0" r="r" b="b"/>
                  <a:pathLst>
                    <a:path w="53" h="238">
                      <a:moveTo>
                        <a:pt x="53" y="238"/>
                      </a:moveTo>
                      <a:cubicBezTo>
                        <a:pt x="0" y="185"/>
                        <a:pt x="0" y="79"/>
                        <a:pt x="53"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70" name="Freeform 8"/>
                <p:cNvSpPr>
                  <a:spLocks/>
                </p:cNvSpPr>
                <p:nvPr/>
              </p:nvSpPr>
              <p:spPr bwMode="auto">
                <a:xfrm rot="10800000">
                  <a:off x="1282721" y="3615008"/>
                  <a:ext cx="110659" cy="122042"/>
                </a:xfrm>
                <a:custGeom>
                  <a:avLst/>
                  <a:gdLst>
                    <a:gd name="T0" fmla="*/ 48 w 256"/>
                    <a:gd name="T1" fmla="*/ 32 h 320"/>
                    <a:gd name="T2" fmla="*/ 96 w 256"/>
                    <a:gd name="T3" fmla="*/ 160 h 320"/>
                    <a:gd name="T4" fmla="*/ 176 w 256"/>
                    <a:gd name="T5" fmla="*/ 272 h 320"/>
                    <a:gd name="T6" fmla="*/ 192 w 256"/>
                    <a:gd name="T7" fmla="*/ 208 h 320"/>
                    <a:gd name="T8" fmla="*/ 96 w 256"/>
                    <a:gd name="T9" fmla="*/ 64 h 320"/>
                    <a:gd name="T10" fmla="*/ 48 w 256"/>
                    <a:gd name="T11" fmla="*/ 32 h 320"/>
                  </a:gdLst>
                  <a:ahLst/>
                  <a:cxnLst>
                    <a:cxn ang="0">
                      <a:pos x="T0" y="T1"/>
                    </a:cxn>
                    <a:cxn ang="0">
                      <a:pos x="T2" y="T3"/>
                    </a:cxn>
                    <a:cxn ang="0">
                      <a:pos x="T4" y="T5"/>
                    </a:cxn>
                    <a:cxn ang="0">
                      <a:pos x="T6" y="T7"/>
                    </a:cxn>
                    <a:cxn ang="0">
                      <a:pos x="T8" y="T9"/>
                    </a:cxn>
                    <a:cxn ang="0">
                      <a:pos x="T10" y="T11"/>
                    </a:cxn>
                  </a:cxnLst>
                  <a:rect l="0" t="0" r="r" b="b"/>
                  <a:pathLst>
                    <a:path w="256" h="320">
                      <a:moveTo>
                        <a:pt x="48" y="32"/>
                      </a:moveTo>
                      <a:cubicBezTo>
                        <a:pt x="0" y="0"/>
                        <a:pt x="80" y="128"/>
                        <a:pt x="96" y="160"/>
                      </a:cubicBezTo>
                      <a:cubicBezTo>
                        <a:pt x="96" y="208"/>
                        <a:pt x="144" y="256"/>
                        <a:pt x="176" y="272"/>
                      </a:cubicBezTo>
                      <a:cubicBezTo>
                        <a:pt x="256" y="320"/>
                        <a:pt x="208" y="224"/>
                        <a:pt x="192" y="208"/>
                      </a:cubicBezTo>
                      <a:cubicBezTo>
                        <a:pt x="160" y="160"/>
                        <a:pt x="128" y="112"/>
                        <a:pt x="96" y="64"/>
                      </a:cubicBezTo>
                      <a:cubicBezTo>
                        <a:pt x="80" y="48"/>
                        <a:pt x="64" y="48"/>
                        <a:pt x="48" y="32"/>
                      </a:cubicBezTo>
                    </a:path>
                  </a:pathLst>
                </a:custGeom>
                <a:solidFill>
                  <a:srgbClr val="FFFFFF"/>
                </a:solidFill>
                <a:ln w="3175">
                  <a:solidFill>
                    <a:schemeClr val="tx1"/>
                  </a:solidFill>
                  <a:prstDash val="solid"/>
                  <a:round/>
                  <a:headEnd/>
                  <a:tailEnd/>
                </a:ln>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71" name="Freeform 9"/>
                <p:cNvSpPr>
                  <a:spLocks/>
                </p:cNvSpPr>
                <p:nvPr/>
              </p:nvSpPr>
              <p:spPr bwMode="auto">
                <a:xfrm rot="10800000">
                  <a:off x="1282721" y="3615008"/>
                  <a:ext cx="110659" cy="122042"/>
                </a:xfrm>
                <a:custGeom>
                  <a:avLst/>
                  <a:gdLst>
                    <a:gd name="T0" fmla="*/ 23 w 120"/>
                    <a:gd name="T1" fmla="*/ 13 h 132"/>
                    <a:gd name="T2" fmla="*/ 45 w 120"/>
                    <a:gd name="T3" fmla="*/ 66 h 132"/>
                    <a:gd name="T4" fmla="*/ 82 w 120"/>
                    <a:gd name="T5" fmla="*/ 112 h 132"/>
                    <a:gd name="T6" fmla="*/ 90 w 120"/>
                    <a:gd name="T7" fmla="*/ 86 h 132"/>
                    <a:gd name="T8" fmla="*/ 45 w 120"/>
                    <a:gd name="T9" fmla="*/ 26 h 132"/>
                    <a:gd name="T10" fmla="*/ 23 w 120"/>
                    <a:gd name="T11" fmla="*/ 13 h 132"/>
                  </a:gdLst>
                  <a:ahLst/>
                  <a:cxnLst>
                    <a:cxn ang="0">
                      <a:pos x="T0" y="T1"/>
                    </a:cxn>
                    <a:cxn ang="0">
                      <a:pos x="T2" y="T3"/>
                    </a:cxn>
                    <a:cxn ang="0">
                      <a:pos x="T4" y="T5"/>
                    </a:cxn>
                    <a:cxn ang="0">
                      <a:pos x="T6" y="T7"/>
                    </a:cxn>
                    <a:cxn ang="0">
                      <a:pos x="T8" y="T9"/>
                    </a:cxn>
                    <a:cxn ang="0">
                      <a:pos x="T10" y="T11"/>
                    </a:cxn>
                  </a:cxnLst>
                  <a:rect l="0" t="0" r="r" b="b"/>
                  <a:pathLst>
                    <a:path w="120" h="132">
                      <a:moveTo>
                        <a:pt x="23" y="13"/>
                      </a:moveTo>
                      <a:cubicBezTo>
                        <a:pt x="0" y="0"/>
                        <a:pt x="38" y="53"/>
                        <a:pt x="45" y="66"/>
                      </a:cubicBezTo>
                      <a:cubicBezTo>
                        <a:pt x="45" y="86"/>
                        <a:pt x="68" y="105"/>
                        <a:pt x="82" y="112"/>
                      </a:cubicBezTo>
                      <a:cubicBezTo>
                        <a:pt x="120" y="132"/>
                        <a:pt x="97" y="92"/>
                        <a:pt x="90" y="86"/>
                      </a:cubicBezTo>
                      <a:cubicBezTo>
                        <a:pt x="75" y="66"/>
                        <a:pt x="60" y="46"/>
                        <a:pt x="45" y="26"/>
                      </a:cubicBezTo>
                      <a:cubicBezTo>
                        <a:pt x="38" y="19"/>
                        <a:pt x="30" y="19"/>
                        <a:pt x="23" y="1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72" name="Freeform 10"/>
                <p:cNvSpPr>
                  <a:spLocks/>
                </p:cNvSpPr>
                <p:nvPr/>
              </p:nvSpPr>
              <p:spPr bwMode="auto">
                <a:xfrm rot="10800000">
                  <a:off x="1282721" y="3933057"/>
                  <a:ext cx="110659" cy="122042"/>
                </a:xfrm>
                <a:custGeom>
                  <a:avLst/>
                  <a:gdLst>
                    <a:gd name="T0" fmla="*/ 48 w 256"/>
                    <a:gd name="T1" fmla="*/ 304 h 320"/>
                    <a:gd name="T2" fmla="*/ 96 w 256"/>
                    <a:gd name="T3" fmla="*/ 160 h 320"/>
                    <a:gd name="T4" fmla="*/ 176 w 256"/>
                    <a:gd name="T5" fmla="*/ 64 h 320"/>
                    <a:gd name="T6" fmla="*/ 192 w 256"/>
                    <a:gd name="T7" fmla="*/ 128 h 320"/>
                    <a:gd name="T8" fmla="*/ 96 w 256"/>
                    <a:gd name="T9" fmla="*/ 256 h 320"/>
                    <a:gd name="T10" fmla="*/ 48 w 256"/>
                    <a:gd name="T11" fmla="*/ 304 h 320"/>
                  </a:gdLst>
                  <a:ahLst/>
                  <a:cxnLst>
                    <a:cxn ang="0">
                      <a:pos x="T0" y="T1"/>
                    </a:cxn>
                    <a:cxn ang="0">
                      <a:pos x="T2" y="T3"/>
                    </a:cxn>
                    <a:cxn ang="0">
                      <a:pos x="T4" y="T5"/>
                    </a:cxn>
                    <a:cxn ang="0">
                      <a:pos x="T6" y="T7"/>
                    </a:cxn>
                    <a:cxn ang="0">
                      <a:pos x="T8" y="T9"/>
                    </a:cxn>
                    <a:cxn ang="0">
                      <a:pos x="T10" y="T11"/>
                    </a:cxn>
                  </a:cxnLst>
                  <a:rect l="0" t="0" r="r" b="b"/>
                  <a:pathLst>
                    <a:path w="256" h="320">
                      <a:moveTo>
                        <a:pt x="48" y="304"/>
                      </a:moveTo>
                      <a:cubicBezTo>
                        <a:pt x="0" y="320"/>
                        <a:pt x="80" y="208"/>
                        <a:pt x="96" y="160"/>
                      </a:cubicBezTo>
                      <a:cubicBezTo>
                        <a:pt x="112" y="112"/>
                        <a:pt x="144" y="80"/>
                        <a:pt x="176" y="64"/>
                      </a:cubicBezTo>
                      <a:cubicBezTo>
                        <a:pt x="256" y="0"/>
                        <a:pt x="208" y="112"/>
                        <a:pt x="192" y="128"/>
                      </a:cubicBezTo>
                      <a:cubicBezTo>
                        <a:pt x="160" y="160"/>
                        <a:pt x="128" y="224"/>
                        <a:pt x="96" y="256"/>
                      </a:cubicBezTo>
                      <a:cubicBezTo>
                        <a:pt x="80" y="288"/>
                        <a:pt x="64" y="288"/>
                        <a:pt x="48" y="304"/>
                      </a:cubicBezTo>
                    </a:path>
                  </a:pathLst>
                </a:custGeom>
                <a:solidFill>
                  <a:srgbClr val="FFFFFF"/>
                </a:solidFill>
                <a:ln w="3175">
                  <a:solidFill>
                    <a:schemeClr val="tx1"/>
                  </a:solidFill>
                  <a:prstDash val="solid"/>
                  <a:round/>
                  <a:headEnd/>
                  <a:tailEnd/>
                </a:ln>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73" name="Freeform 11"/>
                <p:cNvSpPr>
                  <a:spLocks/>
                </p:cNvSpPr>
                <p:nvPr/>
              </p:nvSpPr>
              <p:spPr bwMode="auto">
                <a:xfrm rot="10800000">
                  <a:off x="1282721" y="3933057"/>
                  <a:ext cx="110659" cy="122042"/>
                </a:xfrm>
                <a:custGeom>
                  <a:avLst/>
                  <a:gdLst>
                    <a:gd name="T0" fmla="*/ 23 w 120"/>
                    <a:gd name="T1" fmla="*/ 126 h 132"/>
                    <a:gd name="T2" fmla="*/ 45 w 120"/>
                    <a:gd name="T3" fmla="*/ 66 h 132"/>
                    <a:gd name="T4" fmla="*/ 82 w 120"/>
                    <a:gd name="T5" fmla="*/ 27 h 132"/>
                    <a:gd name="T6" fmla="*/ 90 w 120"/>
                    <a:gd name="T7" fmla="*/ 53 h 132"/>
                    <a:gd name="T8" fmla="*/ 45 w 120"/>
                    <a:gd name="T9" fmla="*/ 106 h 132"/>
                    <a:gd name="T10" fmla="*/ 23 w 120"/>
                    <a:gd name="T11" fmla="*/ 126 h 132"/>
                  </a:gdLst>
                  <a:ahLst/>
                  <a:cxnLst>
                    <a:cxn ang="0">
                      <a:pos x="T0" y="T1"/>
                    </a:cxn>
                    <a:cxn ang="0">
                      <a:pos x="T2" y="T3"/>
                    </a:cxn>
                    <a:cxn ang="0">
                      <a:pos x="T4" y="T5"/>
                    </a:cxn>
                    <a:cxn ang="0">
                      <a:pos x="T6" y="T7"/>
                    </a:cxn>
                    <a:cxn ang="0">
                      <a:pos x="T8" y="T9"/>
                    </a:cxn>
                    <a:cxn ang="0">
                      <a:pos x="T10" y="T11"/>
                    </a:cxn>
                  </a:cxnLst>
                  <a:rect l="0" t="0" r="r" b="b"/>
                  <a:pathLst>
                    <a:path w="120" h="132">
                      <a:moveTo>
                        <a:pt x="23" y="126"/>
                      </a:moveTo>
                      <a:cubicBezTo>
                        <a:pt x="0" y="132"/>
                        <a:pt x="38" y="86"/>
                        <a:pt x="45" y="66"/>
                      </a:cubicBezTo>
                      <a:cubicBezTo>
                        <a:pt x="53" y="46"/>
                        <a:pt x="68" y="33"/>
                        <a:pt x="82" y="27"/>
                      </a:cubicBezTo>
                      <a:cubicBezTo>
                        <a:pt x="120" y="0"/>
                        <a:pt x="97" y="46"/>
                        <a:pt x="90" y="53"/>
                      </a:cubicBezTo>
                      <a:cubicBezTo>
                        <a:pt x="75" y="66"/>
                        <a:pt x="60" y="93"/>
                        <a:pt x="45" y="106"/>
                      </a:cubicBezTo>
                      <a:cubicBezTo>
                        <a:pt x="38" y="119"/>
                        <a:pt x="30" y="119"/>
                        <a:pt x="23" y="12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74" name="Freeform 12"/>
                <p:cNvSpPr>
                  <a:spLocks/>
                </p:cNvSpPr>
                <p:nvPr/>
              </p:nvSpPr>
              <p:spPr bwMode="auto">
                <a:xfrm rot="10800000">
                  <a:off x="1144398" y="3676029"/>
                  <a:ext cx="248982" cy="73965"/>
                </a:xfrm>
                <a:custGeom>
                  <a:avLst/>
                  <a:gdLst>
                    <a:gd name="T0" fmla="*/ 270 w 270"/>
                    <a:gd name="T1" fmla="*/ 80 h 80"/>
                    <a:gd name="T2" fmla="*/ 0 w 270"/>
                    <a:gd name="T3" fmla="*/ 0 h 80"/>
                  </a:gdLst>
                  <a:ahLst/>
                  <a:cxnLst>
                    <a:cxn ang="0">
                      <a:pos x="T0" y="T1"/>
                    </a:cxn>
                    <a:cxn ang="0">
                      <a:pos x="T2" y="T3"/>
                    </a:cxn>
                  </a:cxnLst>
                  <a:rect l="0" t="0" r="r" b="b"/>
                  <a:pathLst>
                    <a:path w="270" h="80">
                      <a:moveTo>
                        <a:pt x="270" y="80"/>
                      </a:moveTo>
                      <a:cubicBezTo>
                        <a:pt x="180" y="53"/>
                        <a:pt x="60" y="5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75" name="Freeform 13"/>
                <p:cNvSpPr>
                  <a:spLocks/>
                </p:cNvSpPr>
                <p:nvPr/>
              </p:nvSpPr>
              <p:spPr bwMode="auto">
                <a:xfrm rot="10800000">
                  <a:off x="1144398" y="3920113"/>
                  <a:ext cx="248982" cy="73965"/>
                </a:xfrm>
                <a:custGeom>
                  <a:avLst/>
                  <a:gdLst>
                    <a:gd name="T0" fmla="*/ 270 w 270"/>
                    <a:gd name="T1" fmla="*/ 0 h 80"/>
                    <a:gd name="T2" fmla="*/ 0 w 270"/>
                    <a:gd name="T3" fmla="*/ 80 h 80"/>
                  </a:gdLst>
                  <a:ahLst/>
                  <a:cxnLst>
                    <a:cxn ang="0">
                      <a:pos x="T0" y="T1"/>
                    </a:cxn>
                    <a:cxn ang="0">
                      <a:pos x="T2" y="T3"/>
                    </a:cxn>
                  </a:cxnLst>
                  <a:rect l="0" t="0" r="r" b="b"/>
                  <a:pathLst>
                    <a:path w="270" h="80">
                      <a:moveTo>
                        <a:pt x="270" y="0"/>
                      </a:moveTo>
                      <a:cubicBezTo>
                        <a:pt x="180" y="27"/>
                        <a:pt x="60" y="27"/>
                        <a:pt x="0" y="8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76" name="Oval 17"/>
                <p:cNvSpPr>
                  <a:spLocks noChangeArrowheads="1"/>
                </p:cNvSpPr>
                <p:nvPr/>
              </p:nvSpPr>
              <p:spPr bwMode="auto">
                <a:xfrm rot="10800000">
                  <a:off x="1390765" y="3804543"/>
                  <a:ext cx="13832" cy="61021"/>
                </a:xfrm>
                <a:prstGeom prst="ellipse">
                  <a:avLst/>
                </a:pr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77" name="Freeform 18"/>
                <p:cNvSpPr>
                  <a:spLocks/>
                </p:cNvSpPr>
                <p:nvPr/>
              </p:nvSpPr>
              <p:spPr bwMode="auto">
                <a:xfrm rot="10800000">
                  <a:off x="1365715" y="3737050"/>
                  <a:ext cx="27665" cy="208026"/>
                </a:xfrm>
                <a:custGeom>
                  <a:avLst/>
                  <a:gdLst>
                    <a:gd name="T0" fmla="*/ 30 w 30"/>
                    <a:gd name="T1" fmla="*/ 225 h 225"/>
                    <a:gd name="T2" fmla="*/ 30 w 30"/>
                    <a:gd name="T3" fmla="*/ 0 h 225"/>
                  </a:gdLst>
                  <a:ahLst/>
                  <a:cxnLst>
                    <a:cxn ang="0">
                      <a:pos x="T0" y="T1"/>
                    </a:cxn>
                    <a:cxn ang="0">
                      <a:pos x="T2" y="T3"/>
                    </a:cxn>
                  </a:cxnLst>
                  <a:rect l="0" t="0" r="r" b="b"/>
                  <a:pathLst>
                    <a:path w="30" h="225">
                      <a:moveTo>
                        <a:pt x="30" y="225"/>
                      </a:moveTo>
                      <a:cubicBezTo>
                        <a:pt x="0" y="165"/>
                        <a:pt x="0" y="106"/>
                        <a:pt x="3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78" name="Freeform 19"/>
                <p:cNvSpPr>
                  <a:spLocks/>
                </p:cNvSpPr>
                <p:nvPr/>
              </p:nvSpPr>
              <p:spPr bwMode="auto">
                <a:xfrm rot="10800000">
                  <a:off x="1075236" y="3627028"/>
                  <a:ext cx="235150" cy="24963"/>
                </a:xfrm>
                <a:custGeom>
                  <a:avLst/>
                  <a:gdLst>
                    <a:gd name="T0" fmla="*/ 0 w 255"/>
                    <a:gd name="T1" fmla="*/ 0 h 27"/>
                    <a:gd name="T2" fmla="*/ 255 w 255"/>
                    <a:gd name="T3" fmla="*/ 0 h 27"/>
                  </a:gdLst>
                  <a:ahLst/>
                  <a:cxnLst>
                    <a:cxn ang="0">
                      <a:pos x="T0" y="T1"/>
                    </a:cxn>
                    <a:cxn ang="0">
                      <a:pos x="T2" y="T3"/>
                    </a:cxn>
                  </a:cxnLst>
                  <a:rect l="0" t="0" r="r" b="b"/>
                  <a:pathLst>
                    <a:path w="255" h="27">
                      <a:moveTo>
                        <a:pt x="0" y="0"/>
                      </a:moveTo>
                      <a:cubicBezTo>
                        <a:pt x="90" y="0"/>
                        <a:pt x="195" y="27"/>
                        <a:pt x="25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79" name="Freeform 20"/>
                <p:cNvSpPr>
                  <a:spLocks/>
                </p:cNvSpPr>
                <p:nvPr/>
              </p:nvSpPr>
              <p:spPr bwMode="auto">
                <a:xfrm rot="10800000">
                  <a:off x="1075236" y="4018116"/>
                  <a:ext cx="235150" cy="24963"/>
                </a:xfrm>
                <a:custGeom>
                  <a:avLst/>
                  <a:gdLst>
                    <a:gd name="T0" fmla="*/ 0 w 255"/>
                    <a:gd name="T1" fmla="*/ 27 h 27"/>
                    <a:gd name="T2" fmla="*/ 255 w 255"/>
                    <a:gd name="T3" fmla="*/ 27 h 27"/>
                  </a:gdLst>
                  <a:ahLst/>
                  <a:cxnLst>
                    <a:cxn ang="0">
                      <a:pos x="T0" y="T1"/>
                    </a:cxn>
                    <a:cxn ang="0">
                      <a:pos x="T2" y="T3"/>
                    </a:cxn>
                  </a:cxnLst>
                  <a:rect l="0" t="0" r="r" b="b"/>
                  <a:pathLst>
                    <a:path w="255" h="27">
                      <a:moveTo>
                        <a:pt x="0" y="27"/>
                      </a:moveTo>
                      <a:cubicBezTo>
                        <a:pt x="90" y="27"/>
                        <a:pt x="195" y="0"/>
                        <a:pt x="255" y="2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80" name="Freeform 21"/>
                <p:cNvSpPr>
                  <a:spLocks/>
                </p:cNvSpPr>
                <p:nvPr/>
              </p:nvSpPr>
              <p:spPr bwMode="auto">
                <a:xfrm rot="10800000">
                  <a:off x="1033739" y="3615008"/>
                  <a:ext cx="262814" cy="24963"/>
                </a:xfrm>
                <a:custGeom>
                  <a:avLst/>
                  <a:gdLst>
                    <a:gd name="T0" fmla="*/ 0 w 285"/>
                    <a:gd name="T1" fmla="*/ 0 h 27"/>
                    <a:gd name="T2" fmla="*/ 285 w 285"/>
                    <a:gd name="T3" fmla="*/ 0 h 27"/>
                  </a:gdLst>
                  <a:ahLst/>
                  <a:cxnLst>
                    <a:cxn ang="0">
                      <a:pos x="T0" y="T1"/>
                    </a:cxn>
                    <a:cxn ang="0">
                      <a:pos x="T2" y="T3"/>
                    </a:cxn>
                  </a:cxnLst>
                  <a:rect l="0" t="0" r="r" b="b"/>
                  <a:pathLst>
                    <a:path w="285" h="27">
                      <a:moveTo>
                        <a:pt x="0" y="0"/>
                      </a:moveTo>
                      <a:cubicBezTo>
                        <a:pt x="105" y="0"/>
                        <a:pt x="217" y="27"/>
                        <a:pt x="28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81" name="Freeform 22"/>
                <p:cNvSpPr>
                  <a:spLocks/>
                </p:cNvSpPr>
                <p:nvPr/>
              </p:nvSpPr>
              <p:spPr bwMode="auto">
                <a:xfrm rot="10800000">
                  <a:off x="1033739" y="4030136"/>
                  <a:ext cx="262814" cy="24963"/>
                </a:xfrm>
                <a:custGeom>
                  <a:avLst/>
                  <a:gdLst>
                    <a:gd name="T0" fmla="*/ 0 w 285"/>
                    <a:gd name="T1" fmla="*/ 27 h 27"/>
                    <a:gd name="T2" fmla="*/ 285 w 285"/>
                    <a:gd name="T3" fmla="*/ 27 h 27"/>
                  </a:gdLst>
                  <a:ahLst/>
                  <a:cxnLst>
                    <a:cxn ang="0">
                      <a:pos x="T0" y="T1"/>
                    </a:cxn>
                    <a:cxn ang="0">
                      <a:pos x="T2" y="T3"/>
                    </a:cxn>
                  </a:cxnLst>
                  <a:rect l="0" t="0" r="r" b="b"/>
                  <a:pathLst>
                    <a:path w="285" h="27">
                      <a:moveTo>
                        <a:pt x="0" y="27"/>
                      </a:moveTo>
                      <a:cubicBezTo>
                        <a:pt x="105" y="27"/>
                        <a:pt x="217" y="0"/>
                        <a:pt x="285" y="2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82" name="Freeform 26"/>
                <p:cNvSpPr>
                  <a:spLocks/>
                </p:cNvSpPr>
                <p:nvPr/>
              </p:nvSpPr>
              <p:spPr bwMode="auto">
                <a:xfrm rot="10800000">
                  <a:off x="1061404" y="4060646"/>
                  <a:ext cx="90371" cy="12944"/>
                </a:xfrm>
                <a:custGeom>
                  <a:avLst/>
                  <a:gdLst>
                    <a:gd name="T0" fmla="*/ 0 w 98"/>
                    <a:gd name="T1" fmla="*/ 7 h 14"/>
                    <a:gd name="T2" fmla="*/ 53 w 98"/>
                    <a:gd name="T3" fmla="*/ 0 h 14"/>
                    <a:gd name="T4" fmla="*/ 98 w 98"/>
                    <a:gd name="T5" fmla="*/ 7 h 14"/>
                    <a:gd name="T6" fmla="*/ 53 w 98"/>
                    <a:gd name="T7" fmla="*/ 14 h 14"/>
                    <a:gd name="T8" fmla="*/ 0 w 98"/>
                    <a:gd name="T9" fmla="*/ 7 h 14"/>
                  </a:gdLst>
                  <a:ahLst/>
                  <a:cxnLst>
                    <a:cxn ang="0">
                      <a:pos x="T0" y="T1"/>
                    </a:cxn>
                    <a:cxn ang="0">
                      <a:pos x="T2" y="T3"/>
                    </a:cxn>
                    <a:cxn ang="0">
                      <a:pos x="T4" y="T5"/>
                    </a:cxn>
                    <a:cxn ang="0">
                      <a:pos x="T6" y="T7"/>
                    </a:cxn>
                    <a:cxn ang="0">
                      <a:pos x="T8" y="T9"/>
                    </a:cxn>
                  </a:cxnLst>
                  <a:rect l="0" t="0" r="r" b="b"/>
                  <a:pathLst>
                    <a:path w="98" h="14">
                      <a:moveTo>
                        <a:pt x="0" y="7"/>
                      </a:moveTo>
                      <a:cubicBezTo>
                        <a:pt x="0" y="0"/>
                        <a:pt x="23" y="0"/>
                        <a:pt x="53" y="0"/>
                      </a:cubicBezTo>
                      <a:cubicBezTo>
                        <a:pt x="75" y="0"/>
                        <a:pt x="98" y="0"/>
                        <a:pt x="98" y="7"/>
                      </a:cubicBezTo>
                      <a:cubicBezTo>
                        <a:pt x="98" y="7"/>
                        <a:pt x="75" y="14"/>
                        <a:pt x="53" y="14"/>
                      </a:cubicBezTo>
                      <a:cubicBezTo>
                        <a:pt x="23" y="14"/>
                        <a:pt x="0" y="7"/>
                        <a:pt x="0" y="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83" name="Freeform 30"/>
                <p:cNvSpPr>
                  <a:spLocks/>
                </p:cNvSpPr>
                <p:nvPr/>
              </p:nvSpPr>
              <p:spPr bwMode="auto">
                <a:xfrm rot="10800000">
                  <a:off x="1061404" y="3596517"/>
                  <a:ext cx="90371" cy="12944"/>
                </a:xfrm>
                <a:custGeom>
                  <a:avLst/>
                  <a:gdLst>
                    <a:gd name="T0" fmla="*/ 0 w 98"/>
                    <a:gd name="T1" fmla="*/ 7 h 14"/>
                    <a:gd name="T2" fmla="*/ 53 w 98"/>
                    <a:gd name="T3" fmla="*/ 0 h 14"/>
                    <a:gd name="T4" fmla="*/ 98 w 98"/>
                    <a:gd name="T5" fmla="*/ 7 h 14"/>
                    <a:gd name="T6" fmla="*/ 53 w 98"/>
                    <a:gd name="T7" fmla="*/ 14 h 14"/>
                    <a:gd name="T8" fmla="*/ 0 w 98"/>
                    <a:gd name="T9" fmla="*/ 7 h 14"/>
                  </a:gdLst>
                  <a:ahLst/>
                  <a:cxnLst>
                    <a:cxn ang="0">
                      <a:pos x="T0" y="T1"/>
                    </a:cxn>
                    <a:cxn ang="0">
                      <a:pos x="T2" y="T3"/>
                    </a:cxn>
                    <a:cxn ang="0">
                      <a:pos x="T4" y="T5"/>
                    </a:cxn>
                    <a:cxn ang="0">
                      <a:pos x="T6" y="T7"/>
                    </a:cxn>
                    <a:cxn ang="0">
                      <a:pos x="T8" y="T9"/>
                    </a:cxn>
                  </a:cxnLst>
                  <a:rect l="0" t="0" r="r" b="b"/>
                  <a:pathLst>
                    <a:path w="98" h="14">
                      <a:moveTo>
                        <a:pt x="0" y="7"/>
                      </a:moveTo>
                      <a:cubicBezTo>
                        <a:pt x="0" y="0"/>
                        <a:pt x="23" y="0"/>
                        <a:pt x="53" y="0"/>
                      </a:cubicBezTo>
                      <a:cubicBezTo>
                        <a:pt x="75" y="0"/>
                        <a:pt x="98" y="0"/>
                        <a:pt x="98" y="7"/>
                      </a:cubicBezTo>
                      <a:cubicBezTo>
                        <a:pt x="98" y="7"/>
                        <a:pt x="75" y="14"/>
                        <a:pt x="53" y="14"/>
                      </a:cubicBezTo>
                      <a:cubicBezTo>
                        <a:pt x="23" y="14"/>
                        <a:pt x="0" y="7"/>
                        <a:pt x="0" y="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84" name="Freeform 31"/>
                <p:cNvSpPr>
                  <a:spLocks/>
                </p:cNvSpPr>
                <p:nvPr/>
              </p:nvSpPr>
              <p:spPr bwMode="auto">
                <a:xfrm rot="10800000">
                  <a:off x="1089069" y="3651991"/>
                  <a:ext cx="62707" cy="366126"/>
                </a:xfrm>
                <a:custGeom>
                  <a:avLst/>
                  <a:gdLst>
                    <a:gd name="T0" fmla="*/ 68 w 68"/>
                    <a:gd name="T1" fmla="*/ 396 h 396"/>
                    <a:gd name="T2" fmla="*/ 68 w 68"/>
                    <a:gd name="T3" fmla="*/ 0 h 396"/>
                  </a:gdLst>
                  <a:ahLst/>
                  <a:cxnLst>
                    <a:cxn ang="0">
                      <a:pos x="T0" y="T1"/>
                    </a:cxn>
                    <a:cxn ang="0">
                      <a:pos x="T2" y="T3"/>
                    </a:cxn>
                  </a:cxnLst>
                  <a:rect l="0" t="0" r="r" b="b"/>
                  <a:pathLst>
                    <a:path w="68" h="396">
                      <a:moveTo>
                        <a:pt x="68" y="396"/>
                      </a:moveTo>
                      <a:cubicBezTo>
                        <a:pt x="8" y="290"/>
                        <a:pt x="0" y="132"/>
                        <a:pt x="68"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85" name="Freeform 32"/>
                <p:cNvSpPr>
                  <a:spLocks/>
                </p:cNvSpPr>
                <p:nvPr/>
              </p:nvSpPr>
              <p:spPr bwMode="auto">
                <a:xfrm rot="10800000">
                  <a:off x="1075236" y="3651991"/>
                  <a:ext cx="41497" cy="366126"/>
                </a:xfrm>
                <a:custGeom>
                  <a:avLst/>
                  <a:gdLst>
                    <a:gd name="T0" fmla="*/ 45 w 45"/>
                    <a:gd name="T1" fmla="*/ 396 h 396"/>
                    <a:gd name="T2" fmla="*/ 45 w 45"/>
                    <a:gd name="T3" fmla="*/ 0 h 396"/>
                  </a:gdLst>
                  <a:ahLst/>
                  <a:cxnLst>
                    <a:cxn ang="0">
                      <a:pos x="T0" y="T1"/>
                    </a:cxn>
                    <a:cxn ang="0">
                      <a:pos x="T2" y="T3"/>
                    </a:cxn>
                  </a:cxnLst>
                  <a:rect l="0" t="0" r="r" b="b"/>
                  <a:pathLst>
                    <a:path w="45" h="396">
                      <a:moveTo>
                        <a:pt x="45" y="396"/>
                      </a:moveTo>
                      <a:cubicBezTo>
                        <a:pt x="0" y="290"/>
                        <a:pt x="0" y="132"/>
                        <a:pt x="4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86" name="Freeform 33"/>
                <p:cNvSpPr>
                  <a:spLocks/>
                </p:cNvSpPr>
                <p:nvPr/>
              </p:nvSpPr>
              <p:spPr bwMode="auto">
                <a:xfrm rot="10800000">
                  <a:off x="895416" y="3627028"/>
                  <a:ext cx="179820" cy="49002"/>
                </a:xfrm>
                <a:custGeom>
                  <a:avLst/>
                  <a:gdLst>
                    <a:gd name="T0" fmla="*/ 0 w 195"/>
                    <a:gd name="T1" fmla="*/ 26 h 53"/>
                    <a:gd name="T2" fmla="*/ 195 w 195"/>
                    <a:gd name="T3" fmla="*/ 0 h 53"/>
                  </a:gdLst>
                  <a:ahLst/>
                  <a:cxnLst>
                    <a:cxn ang="0">
                      <a:pos x="T0" y="T1"/>
                    </a:cxn>
                    <a:cxn ang="0">
                      <a:pos x="T2" y="T3"/>
                    </a:cxn>
                  </a:cxnLst>
                  <a:rect l="0" t="0" r="r" b="b"/>
                  <a:pathLst>
                    <a:path w="195" h="53">
                      <a:moveTo>
                        <a:pt x="0" y="26"/>
                      </a:moveTo>
                      <a:cubicBezTo>
                        <a:pt x="15" y="53"/>
                        <a:pt x="135" y="0"/>
                        <a:pt x="19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87" name="Freeform 34"/>
                <p:cNvSpPr>
                  <a:spLocks/>
                </p:cNvSpPr>
                <p:nvPr/>
              </p:nvSpPr>
              <p:spPr bwMode="auto">
                <a:xfrm rot="10800000">
                  <a:off x="895416" y="3994078"/>
                  <a:ext cx="179820" cy="49002"/>
                </a:xfrm>
                <a:custGeom>
                  <a:avLst/>
                  <a:gdLst>
                    <a:gd name="T0" fmla="*/ 0 w 195"/>
                    <a:gd name="T1" fmla="*/ 27 h 53"/>
                    <a:gd name="T2" fmla="*/ 195 w 195"/>
                    <a:gd name="T3" fmla="*/ 53 h 53"/>
                  </a:gdLst>
                  <a:ahLst/>
                  <a:cxnLst>
                    <a:cxn ang="0">
                      <a:pos x="T0" y="T1"/>
                    </a:cxn>
                    <a:cxn ang="0">
                      <a:pos x="T2" y="T3"/>
                    </a:cxn>
                  </a:cxnLst>
                  <a:rect l="0" t="0" r="r" b="b"/>
                  <a:pathLst>
                    <a:path w="195" h="53">
                      <a:moveTo>
                        <a:pt x="0" y="27"/>
                      </a:moveTo>
                      <a:cubicBezTo>
                        <a:pt x="15" y="0"/>
                        <a:pt x="135" y="53"/>
                        <a:pt x="195" y="5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88" name="Freeform 35"/>
                <p:cNvSpPr>
                  <a:spLocks/>
                </p:cNvSpPr>
                <p:nvPr/>
              </p:nvSpPr>
              <p:spPr bwMode="auto">
                <a:xfrm rot="10800000">
                  <a:off x="895416" y="3676029"/>
                  <a:ext cx="27665" cy="318049"/>
                </a:xfrm>
                <a:custGeom>
                  <a:avLst/>
                  <a:gdLst>
                    <a:gd name="T0" fmla="*/ 30 w 30"/>
                    <a:gd name="T1" fmla="*/ 344 h 344"/>
                    <a:gd name="T2" fmla="*/ 30 w 30"/>
                    <a:gd name="T3" fmla="*/ 0 h 344"/>
                  </a:gdLst>
                  <a:ahLst/>
                  <a:cxnLst>
                    <a:cxn ang="0">
                      <a:pos x="T0" y="T1"/>
                    </a:cxn>
                    <a:cxn ang="0">
                      <a:pos x="T2" y="T3"/>
                    </a:cxn>
                  </a:cxnLst>
                  <a:rect l="0" t="0" r="r" b="b"/>
                  <a:pathLst>
                    <a:path w="30" h="344">
                      <a:moveTo>
                        <a:pt x="30" y="344"/>
                      </a:moveTo>
                      <a:cubicBezTo>
                        <a:pt x="30" y="291"/>
                        <a:pt x="0" y="185"/>
                        <a:pt x="3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89" name="Freeform 36"/>
                <p:cNvSpPr>
                  <a:spLocks/>
                </p:cNvSpPr>
                <p:nvPr/>
              </p:nvSpPr>
              <p:spPr bwMode="auto">
                <a:xfrm rot="10800000">
                  <a:off x="218553" y="3578950"/>
                  <a:ext cx="884348" cy="73040"/>
                </a:xfrm>
                <a:custGeom>
                  <a:avLst/>
                  <a:gdLst>
                    <a:gd name="T0" fmla="*/ 0 w 959"/>
                    <a:gd name="T1" fmla="*/ 66 h 79"/>
                    <a:gd name="T2" fmla="*/ 959 w 959"/>
                    <a:gd name="T3" fmla="*/ 0 h 79"/>
                  </a:gdLst>
                  <a:ahLst/>
                  <a:cxnLst>
                    <a:cxn ang="0">
                      <a:pos x="T0" y="T1"/>
                    </a:cxn>
                    <a:cxn ang="0">
                      <a:pos x="T2" y="T3"/>
                    </a:cxn>
                  </a:cxnLst>
                  <a:rect l="0" t="0" r="r" b="b"/>
                  <a:pathLst>
                    <a:path w="959" h="79">
                      <a:moveTo>
                        <a:pt x="0" y="66"/>
                      </a:moveTo>
                      <a:cubicBezTo>
                        <a:pt x="225" y="66"/>
                        <a:pt x="839" y="79"/>
                        <a:pt x="959"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90" name="Freeform 37"/>
                <p:cNvSpPr>
                  <a:spLocks/>
                </p:cNvSpPr>
                <p:nvPr/>
              </p:nvSpPr>
              <p:spPr bwMode="auto">
                <a:xfrm rot="10800000">
                  <a:off x="218553" y="4018116"/>
                  <a:ext cx="884348" cy="73040"/>
                </a:xfrm>
                <a:custGeom>
                  <a:avLst/>
                  <a:gdLst>
                    <a:gd name="T0" fmla="*/ 0 w 959"/>
                    <a:gd name="T1" fmla="*/ 13 h 79"/>
                    <a:gd name="T2" fmla="*/ 959 w 959"/>
                    <a:gd name="T3" fmla="*/ 79 h 79"/>
                  </a:gdLst>
                  <a:ahLst/>
                  <a:cxnLst>
                    <a:cxn ang="0">
                      <a:pos x="T0" y="T1"/>
                    </a:cxn>
                    <a:cxn ang="0">
                      <a:pos x="T2" y="T3"/>
                    </a:cxn>
                  </a:cxnLst>
                  <a:rect l="0" t="0" r="r" b="b"/>
                  <a:pathLst>
                    <a:path w="959" h="79">
                      <a:moveTo>
                        <a:pt x="0" y="13"/>
                      </a:moveTo>
                      <a:cubicBezTo>
                        <a:pt x="232" y="26"/>
                        <a:pt x="839" y="0"/>
                        <a:pt x="959" y="7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91" name="Freeform 38"/>
                <p:cNvSpPr>
                  <a:spLocks/>
                </p:cNvSpPr>
                <p:nvPr/>
              </p:nvSpPr>
              <p:spPr bwMode="auto">
                <a:xfrm rot="10800000">
                  <a:off x="1102901" y="4067118"/>
                  <a:ext cx="193653" cy="24039"/>
                </a:xfrm>
                <a:custGeom>
                  <a:avLst/>
                  <a:gdLst>
                    <a:gd name="T0" fmla="*/ 0 w 210"/>
                    <a:gd name="T1" fmla="*/ 26 h 26"/>
                    <a:gd name="T2" fmla="*/ 210 w 210"/>
                    <a:gd name="T3" fmla="*/ 13 h 26"/>
                  </a:gdLst>
                  <a:ahLst/>
                  <a:cxnLst>
                    <a:cxn ang="0">
                      <a:pos x="T0" y="T1"/>
                    </a:cxn>
                    <a:cxn ang="0">
                      <a:pos x="T2" y="T3"/>
                    </a:cxn>
                  </a:cxnLst>
                  <a:rect l="0" t="0" r="r" b="b"/>
                  <a:pathLst>
                    <a:path w="210" h="26">
                      <a:moveTo>
                        <a:pt x="0" y="26"/>
                      </a:moveTo>
                      <a:cubicBezTo>
                        <a:pt x="105" y="0"/>
                        <a:pt x="165" y="13"/>
                        <a:pt x="210" y="1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92" name="Freeform 39"/>
                <p:cNvSpPr>
                  <a:spLocks/>
                </p:cNvSpPr>
                <p:nvPr/>
              </p:nvSpPr>
              <p:spPr bwMode="auto">
                <a:xfrm rot="10800000">
                  <a:off x="238841" y="3651991"/>
                  <a:ext cx="656575" cy="79512"/>
                </a:xfrm>
                <a:custGeom>
                  <a:avLst/>
                  <a:gdLst>
                    <a:gd name="T0" fmla="*/ 0 w 712"/>
                    <a:gd name="T1" fmla="*/ 60 h 86"/>
                    <a:gd name="T2" fmla="*/ 712 w 712"/>
                    <a:gd name="T3" fmla="*/ 47 h 86"/>
                  </a:gdLst>
                  <a:ahLst/>
                  <a:cxnLst>
                    <a:cxn ang="0">
                      <a:pos x="T0" y="T1"/>
                    </a:cxn>
                    <a:cxn ang="0">
                      <a:pos x="T2" y="T3"/>
                    </a:cxn>
                  </a:cxnLst>
                  <a:rect l="0" t="0" r="r" b="b"/>
                  <a:pathLst>
                    <a:path w="712" h="86">
                      <a:moveTo>
                        <a:pt x="0" y="60"/>
                      </a:moveTo>
                      <a:cubicBezTo>
                        <a:pt x="345" y="0"/>
                        <a:pt x="570" y="86"/>
                        <a:pt x="712" y="4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93" name="Freeform 40"/>
                <p:cNvSpPr>
                  <a:spLocks/>
                </p:cNvSpPr>
                <p:nvPr/>
              </p:nvSpPr>
              <p:spPr bwMode="auto">
                <a:xfrm rot="10800000">
                  <a:off x="238841" y="3945076"/>
                  <a:ext cx="656575" cy="67493"/>
                </a:xfrm>
                <a:custGeom>
                  <a:avLst/>
                  <a:gdLst>
                    <a:gd name="T0" fmla="*/ 0 w 712"/>
                    <a:gd name="T1" fmla="*/ 20 h 73"/>
                    <a:gd name="T2" fmla="*/ 712 w 712"/>
                    <a:gd name="T3" fmla="*/ 33 h 73"/>
                  </a:gdLst>
                  <a:ahLst/>
                  <a:cxnLst>
                    <a:cxn ang="0">
                      <a:pos x="T0" y="T1"/>
                    </a:cxn>
                    <a:cxn ang="0">
                      <a:pos x="T2" y="T3"/>
                    </a:cxn>
                  </a:cxnLst>
                  <a:rect l="0" t="0" r="r" b="b"/>
                  <a:pathLst>
                    <a:path w="712" h="73">
                      <a:moveTo>
                        <a:pt x="0" y="20"/>
                      </a:moveTo>
                      <a:cubicBezTo>
                        <a:pt x="330" y="73"/>
                        <a:pt x="502" y="0"/>
                        <a:pt x="712" y="3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94" name="Freeform 41"/>
                <p:cNvSpPr>
                  <a:spLocks/>
                </p:cNvSpPr>
                <p:nvPr/>
              </p:nvSpPr>
              <p:spPr bwMode="auto">
                <a:xfrm rot="10800000">
                  <a:off x="342122" y="3566007"/>
                  <a:ext cx="221317" cy="49002"/>
                </a:xfrm>
                <a:custGeom>
                  <a:avLst/>
                  <a:gdLst>
                    <a:gd name="T0" fmla="*/ 0 w 240"/>
                    <a:gd name="T1" fmla="*/ 26 h 53"/>
                    <a:gd name="T2" fmla="*/ 232 w 240"/>
                    <a:gd name="T3" fmla="*/ 0 h 53"/>
                  </a:gdLst>
                  <a:ahLst/>
                  <a:cxnLst>
                    <a:cxn ang="0">
                      <a:pos x="T0" y="T1"/>
                    </a:cxn>
                    <a:cxn ang="0">
                      <a:pos x="T2" y="T3"/>
                    </a:cxn>
                  </a:cxnLst>
                  <a:rect l="0" t="0" r="r" b="b"/>
                  <a:pathLst>
                    <a:path w="240" h="53">
                      <a:moveTo>
                        <a:pt x="0" y="26"/>
                      </a:moveTo>
                      <a:cubicBezTo>
                        <a:pt x="150" y="53"/>
                        <a:pt x="240" y="0"/>
                        <a:pt x="232"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95" name="Freeform 42"/>
                <p:cNvSpPr>
                  <a:spLocks/>
                </p:cNvSpPr>
                <p:nvPr/>
              </p:nvSpPr>
              <p:spPr bwMode="auto">
                <a:xfrm rot="10800000">
                  <a:off x="355955" y="4055099"/>
                  <a:ext cx="214862" cy="36058"/>
                </a:xfrm>
                <a:custGeom>
                  <a:avLst/>
                  <a:gdLst>
                    <a:gd name="T0" fmla="*/ 0 w 233"/>
                    <a:gd name="T1" fmla="*/ 26 h 39"/>
                    <a:gd name="T2" fmla="*/ 233 w 233"/>
                    <a:gd name="T3" fmla="*/ 39 h 39"/>
                  </a:gdLst>
                  <a:ahLst/>
                  <a:cxnLst>
                    <a:cxn ang="0">
                      <a:pos x="T0" y="T1"/>
                    </a:cxn>
                    <a:cxn ang="0">
                      <a:pos x="T2" y="T3"/>
                    </a:cxn>
                  </a:cxnLst>
                  <a:rect l="0" t="0" r="r" b="b"/>
                  <a:pathLst>
                    <a:path w="233" h="39">
                      <a:moveTo>
                        <a:pt x="0" y="26"/>
                      </a:moveTo>
                      <a:cubicBezTo>
                        <a:pt x="83" y="0"/>
                        <a:pt x="203" y="13"/>
                        <a:pt x="233" y="3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96" name="Freeform 43"/>
                <p:cNvSpPr>
                  <a:spLocks/>
                </p:cNvSpPr>
                <p:nvPr/>
              </p:nvSpPr>
              <p:spPr bwMode="auto">
                <a:xfrm rot="10800000">
                  <a:off x="142014" y="3651991"/>
                  <a:ext cx="76539" cy="366126"/>
                </a:xfrm>
                <a:custGeom>
                  <a:avLst/>
                  <a:gdLst>
                    <a:gd name="T0" fmla="*/ 0 w 83"/>
                    <a:gd name="T1" fmla="*/ 396 h 396"/>
                    <a:gd name="T2" fmla="*/ 0 w 83"/>
                    <a:gd name="T3" fmla="*/ 0 h 396"/>
                  </a:gdLst>
                  <a:ahLst/>
                  <a:cxnLst>
                    <a:cxn ang="0">
                      <a:pos x="T0" y="T1"/>
                    </a:cxn>
                    <a:cxn ang="0">
                      <a:pos x="T2" y="T3"/>
                    </a:cxn>
                  </a:cxnLst>
                  <a:rect l="0" t="0" r="r" b="b"/>
                  <a:pathLst>
                    <a:path w="83" h="396">
                      <a:moveTo>
                        <a:pt x="0" y="396"/>
                      </a:moveTo>
                      <a:cubicBezTo>
                        <a:pt x="83" y="317"/>
                        <a:pt x="60" y="26"/>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97" name="Freeform 44"/>
                <p:cNvSpPr>
                  <a:spLocks/>
                </p:cNvSpPr>
                <p:nvPr/>
              </p:nvSpPr>
              <p:spPr bwMode="auto">
                <a:xfrm rot="10800000">
                  <a:off x="260050" y="3590970"/>
                  <a:ext cx="967342" cy="61021"/>
                </a:xfrm>
                <a:custGeom>
                  <a:avLst/>
                  <a:gdLst>
                    <a:gd name="T0" fmla="*/ 0 w 1049"/>
                    <a:gd name="T1" fmla="*/ 40 h 66"/>
                    <a:gd name="T2" fmla="*/ 1049 w 1049"/>
                    <a:gd name="T3" fmla="*/ 0 h 66"/>
                  </a:gdLst>
                  <a:ahLst/>
                  <a:cxnLst>
                    <a:cxn ang="0">
                      <a:pos x="T0" y="T1"/>
                    </a:cxn>
                    <a:cxn ang="0">
                      <a:pos x="T2" y="T3"/>
                    </a:cxn>
                  </a:cxnLst>
                  <a:rect l="0" t="0" r="r" b="b"/>
                  <a:pathLst>
                    <a:path w="1049" h="66">
                      <a:moveTo>
                        <a:pt x="0" y="40"/>
                      </a:moveTo>
                      <a:cubicBezTo>
                        <a:pt x="270" y="40"/>
                        <a:pt x="907" y="66"/>
                        <a:pt x="1049"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98" name="Freeform 45"/>
                <p:cNvSpPr>
                  <a:spLocks/>
                </p:cNvSpPr>
                <p:nvPr/>
              </p:nvSpPr>
              <p:spPr bwMode="auto">
                <a:xfrm rot="10800000">
                  <a:off x="260050" y="4015735"/>
                  <a:ext cx="967342" cy="61021"/>
                </a:xfrm>
                <a:custGeom>
                  <a:avLst/>
                  <a:gdLst>
                    <a:gd name="T0" fmla="*/ 0 w 1049"/>
                    <a:gd name="T1" fmla="*/ 26 h 66"/>
                    <a:gd name="T2" fmla="*/ 1049 w 1049"/>
                    <a:gd name="T3" fmla="*/ 66 h 66"/>
                  </a:gdLst>
                  <a:ahLst/>
                  <a:cxnLst>
                    <a:cxn ang="0">
                      <a:pos x="T0" y="T1"/>
                    </a:cxn>
                    <a:cxn ang="0">
                      <a:pos x="T2" y="T3"/>
                    </a:cxn>
                  </a:cxnLst>
                  <a:rect l="0" t="0" r="r" b="b"/>
                  <a:pathLst>
                    <a:path w="1049" h="66">
                      <a:moveTo>
                        <a:pt x="0" y="26"/>
                      </a:moveTo>
                      <a:cubicBezTo>
                        <a:pt x="270" y="26"/>
                        <a:pt x="900" y="0"/>
                        <a:pt x="1049" y="6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99" name="Freeform 46"/>
                <p:cNvSpPr>
                  <a:spLocks/>
                </p:cNvSpPr>
                <p:nvPr/>
              </p:nvSpPr>
              <p:spPr bwMode="auto">
                <a:xfrm rot="10800000">
                  <a:off x="315380" y="3676029"/>
                  <a:ext cx="26743" cy="318049"/>
                </a:xfrm>
                <a:custGeom>
                  <a:avLst/>
                  <a:gdLst>
                    <a:gd name="T0" fmla="*/ 0 w 29"/>
                    <a:gd name="T1" fmla="*/ 344 h 344"/>
                    <a:gd name="T2" fmla="*/ 0 w 29"/>
                    <a:gd name="T3" fmla="*/ 0 h 344"/>
                  </a:gdLst>
                  <a:ahLst/>
                  <a:cxnLst>
                    <a:cxn ang="0">
                      <a:pos x="T0" y="T1"/>
                    </a:cxn>
                    <a:cxn ang="0">
                      <a:pos x="T2" y="T3"/>
                    </a:cxn>
                  </a:cxnLst>
                  <a:rect l="0" t="0" r="r" b="b"/>
                  <a:pathLst>
                    <a:path w="29" h="344">
                      <a:moveTo>
                        <a:pt x="0" y="344"/>
                      </a:moveTo>
                      <a:cubicBezTo>
                        <a:pt x="29" y="264"/>
                        <a:pt x="29" y="8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00" name="Freeform 47"/>
                <p:cNvSpPr>
                  <a:spLocks/>
                </p:cNvSpPr>
                <p:nvPr/>
              </p:nvSpPr>
              <p:spPr bwMode="auto">
                <a:xfrm rot="10800000">
                  <a:off x="211176" y="3688048"/>
                  <a:ext cx="27665" cy="294010"/>
                </a:xfrm>
                <a:custGeom>
                  <a:avLst/>
                  <a:gdLst>
                    <a:gd name="T0" fmla="*/ 0 w 30"/>
                    <a:gd name="T1" fmla="*/ 318 h 318"/>
                    <a:gd name="T2" fmla="*/ 0 w 30"/>
                    <a:gd name="T3" fmla="*/ 0 h 318"/>
                  </a:gdLst>
                  <a:ahLst/>
                  <a:cxnLst>
                    <a:cxn ang="0">
                      <a:pos x="T0" y="T1"/>
                    </a:cxn>
                    <a:cxn ang="0">
                      <a:pos x="T2" y="T3"/>
                    </a:cxn>
                  </a:cxnLst>
                  <a:rect l="0" t="0" r="r" b="b"/>
                  <a:pathLst>
                    <a:path w="30" h="318">
                      <a:moveTo>
                        <a:pt x="0" y="318"/>
                      </a:moveTo>
                      <a:cubicBezTo>
                        <a:pt x="30" y="225"/>
                        <a:pt x="22" y="67"/>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01" name="Freeform 48"/>
                <p:cNvSpPr>
                  <a:spLocks/>
                </p:cNvSpPr>
                <p:nvPr/>
              </p:nvSpPr>
              <p:spPr bwMode="auto">
                <a:xfrm rot="10800000">
                  <a:off x="177056" y="3645519"/>
                  <a:ext cx="55329" cy="384617"/>
                </a:xfrm>
                <a:custGeom>
                  <a:avLst/>
                  <a:gdLst>
                    <a:gd name="T0" fmla="*/ 0 w 60"/>
                    <a:gd name="T1" fmla="*/ 416 h 416"/>
                    <a:gd name="T2" fmla="*/ 0 w 60"/>
                    <a:gd name="T3" fmla="*/ 0 h 416"/>
                  </a:gdLst>
                  <a:ahLst/>
                  <a:cxnLst>
                    <a:cxn ang="0">
                      <a:pos x="T0" y="T1"/>
                    </a:cxn>
                    <a:cxn ang="0">
                      <a:pos x="T2" y="T3"/>
                    </a:cxn>
                  </a:cxnLst>
                  <a:rect l="0" t="0" r="r" b="b"/>
                  <a:pathLst>
                    <a:path w="60" h="416">
                      <a:moveTo>
                        <a:pt x="0" y="416"/>
                      </a:moveTo>
                      <a:cubicBezTo>
                        <a:pt x="60" y="277"/>
                        <a:pt x="30" y="66"/>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02" name="Freeform 49"/>
                <p:cNvSpPr>
                  <a:spLocks/>
                </p:cNvSpPr>
                <p:nvPr/>
              </p:nvSpPr>
              <p:spPr bwMode="auto">
                <a:xfrm rot="10800000">
                  <a:off x="238841" y="3627028"/>
                  <a:ext cx="35042" cy="61021"/>
                </a:xfrm>
                <a:custGeom>
                  <a:avLst/>
                  <a:gdLst>
                    <a:gd name="T0" fmla="*/ 0 w 38"/>
                    <a:gd name="T1" fmla="*/ 66 h 66"/>
                    <a:gd name="T2" fmla="*/ 38 w 38"/>
                    <a:gd name="T3" fmla="*/ 0 h 66"/>
                  </a:gdLst>
                  <a:ahLst/>
                  <a:cxnLst>
                    <a:cxn ang="0">
                      <a:pos x="T0" y="T1"/>
                    </a:cxn>
                    <a:cxn ang="0">
                      <a:pos x="T2" y="T3"/>
                    </a:cxn>
                  </a:cxnLst>
                  <a:rect l="0" t="0" r="r" b="b"/>
                  <a:pathLst>
                    <a:path w="38" h="66">
                      <a:moveTo>
                        <a:pt x="0" y="66"/>
                      </a:moveTo>
                      <a:cubicBezTo>
                        <a:pt x="0" y="66"/>
                        <a:pt x="38" y="26"/>
                        <a:pt x="38"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03" name="Freeform 50"/>
                <p:cNvSpPr>
                  <a:spLocks/>
                </p:cNvSpPr>
                <p:nvPr/>
              </p:nvSpPr>
              <p:spPr bwMode="auto">
                <a:xfrm rot="10800000">
                  <a:off x="238841" y="3982059"/>
                  <a:ext cx="35042" cy="61021"/>
                </a:xfrm>
                <a:custGeom>
                  <a:avLst/>
                  <a:gdLst>
                    <a:gd name="T0" fmla="*/ 0 w 38"/>
                    <a:gd name="T1" fmla="*/ 0 h 66"/>
                    <a:gd name="T2" fmla="*/ 38 w 38"/>
                    <a:gd name="T3" fmla="*/ 66 h 66"/>
                  </a:gdLst>
                  <a:ahLst/>
                  <a:cxnLst>
                    <a:cxn ang="0">
                      <a:pos x="T0" y="T1"/>
                    </a:cxn>
                    <a:cxn ang="0">
                      <a:pos x="T2" y="T3"/>
                    </a:cxn>
                  </a:cxnLst>
                  <a:rect l="0" t="0" r="r" b="b"/>
                  <a:pathLst>
                    <a:path w="38" h="66">
                      <a:moveTo>
                        <a:pt x="0" y="0"/>
                      </a:moveTo>
                      <a:cubicBezTo>
                        <a:pt x="0" y="0"/>
                        <a:pt x="38" y="40"/>
                        <a:pt x="38" y="6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04" name="Freeform 51"/>
                <p:cNvSpPr>
                  <a:spLocks/>
                </p:cNvSpPr>
                <p:nvPr/>
              </p:nvSpPr>
              <p:spPr bwMode="auto">
                <a:xfrm rot="10800000">
                  <a:off x="155847" y="3700992"/>
                  <a:ext cx="55329" cy="268122"/>
                </a:xfrm>
                <a:custGeom>
                  <a:avLst/>
                  <a:gdLst>
                    <a:gd name="T0" fmla="*/ 0 w 60"/>
                    <a:gd name="T1" fmla="*/ 290 h 290"/>
                    <a:gd name="T2" fmla="*/ 0 w 60"/>
                    <a:gd name="T3" fmla="*/ 0 h 290"/>
                  </a:gdLst>
                  <a:ahLst/>
                  <a:cxnLst>
                    <a:cxn ang="0">
                      <a:pos x="T0" y="T1"/>
                    </a:cxn>
                    <a:cxn ang="0">
                      <a:pos x="T2" y="T3"/>
                    </a:cxn>
                  </a:cxnLst>
                  <a:rect l="0" t="0" r="r" b="b"/>
                  <a:pathLst>
                    <a:path w="60" h="290">
                      <a:moveTo>
                        <a:pt x="0" y="290"/>
                      </a:moveTo>
                      <a:cubicBezTo>
                        <a:pt x="37" y="290"/>
                        <a:pt x="60" y="26"/>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05" name="Freeform 52"/>
                <p:cNvSpPr>
                  <a:spLocks/>
                </p:cNvSpPr>
                <p:nvPr/>
              </p:nvSpPr>
              <p:spPr bwMode="auto">
                <a:xfrm rot="10800000">
                  <a:off x="211176" y="3676029"/>
                  <a:ext cx="130946" cy="24963"/>
                </a:xfrm>
                <a:custGeom>
                  <a:avLst/>
                  <a:gdLst>
                    <a:gd name="T0" fmla="*/ 0 w 142"/>
                    <a:gd name="T1" fmla="*/ 27 h 27"/>
                    <a:gd name="T2" fmla="*/ 142 w 142"/>
                    <a:gd name="T3" fmla="*/ 0 h 27"/>
                  </a:gdLst>
                  <a:ahLst/>
                  <a:cxnLst>
                    <a:cxn ang="0">
                      <a:pos x="T0" y="T1"/>
                    </a:cxn>
                    <a:cxn ang="0">
                      <a:pos x="T2" y="T3"/>
                    </a:cxn>
                  </a:cxnLst>
                  <a:rect l="0" t="0" r="r" b="b"/>
                  <a:pathLst>
                    <a:path w="142" h="27">
                      <a:moveTo>
                        <a:pt x="0" y="27"/>
                      </a:moveTo>
                      <a:cubicBezTo>
                        <a:pt x="0" y="27"/>
                        <a:pt x="142" y="27"/>
                        <a:pt x="142"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06" name="Freeform 53"/>
                <p:cNvSpPr>
                  <a:spLocks/>
                </p:cNvSpPr>
                <p:nvPr/>
              </p:nvSpPr>
              <p:spPr bwMode="auto">
                <a:xfrm rot="10800000">
                  <a:off x="211176" y="3969115"/>
                  <a:ext cx="130946" cy="24963"/>
                </a:xfrm>
                <a:custGeom>
                  <a:avLst/>
                  <a:gdLst>
                    <a:gd name="T0" fmla="*/ 0 w 142"/>
                    <a:gd name="T1" fmla="*/ 0 h 27"/>
                    <a:gd name="T2" fmla="*/ 142 w 142"/>
                    <a:gd name="T3" fmla="*/ 27 h 27"/>
                  </a:gdLst>
                  <a:ahLst/>
                  <a:cxnLst>
                    <a:cxn ang="0">
                      <a:pos x="T0" y="T1"/>
                    </a:cxn>
                    <a:cxn ang="0">
                      <a:pos x="T2" y="T3"/>
                    </a:cxn>
                  </a:cxnLst>
                  <a:rect l="0" t="0" r="r" b="b"/>
                  <a:pathLst>
                    <a:path w="142" h="27">
                      <a:moveTo>
                        <a:pt x="0" y="0"/>
                      </a:moveTo>
                      <a:cubicBezTo>
                        <a:pt x="0" y="0"/>
                        <a:pt x="142" y="0"/>
                        <a:pt x="142" y="2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07" name="Freeform 57"/>
                <p:cNvSpPr>
                  <a:spLocks/>
                </p:cNvSpPr>
                <p:nvPr/>
              </p:nvSpPr>
              <p:spPr bwMode="auto">
                <a:xfrm rot="10800000">
                  <a:off x="180677" y="3825415"/>
                  <a:ext cx="13832" cy="24039"/>
                </a:xfrm>
                <a:custGeom>
                  <a:avLst/>
                  <a:gdLst>
                    <a:gd name="T0" fmla="*/ 7 w 15"/>
                    <a:gd name="T1" fmla="*/ 26 h 26"/>
                    <a:gd name="T2" fmla="*/ 0 w 15"/>
                    <a:gd name="T3" fmla="*/ 13 h 26"/>
                    <a:gd name="T4" fmla="*/ 7 w 15"/>
                    <a:gd name="T5" fmla="*/ 0 h 26"/>
                    <a:gd name="T6" fmla="*/ 15 w 15"/>
                    <a:gd name="T7" fmla="*/ 13 h 26"/>
                    <a:gd name="T8" fmla="*/ 7 w 15"/>
                    <a:gd name="T9" fmla="*/ 26 h 26"/>
                  </a:gdLst>
                  <a:ahLst/>
                  <a:cxnLst>
                    <a:cxn ang="0">
                      <a:pos x="T0" y="T1"/>
                    </a:cxn>
                    <a:cxn ang="0">
                      <a:pos x="T2" y="T3"/>
                    </a:cxn>
                    <a:cxn ang="0">
                      <a:pos x="T4" y="T5"/>
                    </a:cxn>
                    <a:cxn ang="0">
                      <a:pos x="T6" y="T7"/>
                    </a:cxn>
                    <a:cxn ang="0">
                      <a:pos x="T8" y="T9"/>
                    </a:cxn>
                  </a:cxnLst>
                  <a:rect l="0" t="0" r="r" b="b"/>
                  <a:pathLst>
                    <a:path w="15" h="26">
                      <a:moveTo>
                        <a:pt x="7" y="26"/>
                      </a:moveTo>
                      <a:cubicBezTo>
                        <a:pt x="0" y="26"/>
                        <a:pt x="0" y="20"/>
                        <a:pt x="0" y="13"/>
                      </a:cubicBezTo>
                      <a:cubicBezTo>
                        <a:pt x="0" y="6"/>
                        <a:pt x="0" y="0"/>
                        <a:pt x="7" y="0"/>
                      </a:cubicBezTo>
                      <a:cubicBezTo>
                        <a:pt x="7" y="0"/>
                        <a:pt x="15" y="6"/>
                        <a:pt x="15" y="13"/>
                      </a:cubicBezTo>
                      <a:cubicBezTo>
                        <a:pt x="15" y="20"/>
                        <a:pt x="7" y="26"/>
                        <a:pt x="7" y="2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08" name="Freeform 58"/>
                <p:cNvSpPr>
                  <a:spLocks/>
                </p:cNvSpPr>
                <p:nvPr/>
              </p:nvSpPr>
              <p:spPr bwMode="auto">
                <a:xfrm rot="10800000">
                  <a:off x="535775" y="3688048"/>
                  <a:ext cx="13832" cy="294010"/>
                </a:xfrm>
                <a:custGeom>
                  <a:avLst/>
                  <a:gdLst>
                    <a:gd name="T0" fmla="*/ 0 w 15"/>
                    <a:gd name="T1" fmla="*/ 318 h 318"/>
                    <a:gd name="T2" fmla="*/ 0 w 15"/>
                    <a:gd name="T3" fmla="*/ 0 h 318"/>
                  </a:gdLst>
                  <a:ahLst/>
                  <a:cxnLst>
                    <a:cxn ang="0">
                      <a:pos x="T0" y="T1"/>
                    </a:cxn>
                    <a:cxn ang="0">
                      <a:pos x="T2" y="T3"/>
                    </a:cxn>
                  </a:cxnLst>
                  <a:rect l="0" t="0" r="r" b="b"/>
                  <a:pathLst>
                    <a:path w="15" h="318">
                      <a:moveTo>
                        <a:pt x="0" y="318"/>
                      </a:moveTo>
                      <a:cubicBezTo>
                        <a:pt x="15" y="271"/>
                        <a:pt x="15" y="4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09" name="Freeform 59"/>
                <p:cNvSpPr>
                  <a:spLocks/>
                </p:cNvSpPr>
                <p:nvPr/>
              </p:nvSpPr>
              <p:spPr bwMode="auto">
                <a:xfrm rot="10800000">
                  <a:off x="452781" y="3590970"/>
                  <a:ext cx="588335" cy="110023"/>
                </a:xfrm>
                <a:custGeom>
                  <a:avLst/>
                  <a:gdLst>
                    <a:gd name="T0" fmla="*/ 638 w 638"/>
                    <a:gd name="T1" fmla="*/ 80 h 119"/>
                    <a:gd name="T2" fmla="*/ 0 w 638"/>
                    <a:gd name="T3" fmla="*/ 119 h 119"/>
                  </a:gdLst>
                  <a:ahLst/>
                  <a:cxnLst>
                    <a:cxn ang="0">
                      <a:pos x="T0" y="T1"/>
                    </a:cxn>
                    <a:cxn ang="0">
                      <a:pos x="T2" y="T3"/>
                    </a:cxn>
                  </a:cxnLst>
                  <a:rect l="0" t="0" r="r" b="b"/>
                  <a:pathLst>
                    <a:path w="638" h="119">
                      <a:moveTo>
                        <a:pt x="638" y="80"/>
                      </a:moveTo>
                      <a:cubicBezTo>
                        <a:pt x="518" y="14"/>
                        <a:pt x="0" y="0"/>
                        <a:pt x="0" y="11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10" name="Freeform 60"/>
                <p:cNvSpPr>
                  <a:spLocks/>
                </p:cNvSpPr>
                <p:nvPr/>
              </p:nvSpPr>
              <p:spPr bwMode="auto">
                <a:xfrm rot="10800000">
                  <a:off x="446326" y="3966734"/>
                  <a:ext cx="594791" cy="110023"/>
                </a:xfrm>
                <a:custGeom>
                  <a:avLst/>
                  <a:gdLst>
                    <a:gd name="T0" fmla="*/ 645 w 645"/>
                    <a:gd name="T1" fmla="*/ 39 h 119"/>
                    <a:gd name="T2" fmla="*/ 0 w 645"/>
                    <a:gd name="T3" fmla="*/ 0 h 119"/>
                  </a:gdLst>
                  <a:ahLst/>
                  <a:cxnLst>
                    <a:cxn ang="0">
                      <a:pos x="T0" y="T1"/>
                    </a:cxn>
                    <a:cxn ang="0">
                      <a:pos x="T2" y="T3"/>
                    </a:cxn>
                  </a:cxnLst>
                  <a:rect l="0" t="0" r="r" b="b"/>
                  <a:pathLst>
                    <a:path w="645" h="119">
                      <a:moveTo>
                        <a:pt x="645" y="39"/>
                      </a:moveTo>
                      <a:cubicBezTo>
                        <a:pt x="525" y="105"/>
                        <a:pt x="0" y="119"/>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11" name="Freeform 61"/>
                <p:cNvSpPr>
                  <a:spLocks/>
                </p:cNvSpPr>
                <p:nvPr/>
              </p:nvSpPr>
              <p:spPr bwMode="auto">
                <a:xfrm rot="10800000">
                  <a:off x="452781" y="3615008"/>
                  <a:ext cx="580958" cy="12019"/>
                </a:xfrm>
                <a:custGeom>
                  <a:avLst/>
                  <a:gdLst>
                    <a:gd name="T0" fmla="*/ 630 w 630"/>
                    <a:gd name="T1" fmla="*/ 0 h 13"/>
                    <a:gd name="T2" fmla="*/ 0 w 630"/>
                    <a:gd name="T3" fmla="*/ 13 h 13"/>
                  </a:gdLst>
                  <a:ahLst/>
                  <a:cxnLst>
                    <a:cxn ang="0">
                      <a:pos x="T0" y="T1"/>
                    </a:cxn>
                    <a:cxn ang="0">
                      <a:pos x="T2" y="T3"/>
                    </a:cxn>
                  </a:cxnLst>
                  <a:rect l="0" t="0" r="r" b="b"/>
                  <a:pathLst>
                    <a:path w="630" h="13">
                      <a:moveTo>
                        <a:pt x="630" y="0"/>
                      </a:moveTo>
                      <a:cubicBezTo>
                        <a:pt x="510" y="13"/>
                        <a:pt x="270" y="13"/>
                        <a:pt x="0" y="1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12" name="Freeform 62"/>
                <p:cNvSpPr>
                  <a:spLocks/>
                </p:cNvSpPr>
                <p:nvPr/>
              </p:nvSpPr>
              <p:spPr bwMode="auto">
                <a:xfrm rot="10800000">
                  <a:off x="446326" y="4043079"/>
                  <a:ext cx="580958" cy="12019"/>
                </a:xfrm>
                <a:custGeom>
                  <a:avLst/>
                  <a:gdLst>
                    <a:gd name="T0" fmla="*/ 630 w 630"/>
                    <a:gd name="T1" fmla="*/ 13 h 13"/>
                    <a:gd name="T2" fmla="*/ 0 w 630"/>
                    <a:gd name="T3" fmla="*/ 0 h 13"/>
                  </a:gdLst>
                  <a:ahLst/>
                  <a:cxnLst>
                    <a:cxn ang="0">
                      <a:pos x="T0" y="T1"/>
                    </a:cxn>
                    <a:cxn ang="0">
                      <a:pos x="T2" y="T3"/>
                    </a:cxn>
                  </a:cxnLst>
                  <a:rect l="0" t="0" r="r" b="b"/>
                  <a:pathLst>
                    <a:path w="630" h="13">
                      <a:moveTo>
                        <a:pt x="630" y="13"/>
                      </a:moveTo>
                      <a:cubicBezTo>
                        <a:pt x="510" y="0"/>
                        <a:pt x="270" y="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13" name="Freeform 63"/>
                <p:cNvSpPr>
                  <a:spLocks/>
                </p:cNvSpPr>
                <p:nvPr/>
              </p:nvSpPr>
              <p:spPr bwMode="auto">
                <a:xfrm rot="10800000">
                  <a:off x="480446" y="3627028"/>
                  <a:ext cx="525629" cy="61021"/>
                </a:xfrm>
                <a:custGeom>
                  <a:avLst/>
                  <a:gdLst>
                    <a:gd name="T0" fmla="*/ 570 w 570"/>
                    <a:gd name="T1" fmla="*/ 66 h 66"/>
                    <a:gd name="T2" fmla="*/ 0 w 570"/>
                    <a:gd name="T3" fmla="*/ 66 h 66"/>
                  </a:gdLst>
                  <a:ahLst/>
                  <a:cxnLst>
                    <a:cxn ang="0">
                      <a:pos x="T0" y="T1"/>
                    </a:cxn>
                    <a:cxn ang="0">
                      <a:pos x="T2" y="T3"/>
                    </a:cxn>
                  </a:cxnLst>
                  <a:rect l="0" t="0" r="r" b="b"/>
                  <a:pathLst>
                    <a:path w="570" h="66">
                      <a:moveTo>
                        <a:pt x="570" y="66"/>
                      </a:moveTo>
                      <a:cubicBezTo>
                        <a:pt x="420" y="0"/>
                        <a:pt x="37" y="26"/>
                        <a:pt x="0" y="6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14" name="Freeform 64"/>
                <p:cNvSpPr>
                  <a:spLocks/>
                </p:cNvSpPr>
                <p:nvPr/>
              </p:nvSpPr>
              <p:spPr bwMode="auto">
                <a:xfrm rot="10800000">
                  <a:off x="480446" y="3627028"/>
                  <a:ext cx="525629" cy="0"/>
                </a:xfrm>
                <a:custGeom>
                  <a:avLst/>
                  <a:gdLst>
                    <a:gd name="T0" fmla="*/ 570 w 570"/>
                    <a:gd name="T1" fmla="*/ 0 w 570"/>
                  </a:gdLst>
                  <a:ahLst/>
                  <a:cxnLst>
                    <a:cxn ang="0">
                      <a:pos x="T0" y="0"/>
                    </a:cxn>
                    <a:cxn ang="0">
                      <a:pos x="T1" y="0"/>
                    </a:cxn>
                  </a:cxnLst>
                  <a:rect l="0" t="0" r="r" b="b"/>
                  <a:pathLst>
                    <a:path w="570">
                      <a:moveTo>
                        <a:pt x="570" y="0"/>
                      </a:moveTo>
                      <a:cubicBezTo>
                        <a:pt x="360" y="0"/>
                        <a:pt x="90" y="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15" name="Freeform 65"/>
                <p:cNvSpPr>
                  <a:spLocks/>
                </p:cNvSpPr>
                <p:nvPr/>
              </p:nvSpPr>
              <p:spPr bwMode="auto">
                <a:xfrm rot="10800000">
                  <a:off x="770925" y="3615008"/>
                  <a:ext cx="21210" cy="49002"/>
                </a:xfrm>
                <a:custGeom>
                  <a:avLst/>
                  <a:gdLst>
                    <a:gd name="T0" fmla="*/ 23 w 23"/>
                    <a:gd name="T1" fmla="*/ 0 h 53"/>
                    <a:gd name="T2" fmla="*/ 0 w 23"/>
                    <a:gd name="T3" fmla="*/ 53 h 53"/>
                  </a:gdLst>
                  <a:ahLst/>
                  <a:cxnLst>
                    <a:cxn ang="0">
                      <a:pos x="T0" y="T1"/>
                    </a:cxn>
                    <a:cxn ang="0">
                      <a:pos x="T2" y="T3"/>
                    </a:cxn>
                  </a:cxnLst>
                  <a:rect l="0" t="0" r="r" b="b"/>
                  <a:pathLst>
                    <a:path w="23" h="53">
                      <a:moveTo>
                        <a:pt x="23" y="0"/>
                      </a:moveTo>
                      <a:cubicBezTo>
                        <a:pt x="15" y="13"/>
                        <a:pt x="0" y="40"/>
                        <a:pt x="0" y="5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16" name="Freeform 66"/>
                <p:cNvSpPr>
                  <a:spLocks/>
                </p:cNvSpPr>
                <p:nvPr/>
              </p:nvSpPr>
              <p:spPr bwMode="auto">
                <a:xfrm rot="10800000">
                  <a:off x="736805" y="3615008"/>
                  <a:ext cx="13832" cy="49002"/>
                </a:xfrm>
                <a:custGeom>
                  <a:avLst/>
                  <a:gdLst>
                    <a:gd name="T0" fmla="*/ 15 w 15"/>
                    <a:gd name="T1" fmla="*/ 0 h 53"/>
                    <a:gd name="T2" fmla="*/ 0 w 15"/>
                    <a:gd name="T3" fmla="*/ 53 h 53"/>
                  </a:gdLst>
                  <a:ahLst/>
                  <a:cxnLst>
                    <a:cxn ang="0">
                      <a:pos x="T0" y="T1"/>
                    </a:cxn>
                    <a:cxn ang="0">
                      <a:pos x="T2" y="T3"/>
                    </a:cxn>
                  </a:cxnLst>
                  <a:rect l="0" t="0" r="r" b="b"/>
                  <a:pathLst>
                    <a:path w="15" h="53">
                      <a:moveTo>
                        <a:pt x="15" y="0"/>
                      </a:moveTo>
                      <a:cubicBezTo>
                        <a:pt x="15" y="13"/>
                        <a:pt x="8" y="40"/>
                        <a:pt x="0" y="5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17" name="Freeform 67"/>
                <p:cNvSpPr>
                  <a:spLocks/>
                </p:cNvSpPr>
                <p:nvPr/>
              </p:nvSpPr>
              <p:spPr bwMode="auto">
                <a:xfrm rot="10800000">
                  <a:off x="757092" y="3590970"/>
                  <a:ext cx="27665" cy="73040"/>
                </a:xfrm>
                <a:custGeom>
                  <a:avLst/>
                  <a:gdLst>
                    <a:gd name="T0" fmla="*/ 30 w 30"/>
                    <a:gd name="T1" fmla="*/ 0 h 79"/>
                    <a:gd name="T2" fmla="*/ 0 w 30"/>
                    <a:gd name="T3" fmla="*/ 79 h 79"/>
                  </a:gdLst>
                  <a:ahLst/>
                  <a:cxnLst>
                    <a:cxn ang="0">
                      <a:pos x="T0" y="T1"/>
                    </a:cxn>
                    <a:cxn ang="0">
                      <a:pos x="T2" y="T3"/>
                    </a:cxn>
                  </a:cxnLst>
                  <a:rect l="0" t="0" r="r" b="b"/>
                  <a:pathLst>
                    <a:path w="30" h="79">
                      <a:moveTo>
                        <a:pt x="30" y="0"/>
                      </a:moveTo>
                      <a:cubicBezTo>
                        <a:pt x="22" y="26"/>
                        <a:pt x="7" y="66"/>
                        <a:pt x="0" y="7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18" name="Freeform 92"/>
                <p:cNvSpPr>
                  <a:spLocks/>
                </p:cNvSpPr>
                <p:nvPr/>
              </p:nvSpPr>
              <p:spPr bwMode="auto">
                <a:xfrm rot="10800000">
                  <a:off x="487823" y="3979678"/>
                  <a:ext cx="525629" cy="61021"/>
                </a:xfrm>
                <a:custGeom>
                  <a:avLst/>
                  <a:gdLst>
                    <a:gd name="T0" fmla="*/ 570 w 570"/>
                    <a:gd name="T1" fmla="*/ 0 h 66"/>
                    <a:gd name="T2" fmla="*/ 0 w 570"/>
                    <a:gd name="T3" fmla="*/ 0 h 66"/>
                  </a:gdLst>
                  <a:ahLst/>
                  <a:cxnLst>
                    <a:cxn ang="0">
                      <a:pos x="T0" y="T1"/>
                    </a:cxn>
                    <a:cxn ang="0">
                      <a:pos x="T2" y="T3"/>
                    </a:cxn>
                  </a:cxnLst>
                  <a:rect l="0" t="0" r="r" b="b"/>
                  <a:pathLst>
                    <a:path w="570" h="66">
                      <a:moveTo>
                        <a:pt x="570" y="0"/>
                      </a:moveTo>
                      <a:cubicBezTo>
                        <a:pt x="420" y="66"/>
                        <a:pt x="38" y="3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19" name="Freeform 93"/>
                <p:cNvSpPr>
                  <a:spLocks/>
                </p:cNvSpPr>
                <p:nvPr/>
              </p:nvSpPr>
              <p:spPr bwMode="auto">
                <a:xfrm rot="10800000">
                  <a:off x="487823" y="4043079"/>
                  <a:ext cx="525629" cy="0"/>
                </a:xfrm>
                <a:custGeom>
                  <a:avLst/>
                  <a:gdLst>
                    <a:gd name="T0" fmla="*/ 570 w 570"/>
                    <a:gd name="T1" fmla="*/ 0 w 570"/>
                  </a:gdLst>
                  <a:ahLst/>
                  <a:cxnLst>
                    <a:cxn ang="0">
                      <a:pos x="T0" y="0"/>
                    </a:cxn>
                    <a:cxn ang="0">
                      <a:pos x="T1" y="0"/>
                    </a:cxn>
                  </a:cxnLst>
                  <a:rect l="0" t="0" r="r" b="b"/>
                  <a:pathLst>
                    <a:path w="570">
                      <a:moveTo>
                        <a:pt x="570" y="0"/>
                      </a:moveTo>
                      <a:cubicBezTo>
                        <a:pt x="360" y="0"/>
                        <a:pt x="90" y="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20" name="Freeform 94"/>
                <p:cNvSpPr>
                  <a:spLocks/>
                </p:cNvSpPr>
                <p:nvPr/>
              </p:nvSpPr>
              <p:spPr bwMode="auto">
                <a:xfrm rot="10800000">
                  <a:off x="778302" y="4006097"/>
                  <a:ext cx="20287" cy="49002"/>
                </a:xfrm>
                <a:custGeom>
                  <a:avLst/>
                  <a:gdLst>
                    <a:gd name="T0" fmla="*/ 22 w 22"/>
                    <a:gd name="T1" fmla="*/ 53 h 53"/>
                    <a:gd name="T2" fmla="*/ 0 w 22"/>
                    <a:gd name="T3" fmla="*/ 0 h 53"/>
                  </a:gdLst>
                  <a:ahLst/>
                  <a:cxnLst>
                    <a:cxn ang="0">
                      <a:pos x="T0" y="T1"/>
                    </a:cxn>
                    <a:cxn ang="0">
                      <a:pos x="T2" y="T3"/>
                    </a:cxn>
                  </a:cxnLst>
                  <a:rect l="0" t="0" r="r" b="b"/>
                  <a:pathLst>
                    <a:path w="22" h="53">
                      <a:moveTo>
                        <a:pt x="22" y="53"/>
                      </a:moveTo>
                      <a:cubicBezTo>
                        <a:pt x="15" y="33"/>
                        <a:pt x="0" y="1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21" name="Freeform 95"/>
                <p:cNvSpPr>
                  <a:spLocks/>
                </p:cNvSpPr>
                <p:nvPr/>
              </p:nvSpPr>
              <p:spPr bwMode="auto">
                <a:xfrm rot="10800000">
                  <a:off x="743260" y="4006097"/>
                  <a:ext cx="13832" cy="49002"/>
                </a:xfrm>
                <a:custGeom>
                  <a:avLst/>
                  <a:gdLst>
                    <a:gd name="T0" fmla="*/ 15 w 15"/>
                    <a:gd name="T1" fmla="*/ 53 h 53"/>
                    <a:gd name="T2" fmla="*/ 0 w 15"/>
                    <a:gd name="T3" fmla="*/ 0 h 53"/>
                  </a:gdLst>
                  <a:ahLst/>
                  <a:cxnLst>
                    <a:cxn ang="0">
                      <a:pos x="T0" y="T1"/>
                    </a:cxn>
                    <a:cxn ang="0">
                      <a:pos x="T2" y="T3"/>
                    </a:cxn>
                  </a:cxnLst>
                  <a:rect l="0" t="0" r="r" b="b"/>
                  <a:pathLst>
                    <a:path w="15" h="53">
                      <a:moveTo>
                        <a:pt x="15" y="53"/>
                      </a:moveTo>
                      <a:cubicBezTo>
                        <a:pt x="15" y="33"/>
                        <a:pt x="7" y="1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22" name="Freeform 96"/>
                <p:cNvSpPr>
                  <a:spLocks/>
                </p:cNvSpPr>
                <p:nvPr/>
              </p:nvSpPr>
              <p:spPr bwMode="auto">
                <a:xfrm rot="10800000">
                  <a:off x="762089" y="4006466"/>
                  <a:ext cx="27665" cy="72000"/>
                </a:xfrm>
                <a:custGeom>
                  <a:avLst/>
                  <a:gdLst>
                    <a:gd name="T0" fmla="*/ 30 w 30"/>
                    <a:gd name="T1" fmla="*/ 86 h 86"/>
                    <a:gd name="T2" fmla="*/ 0 w 30"/>
                    <a:gd name="T3" fmla="*/ 0 h 86"/>
                  </a:gdLst>
                  <a:ahLst/>
                  <a:cxnLst>
                    <a:cxn ang="0">
                      <a:pos x="T0" y="T1"/>
                    </a:cxn>
                    <a:cxn ang="0">
                      <a:pos x="T2" y="T3"/>
                    </a:cxn>
                  </a:cxnLst>
                  <a:rect l="0" t="0" r="r" b="b"/>
                  <a:pathLst>
                    <a:path w="30" h="86">
                      <a:moveTo>
                        <a:pt x="30" y="86"/>
                      </a:moveTo>
                      <a:cubicBezTo>
                        <a:pt x="23" y="60"/>
                        <a:pt x="8" y="1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23" name="Freeform 121"/>
                <p:cNvSpPr>
                  <a:spLocks/>
                </p:cNvSpPr>
                <p:nvPr/>
              </p:nvSpPr>
              <p:spPr bwMode="auto">
                <a:xfrm rot="10800000">
                  <a:off x="840086" y="3639971"/>
                  <a:ext cx="193653" cy="36058"/>
                </a:xfrm>
                <a:custGeom>
                  <a:avLst/>
                  <a:gdLst>
                    <a:gd name="T0" fmla="*/ 0 w 210"/>
                    <a:gd name="T1" fmla="*/ 39 h 39"/>
                    <a:gd name="T2" fmla="*/ 210 w 210"/>
                    <a:gd name="T3" fmla="*/ 0 h 39"/>
                  </a:gdLst>
                  <a:ahLst/>
                  <a:cxnLst>
                    <a:cxn ang="0">
                      <a:pos x="T0" y="T1"/>
                    </a:cxn>
                    <a:cxn ang="0">
                      <a:pos x="T2" y="T3"/>
                    </a:cxn>
                  </a:cxnLst>
                  <a:rect l="0" t="0" r="r" b="b"/>
                  <a:pathLst>
                    <a:path w="210" h="39">
                      <a:moveTo>
                        <a:pt x="0" y="39"/>
                      </a:moveTo>
                      <a:cubicBezTo>
                        <a:pt x="60" y="26"/>
                        <a:pt x="150" y="0"/>
                        <a:pt x="21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24" name="Freeform 122"/>
                <p:cNvSpPr>
                  <a:spLocks/>
                </p:cNvSpPr>
                <p:nvPr/>
              </p:nvSpPr>
              <p:spPr bwMode="auto">
                <a:xfrm rot="10800000">
                  <a:off x="840086" y="3994078"/>
                  <a:ext cx="193653" cy="36058"/>
                </a:xfrm>
                <a:custGeom>
                  <a:avLst/>
                  <a:gdLst>
                    <a:gd name="T0" fmla="*/ 0 w 210"/>
                    <a:gd name="T1" fmla="*/ 0 h 39"/>
                    <a:gd name="T2" fmla="*/ 210 w 210"/>
                    <a:gd name="T3" fmla="*/ 39 h 39"/>
                  </a:gdLst>
                  <a:ahLst/>
                  <a:cxnLst>
                    <a:cxn ang="0">
                      <a:pos x="T0" y="T1"/>
                    </a:cxn>
                    <a:cxn ang="0">
                      <a:pos x="T2" y="T3"/>
                    </a:cxn>
                  </a:cxnLst>
                  <a:rect l="0" t="0" r="r" b="b"/>
                  <a:pathLst>
                    <a:path w="210" h="39">
                      <a:moveTo>
                        <a:pt x="0" y="0"/>
                      </a:moveTo>
                      <a:cubicBezTo>
                        <a:pt x="60" y="13"/>
                        <a:pt x="150" y="39"/>
                        <a:pt x="210" y="3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25" name="Freeform 123"/>
                <p:cNvSpPr>
                  <a:spLocks/>
                </p:cNvSpPr>
                <p:nvPr/>
              </p:nvSpPr>
              <p:spPr bwMode="auto">
                <a:xfrm rot="10800000">
                  <a:off x="964577" y="3553987"/>
                  <a:ext cx="41497" cy="55474"/>
                </a:xfrm>
                <a:custGeom>
                  <a:avLst/>
                  <a:gdLst>
                    <a:gd name="T0" fmla="*/ 45 w 45"/>
                    <a:gd name="T1" fmla="*/ 53 h 60"/>
                    <a:gd name="T2" fmla="*/ 0 w 45"/>
                    <a:gd name="T3" fmla="*/ 0 h 60"/>
                  </a:gdLst>
                  <a:ahLst/>
                  <a:cxnLst>
                    <a:cxn ang="0">
                      <a:pos x="T0" y="T1"/>
                    </a:cxn>
                    <a:cxn ang="0">
                      <a:pos x="T2" y="T3"/>
                    </a:cxn>
                  </a:cxnLst>
                  <a:rect l="0" t="0" r="r" b="b"/>
                  <a:pathLst>
                    <a:path w="45" h="60">
                      <a:moveTo>
                        <a:pt x="45" y="53"/>
                      </a:moveTo>
                      <a:cubicBezTo>
                        <a:pt x="30" y="60"/>
                        <a:pt x="7" y="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26" name="Freeform 124"/>
                <p:cNvSpPr>
                  <a:spLocks/>
                </p:cNvSpPr>
                <p:nvPr/>
              </p:nvSpPr>
              <p:spPr bwMode="auto">
                <a:xfrm rot="10800000">
                  <a:off x="964577" y="3560459"/>
                  <a:ext cx="41497" cy="73040"/>
                </a:xfrm>
                <a:custGeom>
                  <a:avLst/>
                  <a:gdLst>
                    <a:gd name="T0" fmla="*/ 0 w 45"/>
                    <a:gd name="T1" fmla="*/ 26 h 79"/>
                    <a:gd name="T2" fmla="*/ 45 w 45"/>
                    <a:gd name="T3" fmla="*/ 79 h 79"/>
                  </a:gdLst>
                  <a:ahLst/>
                  <a:cxnLst>
                    <a:cxn ang="0">
                      <a:pos x="T0" y="T1"/>
                    </a:cxn>
                    <a:cxn ang="0">
                      <a:pos x="T2" y="T3"/>
                    </a:cxn>
                  </a:cxnLst>
                  <a:rect l="0" t="0" r="r" b="b"/>
                  <a:pathLst>
                    <a:path w="45" h="79">
                      <a:moveTo>
                        <a:pt x="0" y="26"/>
                      </a:moveTo>
                      <a:cubicBezTo>
                        <a:pt x="30" y="0"/>
                        <a:pt x="45" y="73"/>
                        <a:pt x="45" y="7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27" name="Freeform 125"/>
                <p:cNvSpPr>
                  <a:spLocks/>
                </p:cNvSpPr>
                <p:nvPr/>
              </p:nvSpPr>
              <p:spPr bwMode="auto">
                <a:xfrm rot="10800000">
                  <a:off x="950745" y="3560459"/>
                  <a:ext cx="41497" cy="73040"/>
                </a:xfrm>
                <a:custGeom>
                  <a:avLst/>
                  <a:gdLst>
                    <a:gd name="T0" fmla="*/ 0 w 45"/>
                    <a:gd name="T1" fmla="*/ 13 h 79"/>
                    <a:gd name="T2" fmla="*/ 30 w 45"/>
                    <a:gd name="T3" fmla="*/ 79 h 79"/>
                  </a:gdLst>
                  <a:ahLst/>
                  <a:cxnLst>
                    <a:cxn ang="0">
                      <a:pos x="T0" y="T1"/>
                    </a:cxn>
                    <a:cxn ang="0">
                      <a:pos x="T2" y="T3"/>
                    </a:cxn>
                  </a:cxnLst>
                  <a:rect l="0" t="0" r="r" b="b"/>
                  <a:pathLst>
                    <a:path w="45" h="79">
                      <a:moveTo>
                        <a:pt x="0" y="13"/>
                      </a:moveTo>
                      <a:cubicBezTo>
                        <a:pt x="15" y="0"/>
                        <a:pt x="45" y="79"/>
                        <a:pt x="30" y="7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28" name="Freeform 126"/>
                <p:cNvSpPr>
                  <a:spLocks/>
                </p:cNvSpPr>
                <p:nvPr/>
              </p:nvSpPr>
              <p:spPr bwMode="auto">
                <a:xfrm rot="10800000">
                  <a:off x="964577" y="4055099"/>
                  <a:ext cx="41497" cy="61021"/>
                </a:xfrm>
                <a:custGeom>
                  <a:avLst/>
                  <a:gdLst>
                    <a:gd name="T0" fmla="*/ 45 w 45"/>
                    <a:gd name="T1" fmla="*/ 13 h 66"/>
                    <a:gd name="T2" fmla="*/ 0 w 45"/>
                    <a:gd name="T3" fmla="*/ 66 h 66"/>
                  </a:gdLst>
                  <a:ahLst/>
                  <a:cxnLst>
                    <a:cxn ang="0">
                      <a:pos x="T0" y="T1"/>
                    </a:cxn>
                    <a:cxn ang="0">
                      <a:pos x="T2" y="T3"/>
                    </a:cxn>
                  </a:cxnLst>
                  <a:rect l="0" t="0" r="r" b="b"/>
                  <a:pathLst>
                    <a:path w="45" h="66">
                      <a:moveTo>
                        <a:pt x="45" y="13"/>
                      </a:moveTo>
                      <a:cubicBezTo>
                        <a:pt x="30" y="0"/>
                        <a:pt x="7" y="66"/>
                        <a:pt x="0" y="6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29" name="Freeform 127"/>
                <p:cNvSpPr>
                  <a:spLocks/>
                </p:cNvSpPr>
                <p:nvPr/>
              </p:nvSpPr>
              <p:spPr bwMode="auto">
                <a:xfrm rot="10800000">
                  <a:off x="964577" y="4030136"/>
                  <a:ext cx="41497" cy="73965"/>
                </a:xfrm>
                <a:custGeom>
                  <a:avLst/>
                  <a:gdLst>
                    <a:gd name="T0" fmla="*/ 0 w 45"/>
                    <a:gd name="T1" fmla="*/ 53 h 80"/>
                    <a:gd name="T2" fmla="*/ 45 w 45"/>
                    <a:gd name="T3" fmla="*/ 0 h 80"/>
                  </a:gdLst>
                  <a:ahLst/>
                  <a:cxnLst>
                    <a:cxn ang="0">
                      <a:pos x="T0" y="T1"/>
                    </a:cxn>
                    <a:cxn ang="0">
                      <a:pos x="T2" y="T3"/>
                    </a:cxn>
                  </a:cxnLst>
                  <a:rect l="0" t="0" r="r" b="b"/>
                  <a:pathLst>
                    <a:path w="45" h="80">
                      <a:moveTo>
                        <a:pt x="0" y="53"/>
                      </a:moveTo>
                      <a:cubicBezTo>
                        <a:pt x="30" y="80"/>
                        <a:pt x="45" y="0"/>
                        <a:pt x="4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30" name="Freeform 128"/>
                <p:cNvSpPr>
                  <a:spLocks/>
                </p:cNvSpPr>
                <p:nvPr/>
              </p:nvSpPr>
              <p:spPr bwMode="auto">
                <a:xfrm rot="10800000">
                  <a:off x="950745" y="4030136"/>
                  <a:ext cx="41497" cy="73965"/>
                </a:xfrm>
                <a:custGeom>
                  <a:avLst/>
                  <a:gdLst>
                    <a:gd name="T0" fmla="*/ 0 w 45"/>
                    <a:gd name="T1" fmla="*/ 60 h 80"/>
                    <a:gd name="T2" fmla="*/ 30 w 45"/>
                    <a:gd name="T3" fmla="*/ 0 h 80"/>
                  </a:gdLst>
                  <a:ahLst/>
                  <a:cxnLst>
                    <a:cxn ang="0">
                      <a:pos x="T0" y="T1"/>
                    </a:cxn>
                    <a:cxn ang="0">
                      <a:pos x="T2" y="T3"/>
                    </a:cxn>
                  </a:cxnLst>
                  <a:rect l="0" t="0" r="r" b="b"/>
                  <a:pathLst>
                    <a:path w="45" h="80">
                      <a:moveTo>
                        <a:pt x="0" y="60"/>
                      </a:moveTo>
                      <a:cubicBezTo>
                        <a:pt x="15" y="80"/>
                        <a:pt x="45" y="0"/>
                        <a:pt x="3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31" name="Rectangle 69"/>
                <p:cNvSpPr>
                  <a:spLocks noChangeArrowheads="1"/>
                </p:cNvSpPr>
                <p:nvPr/>
              </p:nvSpPr>
              <p:spPr bwMode="auto">
                <a:xfrm rot="10800000">
                  <a:off x="788249" y="4063770"/>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32" name="Rectangle 69"/>
                <p:cNvSpPr>
                  <a:spLocks noChangeArrowheads="1"/>
                </p:cNvSpPr>
                <p:nvPr/>
              </p:nvSpPr>
              <p:spPr bwMode="auto">
                <a:xfrm rot="10800000">
                  <a:off x="816174" y="4063770"/>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33" name="Rectangle 69"/>
                <p:cNvSpPr>
                  <a:spLocks noChangeArrowheads="1"/>
                </p:cNvSpPr>
                <p:nvPr/>
              </p:nvSpPr>
              <p:spPr bwMode="auto">
                <a:xfrm rot="10800000">
                  <a:off x="788265" y="3592348"/>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34" name="Rectangle 69"/>
                <p:cNvSpPr>
                  <a:spLocks noChangeArrowheads="1"/>
                </p:cNvSpPr>
                <p:nvPr/>
              </p:nvSpPr>
              <p:spPr bwMode="auto">
                <a:xfrm rot="10800000">
                  <a:off x="816190" y="3592348"/>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35" name="Rectangle 69"/>
                <p:cNvSpPr>
                  <a:spLocks noChangeArrowheads="1"/>
                </p:cNvSpPr>
                <p:nvPr/>
              </p:nvSpPr>
              <p:spPr bwMode="auto">
                <a:xfrm rot="10800000">
                  <a:off x="535879" y="4059024"/>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36" name="Rectangle 69"/>
                <p:cNvSpPr>
                  <a:spLocks noChangeArrowheads="1"/>
                </p:cNvSpPr>
                <p:nvPr/>
              </p:nvSpPr>
              <p:spPr bwMode="auto">
                <a:xfrm rot="10800000">
                  <a:off x="563804" y="4059024"/>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37" name="Rectangle 69"/>
                <p:cNvSpPr>
                  <a:spLocks noChangeArrowheads="1"/>
                </p:cNvSpPr>
                <p:nvPr/>
              </p:nvSpPr>
              <p:spPr bwMode="auto">
                <a:xfrm rot="10800000">
                  <a:off x="535895" y="3597126"/>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38" name="Rectangle 69"/>
                <p:cNvSpPr>
                  <a:spLocks noChangeArrowheads="1"/>
                </p:cNvSpPr>
                <p:nvPr/>
              </p:nvSpPr>
              <p:spPr bwMode="auto">
                <a:xfrm rot="10800000">
                  <a:off x="563820" y="3597126"/>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grpSp>
          <p:sp>
            <p:nvSpPr>
              <p:cNvPr id="262" name="流程图: 联系 403"/>
              <p:cNvSpPr/>
              <p:nvPr/>
            </p:nvSpPr>
            <p:spPr>
              <a:xfrm>
                <a:off x="1672738" y="3075139"/>
                <a:ext cx="55701"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63" name="流程图: 联系 403"/>
              <p:cNvSpPr/>
              <p:nvPr/>
            </p:nvSpPr>
            <p:spPr>
              <a:xfrm>
                <a:off x="1684659" y="2970370"/>
                <a:ext cx="55701"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64" name="流程图: 联系 403"/>
              <p:cNvSpPr/>
              <p:nvPr/>
            </p:nvSpPr>
            <p:spPr>
              <a:xfrm>
                <a:off x="1681174" y="2865941"/>
                <a:ext cx="55701"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65" name="流程图: 联系 403"/>
              <p:cNvSpPr/>
              <p:nvPr/>
            </p:nvSpPr>
            <p:spPr>
              <a:xfrm>
                <a:off x="1658503" y="2786069"/>
                <a:ext cx="55701"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66" name="矩形 265"/>
              <p:cNvSpPr/>
              <p:nvPr/>
            </p:nvSpPr>
            <p:spPr>
              <a:xfrm>
                <a:off x="604279" y="2680500"/>
                <a:ext cx="1141646" cy="524345"/>
              </a:xfrm>
              <a:prstGeom prst="rect">
                <a:avLst/>
              </a:prstGeom>
              <a:noFill/>
              <a:ln w="1905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grpSp>
        <p:grpSp>
          <p:nvGrpSpPr>
            <p:cNvPr id="16" name="组合 15"/>
            <p:cNvGrpSpPr/>
            <p:nvPr/>
          </p:nvGrpSpPr>
          <p:grpSpPr>
            <a:xfrm>
              <a:off x="3462996" y="1454692"/>
              <a:ext cx="2194806" cy="1285732"/>
              <a:chOff x="5210838" y="1245674"/>
              <a:chExt cx="3282811" cy="2029811"/>
            </a:xfrm>
          </p:grpSpPr>
          <p:grpSp>
            <p:nvGrpSpPr>
              <p:cNvPr id="133" name="组合 132"/>
              <p:cNvGrpSpPr/>
              <p:nvPr/>
            </p:nvGrpSpPr>
            <p:grpSpPr>
              <a:xfrm rot="15066619">
                <a:off x="6260088" y="1557963"/>
                <a:ext cx="1087521" cy="462944"/>
                <a:chOff x="2888780" y="1949025"/>
                <a:chExt cx="1320528" cy="562133"/>
              </a:xfrm>
            </p:grpSpPr>
            <p:sp>
              <p:nvSpPr>
                <p:cNvPr id="162" name="Freeform 5"/>
                <p:cNvSpPr>
                  <a:spLocks/>
                </p:cNvSpPr>
                <p:nvPr/>
              </p:nvSpPr>
              <p:spPr bwMode="auto">
                <a:xfrm rot="10800000">
                  <a:off x="4043320" y="1998027"/>
                  <a:ext cx="165988" cy="464129"/>
                </a:xfrm>
                <a:custGeom>
                  <a:avLst/>
                  <a:gdLst>
                    <a:gd name="T0" fmla="*/ 180 w 180"/>
                    <a:gd name="T1" fmla="*/ 502 h 502"/>
                    <a:gd name="T2" fmla="*/ 180 w 180"/>
                    <a:gd name="T3" fmla="*/ 0 h 502"/>
                  </a:gdLst>
                  <a:ahLst/>
                  <a:cxnLst>
                    <a:cxn ang="0">
                      <a:pos x="T0" y="T1"/>
                    </a:cxn>
                    <a:cxn ang="0">
                      <a:pos x="T2" y="T3"/>
                    </a:cxn>
                  </a:cxnLst>
                  <a:rect l="0" t="0" r="r" b="b"/>
                  <a:pathLst>
                    <a:path w="180" h="502">
                      <a:moveTo>
                        <a:pt x="180" y="502"/>
                      </a:moveTo>
                      <a:cubicBezTo>
                        <a:pt x="15" y="396"/>
                        <a:pt x="0" y="132"/>
                        <a:pt x="18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63" name="Freeform 6"/>
                <p:cNvSpPr>
                  <a:spLocks/>
                </p:cNvSpPr>
                <p:nvPr/>
              </p:nvSpPr>
              <p:spPr bwMode="auto">
                <a:xfrm rot="10800000">
                  <a:off x="3849667" y="1973988"/>
                  <a:ext cx="193653" cy="24039"/>
                </a:xfrm>
                <a:custGeom>
                  <a:avLst/>
                  <a:gdLst>
                    <a:gd name="T0" fmla="*/ 0 w 210"/>
                    <a:gd name="T1" fmla="*/ 0 h 26"/>
                    <a:gd name="T2" fmla="*/ 210 w 210"/>
                    <a:gd name="T3" fmla="*/ 13 h 26"/>
                  </a:gdLst>
                  <a:ahLst/>
                  <a:cxnLst>
                    <a:cxn ang="0">
                      <a:pos x="T0" y="T1"/>
                    </a:cxn>
                    <a:cxn ang="0">
                      <a:pos x="T2" y="T3"/>
                    </a:cxn>
                  </a:cxnLst>
                  <a:rect l="0" t="0" r="r" b="b"/>
                  <a:pathLst>
                    <a:path w="210" h="26">
                      <a:moveTo>
                        <a:pt x="0" y="0"/>
                      </a:moveTo>
                      <a:cubicBezTo>
                        <a:pt x="105" y="26"/>
                        <a:pt x="165" y="13"/>
                        <a:pt x="210" y="1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64" name="Freeform 7"/>
                <p:cNvSpPr>
                  <a:spLocks/>
                </p:cNvSpPr>
                <p:nvPr/>
              </p:nvSpPr>
              <p:spPr bwMode="auto">
                <a:xfrm rot="10800000">
                  <a:off x="4118936" y="2120069"/>
                  <a:ext cx="48874" cy="220045"/>
                </a:xfrm>
                <a:custGeom>
                  <a:avLst/>
                  <a:gdLst>
                    <a:gd name="T0" fmla="*/ 53 w 53"/>
                    <a:gd name="T1" fmla="*/ 238 h 238"/>
                    <a:gd name="T2" fmla="*/ 53 w 53"/>
                    <a:gd name="T3" fmla="*/ 0 h 238"/>
                  </a:gdLst>
                  <a:ahLst/>
                  <a:cxnLst>
                    <a:cxn ang="0">
                      <a:pos x="T0" y="T1"/>
                    </a:cxn>
                    <a:cxn ang="0">
                      <a:pos x="T2" y="T3"/>
                    </a:cxn>
                  </a:cxnLst>
                  <a:rect l="0" t="0" r="r" b="b"/>
                  <a:pathLst>
                    <a:path w="53" h="238">
                      <a:moveTo>
                        <a:pt x="53" y="238"/>
                      </a:moveTo>
                      <a:cubicBezTo>
                        <a:pt x="0" y="185"/>
                        <a:pt x="0" y="79"/>
                        <a:pt x="53"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65" name="Freeform 8"/>
                <p:cNvSpPr>
                  <a:spLocks/>
                </p:cNvSpPr>
                <p:nvPr/>
              </p:nvSpPr>
              <p:spPr bwMode="auto">
                <a:xfrm rot="10800000">
                  <a:off x="4029487" y="2010046"/>
                  <a:ext cx="110659" cy="122042"/>
                </a:xfrm>
                <a:custGeom>
                  <a:avLst/>
                  <a:gdLst>
                    <a:gd name="T0" fmla="*/ 48 w 256"/>
                    <a:gd name="T1" fmla="*/ 32 h 320"/>
                    <a:gd name="T2" fmla="*/ 96 w 256"/>
                    <a:gd name="T3" fmla="*/ 160 h 320"/>
                    <a:gd name="T4" fmla="*/ 176 w 256"/>
                    <a:gd name="T5" fmla="*/ 272 h 320"/>
                    <a:gd name="T6" fmla="*/ 192 w 256"/>
                    <a:gd name="T7" fmla="*/ 208 h 320"/>
                    <a:gd name="T8" fmla="*/ 96 w 256"/>
                    <a:gd name="T9" fmla="*/ 64 h 320"/>
                    <a:gd name="T10" fmla="*/ 48 w 256"/>
                    <a:gd name="T11" fmla="*/ 32 h 320"/>
                  </a:gdLst>
                  <a:ahLst/>
                  <a:cxnLst>
                    <a:cxn ang="0">
                      <a:pos x="T0" y="T1"/>
                    </a:cxn>
                    <a:cxn ang="0">
                      <a:pos x="T2" y="T3"/>
                    </a:cxn>
                    <a:cxn ang="0">
                      <a:pos x="T4" y="T5"/>
                    </a:cxn>
                    <a:cxn ang="0">
                      <a:pos x="T6" y="T7"/>
                    </a:cxn>
                    <a:cxn ang="0">
                      <a:pos x="T8" y="T9"/>
                    </a:cxn>
                    <a:cxn ang="0">
                      <a:pos x="T10" y="T11"/>
                    </a:cxn>
                  </a:cxnLst>
                  <a:rect l="0" t="0" r="r" b="b"/>
                  <a:pathLst>
                    <a:path w="256" h="320">
                      <a:moveTo>
                        <a:pt x="48" y="32"/>
                      </a:moveTo>
                      <a:cubicBezTo>
                        <a:pt x="0" y="0"/>
                        <a:pt x="80" y="128"/>
                        <a:pt x="96" y="160"/>
                      </a:cubicBezTo>
                      <a:cubicBezTo>
                        <a:pt x="96" y="208"/>
                        <a:pt x="144" y="256"/>
                        <a:pt x="176" y="272"/>
                      </a:cubicBezTo>
                      <a:cubicBezTo>
                        <a:pt x="256" y="320"/>
                        <a:pt x="208" y="224"/>
                        <a:pt x="192" y="208"/>
                      </a:cubicBezTo>
                      <a:cubicBezTo>
                        <a:pt x="160" y="160"/>
                        <a:pt x="128" y="112"/>
                        <a:pt x="96" y="64"/>
                      </a:cubicBezTo>
                      <a:cubicBezTo>
                        <a:pt x="80" y="48"/>
                        <a:pt x="64" y="48"/>
                        <a:pt x="48" y="32"/>
                      </a:cubicBezTo>
                    </a:path>
                  </a:pathLst>
                </a:custGeom>
                <a:solidFill>
                  <a:srgbClr val="FFFFFF"/>
                </a:solidFill>
                <a:ln w="3175">
                  <a:solidFill>
                    <a:srgbClr val="5757FF"/>
                  </a:solidFill>
                  <a:prstDash val="solid"/>
                  <a:round/>
                  <a:headEnd/>
                  <a:tailEnd/>
                </a:ln>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66" name="Freeform 9"/>
                <p:cNvSpPr>
                  <a:spLocks/>
                </p:cNvSpPr>
                <p:nvPr/>
              </p:nvSpPr>
              <p:spPr bwMode="auto">
                <a:xfrm rot="10800000">
                  <a:off x="4029487" y="2010046"/>
                  <a:ext cx="110659" cy="122042"/>
                </a:xfrm>
                <a:custGeom>
                  <a:avLst/>
                  <a:gdLst>
                    <a:gd name="T0" fmla="*/ 23 w 120"/>
                    <a:gd name="T1" fmla="*/ 13 h 132"/>
                    <a:gd name="T2" fmla="*/ 45 w 120"/>
                    <a:gd name="T3" fmla="*/ 66 h 132"/>
                    <a:gd name="T4" fmla="*/ 82 w 120"/>
                    <a:gd name="T5" fmla="*/ 112 h 132"/>
                    <a:gd name="T6" fmla="*/ 90 w 120"/>
                    <a:gd name="T7" fmla="*/ 86 h 132"/>
                    <a:gd name="T8" fmla="*/ 45 w 120"/>
                    <a:gd name="T9" fmla="*/ 26 h 132"/>
                    <a:gd name="T10" fmla="*/ 23 w 120"/>
                    <a:gd name="T11" fmla="*/ 13 h 132"/>
                  </a:gdLst>
                  <a:ahLst/>
                  <a:cxnLst>
                    <a:cxn ang="0">
                      <a:pos x="T0" y="T1"/>
                    </a:cxn>
                    <a:cxn ang="0">
                      <a:pos x="T2" y="T3"/>
                    </a:cxn>
                    <a:cxn ang="0">
                      <a:pos x="T4" y="T5"/>
                    </a:cxn>
                    <a:cxn ang="0">
                      <a:pos x="T6" y="T7"/>
                    </a:cxn>
                    <a:cxn ang="0">
                      <a:pos x="T8" y="T9"/>
                    </a:cxn>
                    <a:cxn ang="0">
                      <a:pos x="T10" y="T11"/>
                    </a:cxn>
                  </a:cxnLst>
                  <a:rect l="0" t="0" r="r" b="b"/>
                  <a:pathLst>
                    <a:path w="120" h="132">
                      <a:moveTo>
                        <a:pt x="23" y="13"/>
                      </a:moveTo>
                      <a:cubicBezTo>
                        <a:pt x="0" y="0"/>
                        <a:pt x="38" y="53"/>
                        <a:pt x="45" y="66"/>
                      </a:cubicBezTo>
                      <a:cubicBezTo>
                        <a:pt x="45" y="86"/>
                        <a:pt x="68" y="105"/>
                        <a:pt x="82" y="112"/>
                      </a:cubicBezTo>
                      <a:cubicBezTo>
                        <a:pt x="120" y="132"/>
                        <a:pt x="97" y="92"/>
                        <a:pt x="90" y="86"/>
                      </a:cubicBezTo>
                      <a:cubicBezTo>
                        <a:pt x="75" y="66"/>
                        <a:pt x="60" y="46"/>
                        <a:pt x="45" y="26"/>
                      </a:cubicBezTo>
                      <a:cubicBezTo>
                        <a:pt x="38" y="19"/>
                        <a:pt x="30" y="19"/>
                        <a:pt x="23" y="1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67" name="Freeform 10"/>
                <p:cNvSpPr>
                  <a:spLocks/>
                </p:cNvSpPr>
                <p:nvPr/>
              </p:nvSpPr>
              <p:spPr bwMode="auto">
                <a:xfrm rot="10800000">
                  <a:off x="4029487" y="2328095"/>
                  <a:ext cx="110659" cy="122042"/>
                </a:xfrm>
                <a:custGeom>
                  <a:avLst/>
                  <a:gdLst>
                    <a:gd name="T0" fmla="*/ 48 w 256"/>
                    <a:gd name="T1" fmla="*/ 304 h 320"/>
                    <a:gd name="T2" fmla="*/ 96 w 256"/>
                    <a:gd name="T3" fmla="*/ 160 h 320"/>
                    <a:gd name="T4" fmla="*/ 176 w 256"/>
                    <a:gd name="T5" fmla="*/ 64 h 320"/>
                    <a:gd name="T6" fmla="*/ 192 w 256"/>
                    <a:gd name="T7" fmla="*/ 128 h 320"/>
                    <a:gd name="T8" fmla="*/ 96 w 256"/>
                    <a:gd name="T9" fmla="*/ 256 h 320"/>
                    <a:gd name="T10" fmla="*/ 48 w 256"/>
                    <a:gd name="T11" fmla="*/ 304 h 320"/>
                  </a:gdLst>
                  <a:ahLst/>
                  <a:cxnLst>
                    <a:cxn ang="0">
                      <a:pos x="T0" y="T1"/>
                    </a:cxn>
                    <a:cxn ang="0">
                      <a:pos x="T2" y="T3"/>
                    </a:cxn>
                    <a:cxn ang="0">
                      <a:pos x="T4" y="T5"/>
                    </a:cxn>
                    <a:cxn ang="0">
                      <a:pos x="T6" y="T7"/>
                    </a:cxn>
                    <a:cxn ang="0">
                      <a:pos x="T8" y="T9"/>
                    </a:cxn>
                    <a:cxn ang="0">
                      <a:pos x="T10" y="T11"/>
                    </a:cxn>
                  </a:cxnLst>
                  <a:rect l="0" t="0" r="r" b="b"/>
                  <a:pathLst>
                    <a:path w="256" h="320">
                      <a:moveTo>
                        <a:pt x="48" y="304"/>
                      </a:moveTo>
                      <a:cubicBezTo>
                        <a:pt x="0" y="320"/>
                        <a:pt x="80" y="208"/>
                        <a:pt x="96" y="160"/>
                      </a:cubicBezTo>
                      <a:cubicBezTo>
                        <a:pt x="112" y="112"/>
                        <a:pt x="144" y="80"/>
                        <a:pt x="176" y="64"/>
                      </a:cubicBezTo>
                      <a:cubicBezTo>
                        <a:pt x="256" y="0"/>
                        <a:pt x="208" y="112"/>
                        <a:pt x="192" y="128"/>
                      </a:cubicBezTo>
                      <a:cubicBezTo>
                        <a:pt x="160" y="160"/>
                        <a:pt x="128" y="224"/>
                        <a:pt x="96" y="256"/>
                      </a:cubicBezTo>
                      <a:cubicBezTo>
                        <a:pt x="80" y="288"/>
                        <a:pt x="64" y="288"/>
                        <a:pt x="48" y="304"/>
                      </a:cubicBezTo>
                    </a:path>
                  </a:pathLst>
                </a:custGeom>
                <a:solidFill>
                  <a:srgbClr val="FFFFFF"/>
                </a:solidFill>
                <a:ln w="3175">
                  <a:solidFill>
                    <a:srgbClr val="5757FF"/>
                  </a:solidFill>
                  <a:prstDash val="solid"/>
                  <a:round/>
                  <a:headEnd/>
                  <a:tailEnd/>
                </a:ln>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68" name="Freeform 11"/>
                <p:cNvSpPr>
                  <a:spLocks/>
                </p:cNvSpPr>
                <p:nvPr/>
              </p:nvSpPr>
              <p:spPr bwMode="auto">
                <a:xfrm rot="10800000">
                  <a:off x="4029487" y="2328095"/>
                  <a:ext cx="110659" cy="122042"/>
                </a:xfrm>
                <a:custGeom>
                  <a:avLst/>
                  <a:gdLst>
                    <a:gd name="T0" fmla="*/ 23 w 120"/>
                    <a:gd name="T1" fmla="*/ 126 h 132"/>
                    <a:gd name="T2" fmla="*/ 45 w 120"/>
                    <a:gd name="T3" fmla="*/ 66 h 132"/>
                    <a:gd name="T4" fmla="*/ 82 w 120"/>
                    <a:gd name="T5" fmla="*/ 27 h 132"/>
                    <a:gd name="T6" fmla="*/ 90 w 120"/>
                    <a:gd name="T7" fmla="*/ 53 h 132"/>
                    <a:gd name="T8" fmla="*/ 45 w 120"/>
                    <a:gd name="T9" fmla="*/ 106 h 132"/>
                    <a:gd name="T10" fmla="*/ 23 w 120"/>
                    <a:gd name="T11" fmla="*/ 126 h 132"/>
                  </a:gdLst>
                  <a:ahLst/>
                  <a:cxnLst>
                    <a:cxn ang="0">
                      <a:pos x="T0" y="T1"/>
                    </a:cxn>
                    <a:cxn ang="0">
                      <a:pos x="T2" y="T3"/>
                    </a:cxn>
                    <a:cxn ang="0">
                      <a:pos x="T4" y="T5"/>
                    </a:cxn>
                    <a:cxn ang="0">
                      <a:pos x="T6" y="T7"/>
                    </a:cxn>
                    <a:cxn ang="0">
                      <a:pos x="T8" y="T9"/>
                    </a:cxn>
                    <a:cxn ang="0">
                      <a:pos x="T10" y="T11"/>
                    </a:cxn>
                  </a:cxnLst>
                  <a:rect l="0" t="0" r="r" b="b"/>
                  <a:pathLst>
                    <a:path w="120" h="132">
                      <a:moveTo>
                        <a:pt x="23" y="126"/>
                      </a:moveTo>
                      <a:cubicBezTo>
                        <a:pt x="0" y="132"/>
                        <a:pt x="38" y="86"/>
                        <a:pt x="45" y="66"/>
                      </a:cubicBezTo>
                      <a:cubicBezTo>
                        <a:pt x="53" y="46"/>
                        <a:pt x="68" y="33"/>
                        <a:pt x="82" y="27"/>
                      </a:cubicBezTo>
                      <a:cubicBezTo>
                        <a:pt x="120" y="0"/>
                        <a:pt x="97" y="46"/>
                        <a:pt x="90" y="53"/>
                      </a:cubicBezTo>
                      <a:cubicBezTo>
                        <a:pt x="75" y="66"/>
                        <a:pt x="60" y="93"/>
                        <a:pt x="45" y="106"/>
                      </a:cubicBezTo>
                      <a:cubicBezTo>
                        <a:pt x="38" y="119"/>
                        <a:pt x="30" y="119"/>
                        <a:pt x="23" y="12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69" name="Freeform 12"/>
                <p:cNvSpPr>
                  <a:spLocks/>
                </p:cNvSpPr>
                <p:nvPr/>
              </p:nvSpPr>
              <p:spPr bwMode="auto">
                <a:xfrm rot="10800000">
                  <a:off x="3891164" y="2071067"/>
                  <a:ext cx="248982" cy="73965"/>
                </a:xfrm>
                <a:custGeom>
                  <a:avLst/>
                  <a:gdLst>
                    <a:gd name="T0" fmla="*/ 270 w 270"/>
                    <a:gd name="T1" fmla="*/ 80 h 80"/>
                    <a:gd name="T2" fmla="*/ 0 w 270"/>
                    <a:gd name="T3" fmla="*/ 0 h 80"/>
                  </a:gdLst>
                  <a:ahLst/>
                  <a:cxnLst>
                    <a:cxn ang="0">
                      <a:pos x="T0" y="T1"/>
                    </a:cxn>
                    <a:cxn ang="0">
                      <a:pos x="T2" y="T3"/>
                    </a:cxn>
                  </a:cxnLst>
                  <a:rect l="0" t="0" r="r" b="b"/>
                  <a:pathLst>
                    <a:path w="270" h="80">
                      <a:moveTo>
                        <a:pt x="270" y="80"/>
                      </a:moveTo>
                      <a:cubicBezTo>
                        <a:pt x="180" y="53"/>
                        <a:pt x="60" y="5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70" name="Freeform 13"/>
                <p:cNvSpPr>
                  <a:spLocks/>
                </p:cNvSpPr>
                <p:nvPr/>
              </p:nvSpPr>
              <p:spPr bwMode="auto">
                <a:xfrm rot="10800000">
                  <a:off x="3891164" y="2315151"/>
                  <a:ext cx="248982" cy="73965"/>
                </a:xfrm>
                <a:custGeom>
                  <a:avLst/>
                  <a:gdLst>
                    <a:gd name="T0" fmla="*/ 270 w 270"/>
                    <a:gd name="T1" fmla="*/ 0 h 80"/>
                    <a:gd name="T2" fmla="*/ 0 w 270"/>
                    <a:gd name="T3" fmla="*/ 80 h 80"/>
                  </a:gdLst>
                  <a:ahLst/>
                  <a:cxnLst>
                    <a:cxn ang="0">
                      <a:pos x="T0" y="T1"/>
                    </a:cxn>
                    <a:cxn ang="0">
                      <a:pos x="T2" y="T3"/>
                    </a:cxn>
                  </a:cxnLst>
                  <a:rect l="0" t="0" r="r" b="b"/>
                  <a:pathLst>
                    <a:path w="270" h="80">
                      <a:moveTo>
                        <a:pt x="270" y="0"/>
                      </a:moveTo>
                      <a:cubicBezTo>
                        <a:pt x="180" y="27"/>
                        <a:pt x="60" y="27"/>
                        <a:pt x="0" y="8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71" name="Oval 17"/>
                <p:cNvSpPr>
                  <a:spLocks noChangeArrowheads="1"/>
                </p:cNvSpPr>
                <p:nvPr/>
              </p:nvSpPr>
              <p:spPr bwMode="auto">
                <a:xfrm rot="10800000">
                  <a:off x="4137531" y="2199581"/>
                  <a:ext cx="13832" cy="61021"/>
                </a:xfrm>
                <a:prstGeom prst="ellipse">
                  <a:avLst/>
                </a:pr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72" name="Freeform 18"/>
                <p:cNvSpPr>
                  <a:spLocks/>
                </p:cNvSpPr>
                <p:nvPr/>
              </p:nvSpPr>
              <p:spPr bwMode="auto">
                <a:xfrm rot="10800000">
                  <a:off x="4112481" y="2132088"/>
                  <a:ext cx="27665" cy="208026"/>
                </a:xfrm>
                <a:custGeom>
                  <a:avLst/>
                  <a:gdLst>
                    <a:gd name="T0" fmla="*/ 30 w 30"/>
                    <a:gd name="T1" fmla="*/ 225 h 225"/>
                    <a:gd name="T2" fmla="*/ 30 w 30"/>
                    <a:gd name="T3" fmla="*/ 0 h 225"/>
                  </a:gdLst>
                  <a:ahLst/>
                  <a:cxnLst>
                    <a:cxn ang="0">
                      <a:pos x="T0" y="T1"/>
                    </a:cxn>
                    <a:cxn ang="0">
                      <a:pos x="T2" y="T3"/>
                    </a:cxn>
                  </a:cxnLst>
                  <a:rect l="0" t="0" r="r" b="b"/>
                  <a:pathLst>
                    <a:path w="30" h="225">
                      <a:moveTo>
                        <a:pt x="30" y="225"/>
                      </a:moveTo>
                      <a:cubicBezTo>
                        <a:pt x="0" y="165"/>
                        <a:pt x="0" y="106"/>
                        <a:pt x="3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73" name="Freeform 19"/>
                <p:cNvSpPr>
                  <a:spLocks/>
                </p:cNvSpPr>
                <p:nvPr/>
              </p:nvSpPr>
              <p:spPr bwMode="auto">
                <a:xfrm rot="10800000">
                  <a:off x="3822002" y="2022066"/>
                  <a:ext cx="235150" cy="24963"/>
                </a:xfrm>
                <a:custGeom>
                  <a:avLst/>
                  <a:gdLst>
                    <a:gd name="T0" fmla="*/ 0 w 255"/>
                    <a:gd name="T1" fmla="*/ 0 h 27"/>
                    <a:gd name="T2" fmla="*/ 255 w 255"/>
                    <a:gd name="T3" fmla="*/ 0 h 27"/>
                  </a:gdLst>
                  <a:ahLst/>
                  <a:cxnLst>
                    <a:cxn ang="0">
                      <a:pos x="T0" y="T1"/>
                    </a:cxn>
                    <a:cxn ang="0">
                      <a:pos x="T2" y="T3"/>
                    </a:cxn>
                  </a:cxnLst>
                  <a:rect l="0" t="0" r="r" b="b"/>
                  <a:pathLst>
                    <a:path w="255" h="27">
                      <a:moveTo>
                        <a:pt x="0" y="0"/>
                      </a:moveTo>
                      <a:cubicBezTo>
                        <a:pt x="90" y="0"/>
                        <a:pt x="195" y="27"/>
                        <a:pt x="25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74" name="Freeform 20"/>
                <p:cNvSpPr>
                  <a:spLocks/>
                </p:cNvSpPr>
                <p:nvPr/>
              </p:nvSpPr>
              <p:spPr bwMode="auto">
                <a:xfrm rot="10800000">
                  <a:off x="3822002" y="2413154"/>
                  <a:ext cx="235150" cy="24963"/>
                </a:xfrm>
                <a:custGeom>
                  <a:avLst/>
                  <a:gdLst>
                    <a:gd name="T0" fmla="*/ 0 w 255"/>
                    <a:gd name="T1" fmla="*/ 27 h 27"/>
                    <a:gd name="T2" fmla="*/ 255 w 255"/>
                    <a:gd name="T3" fmla="*/ 27 h 27"/>
                  </a:gdLst>
                  <a:ahLst/>
                  <a:cxnLst>
                    <a:cxn ang="0">
                      <a:pos x="T0" y="T1"/>
                    </a:cxn>
                    <a:cxn ang="0">
                      <a:pos x="T2" y="T3"/>
                    </a:cxn>
                  </a:cxnLst>
                  <a:rect l="0" t="0" r="r" b="b"/>
                  <a:pathLst>
                    <a:path w="255" h="27">
                      <a:moveTo>
                        <a:pt x="0" y="27"/>
                      </a:moveTo>
                      <a:cubicBezTo>
                        <a:pt x="90" y="27"/>
                        <a:pt x="195" y="0"/>
                        <a:pt x="255" y="2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75" name="Freeform 21"/>
                <p:cNvSpPr>
                  <a:spLocks/>
                </p:cNvSpPr>
                <p:nvPr/>
              </p:nvSpPr>
              <p:spPr bwMode="auto">
                <a:xfrm rot="10800000">
                  <a:off x="3780505" y="2010046"/>
                  <a:ext cx="262814" cy="24963"/>
                </a:xfrm>
                <a:custGeom>
                  <a:avLst/>
                  <a:gdLst>
                    <a:gd name="T0" fmla="*/ 0 w 285"/>
                    <a:gd name="T1" fmla="*/ 0 h 27"/>
                    <a:gd name="T2" fmla="*/ 285 w 285"/>
                    <a:gd name="T3" fmla="*/ 0 h 27"/>
                  </a:gdLst>
                  <a:ahLst/>
                  <a:cxnLst>
                    <a:cxn ang="0">
                      <a:pos x="T0" y="T1"/>
                    </a:cxn>
                    <a:cxn ang="0">
                      <a:pos x="T2" y="T3"/>
                    </a:cxn>
                  </a:cxnLst>
                  <a:rect l="0" t="0" r="r" b="b"/>
                  <a:pathLst>
                    <a:path w="285" h="27">
                      <a:moveTo>
                        <a:pt x="0" y="0"/>
                      </a:moveTo>
                      <a:cubicBezTo>
                        <a:pt x="105" y="0"/>
                        <a:pt x="217" y="27"/>
                        <a:pt x="28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76" name="Freeform 22"/>
                <p:cNvSpPr>
                  <a:spLocks/>
                </p:cNvSpPr>
                <p:nvPr/>
              </p:nvSpPr>
              <p:spPr bwMode="auto">
                <a:xfrm rot="10800000">
                  <a:off x="3780505" y="2425174"/>
                  <a:ext cx="262814" cy="24963"/>
                </a:xfrm>
                <a:custGeom>
                  <a:avLst/>
                  <a:gdLst>
                    <a:gd name="T0" fmla="*/ 0 w 285"/>
                    <a:gd name="T1" fmla="*/ 27 h 27"/>
                    <a:gd name="T2" fmla="*/ 285 w 285"/>
                    <a:gd name="T3" fmla="*/ 27 h 27"/>
                  </a:gdLst>
                  <a:ahLst/>
                  <a:cxnLst>
                    <a:cxn ang="0">
                      <a:pos x="T0" y="T1"/>
                    </a:cxn>
                    <a:cxn ang="0">
                      <a:pos x="T2" y="T3"/>
                    </a:cxn>
                  </a:cxnLst>
                  <a:rect l="0" t="0" r="r" b="b"/>
                  <a:pathLst>
                    <a:path w="285" h="27">
                      <a:moveTo>
                        <a:pt x="0" y="27"/>
                      </a:moveTo>
                      <a:cubicBezTo>
                        <a:pt x="105" y="27"/>
                        <a:pt x="217" y="0"/>
                        <a:pt x="285" y="2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77" name="Freeform 26"/>
                <p:cNvSpPr>
                  <a:spLocks/>
                </p:cNvSpPr>
                <p:nvPr/>
              </p:nvSpPr>
              <p:spPr bwMode="auto">
                <a:xfrm rot="10800000">
                  <a:off x="3808170" y="2455684"/>
                  <a:ext cx="90371" cy="12944"/>
                </a:xfrm>
                <a:custGeom>
                  <a:avLst/>
                  <a:gdLst>
                    <a:gd name="T0" fmla="*/ 0 w 98"/>
                    <a:gd name="T1" fmla="*/ 7 h 14"/>
                    <a:gd name="T2" fmla="*/ 53 w 98"/>
                    <a:gd name="T3" fmla="*/ 0 h 14"/>
                    <a:gd name="T4" fmla="*/ 98 w 98"/>
                    <a:gd name="T5" fmla="*/ 7 h 14"/>
                    <a:gd name="T6" fmla="*/ 53 w 98"/>
                    <a:gd name="T7" fmla="*/ 14 h 14"/>
                    <a:gd name="T8" fmla="*/ 0 w 98"/>
                    <a:gd name="T9" fmla="*/ 7 h 14"/>
                  </a:gdLst>
                  <a:ahLst/>
                  <a:cxnLst>
                    <a:cxn ang="0">
                      <a:pos x="T0" y="T1"/>
                    </a:cxn>
                    <a:cxn ang="0">
                      <a:pos x="T2" y="T3"/>
                    </a:cxn>
                    <a:cxn ang="0">
                      <a:pos x="T4" y="T5"/>
                    </a:cxn>
                    <a:cxn ang="0">
                      <a:pos x="T6" y="T7"/>
                    </a:cxn>
                    <a:cxn ang="0">
                      <a:pos x="T8" y="T9"/>
                    </a:cxn>
                  </a:cxnLst>
                  <a:rect l="0" t="0" r="r" b="b"/>
                  <a:pathLst>
                    <a:path w="98" h="14">
                      <a:moveTo>
                        <a:pt x="0" y="7"/>
                      </a:moveTo>
                      <a:cubicBezTo>
                        <a:pt x="0" y="0"/>
                        <a:pt x="23" y="0"/>
                        <a:pt x="53" y="0"/>
                      </a:cubicBezTo>
                      <a:cubicBezTo>
                        <a:pt x="75" y="0"/>
                        <a:pt x="98" y="0"/>
                        <a:pt x="98" y="7"/>
                      </a:cubicBezTo>
                      <a:cubicBezTo>
                        <a:pt x="98" y="7"/>
                        <a:pt x="75" y="14"/>
                        <a:pt x="53" y="14"/>
                      </a:cubicBezTo>
                      <a:cubicBezTo>
                        <a:pt x="23" y="14"/>
                        <a:pt x="0" y="7"/>
                        <a:pt x="0" y="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78" name="Freeform 30"/>
                <p:cNvSpPr>
                  <a:spLocks/>
                </p:cNvSpPr>
                <p:nvPr/>
              </p:nvSpPr>
              <p:spPr bwMode="auto">
                <a:xfrm rot="10800000">
                  <a:off x="3808170" y="1991555"/>
                  <a:ext cx="90371" cy="12944"/>
                </a:xfrm>
                <a:custGeom>
                  <a:avLst/>
                  <a:gdLst>
                    <a:gd name="T0" fmla="*/ 0 w 98"/>
                    <a:gd name="T1" fmla="*/ 7 h 14"/>
                    <a:gd name="T2" fmla="*/ 53 w 98"/>
                    <a:gd name="T3" fmla="*/ 0 h 14"/>
                    <a:gd name="T4" fmla="*/ 98 w 98"/>
                    <a:gd name="T5" fmla="*/ 7 h 14"/>
                    <a:gd name="T6" fmla="*/ 53 w 98"/>
                    <a:gd name="T7" fmla="*/ 14 h 14"/>
                    <a:gd name="T8" fmla="*/ 0 w 98"/>
                    <a:gd name="T9" fmla="*/ 7 h 14"/>
                  </a:gdLst>
                  <a:ahLst/>
                  <a:cxnLst>
                    <a:cxn ang="0">
                      <a:pos x="T0" y="T1"/>
                    </a:cxn>
                    <a:cxn ang="0">
                      <a:pos x="T2" y="T3"/>
                    </a:cxn>
                    <a:cxn ang="0">
                      <a:pos x="T4" y="T5"/>
                    </a:cxn>
                    <a:cxn ang="0">
                      <a:pos x="T6" y="T7"/>
                    </a:cxn>
                    <a:cxn ang="0">
                      <a:pos x="T8" y="T9"/>
                    </a:cxn>
                  </a:cxnLst>
                  <a:rect l="0" t="0" r="r" b="b"/>
                  <a:pathLst>
                    <a:path w="98" h="14">
                      <a:moveTo>
                        <a:pt x="0" y="7"/>
                      </a:moveTo>
                      <a:cubicBezTo>
                        <a:pt x="0" y="0"/>
                        <a:pt x="23" y="0"/>
                        <a:pt x="53" y="0"/>
                      </a:cubicBezTo>
                      <a:cubicBezTo>
                        <a:pt x="75" y="0"/>
                        <a:pt x="98" y="0"/>
                        <a:pt x="98" y="7"/>
                      </a:cubicBezTo>
                      <a:cubicBezTo>
                        <a:pt x="98" y="7"/>
                        <a:pt x="75" y="14"/>
                        <a:pt x="53" y="14"/>
                      </a:cubicBezTo>
                      <a:cubicBezTo>
                        <a:pt x="23" y="14"/>
                        <a:pt x="0" y="7"/>
                        <a:pt x="0" y="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79" name="Freeform 31"/>
                <p:cNvSpPr>
                  <a:spLocks/>
                </p:cNvSpPr>
                <p:nvPr/>
              </p:nvSpPr>
              <p:spPr bwMode="auto">
                <a:xfrm rot="10800000">
                  <a:off x="3835835" y="2047029"/>
                  <a:ext cx="62707" cy="366126"/>
                </a:xfrm>
                <a:custGeom>
                  <a:avLst/>
                  <a:gdLst>
                    <a:gd name="T0" fmla="*/ 68 w 68"/>
                    <a:gd name="T1" fmla="*/ 396 h 396"/>
                    <a:gd name="T2" fmla="*/ 68 w 68"/>
                    <a:gd name="T3" fmla="*/ 0 h 396"/>
                  </a:gdLst>
                  <a:ahLst/>
                  <a:cxnLst>
                    <a:cxn ang="0">
                      <a:pos x="T0" y="T1"/>
                    </a:cxn>
                    <a:cxn ang="0">
                      <a:pos x="T2" y="T3"/>
                    </a:cxn>
                  </a:cxnLst>
                  <a:rect l="0" t="0" r="r" b="b"/>
                  <a:pathLst>
                    <a:path w="68" h="396">
                      <a:moveTo>
                        <a:pt x="68" y="396"/>
                      </a:moveTo>
                      <a:cubicBezTo>
                        <a:pt x="8" y="290"/>
                        <a:pt x="0" y="132"/>
                        <a:pt x="68"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80" name="Freeform 32"/>
                <p:cNvSpPr>
                  <a:spLocks/>
                </p:cNvSpPr>
                <p:nvPr/>
              </p:nvSpPr>
              <p:spPr bwMode="auto">
                <a:xfrm rot="10800000">
                  <a:off x="3822002" y="2047029"/>
                  <a:ext cx="41497" cy="366126"/>
                </a:xfrm>
                <a:custGeom>
                  <a:avLst/>
                  <a:gdLst>
                    <a:gd name="T0" fmla="*/ 45 w 45"/>
                    <a:gd name="T1" fmla="*/ 396 h 396"/>
                    <a:gd name="T2" fmla="*/ 45 w 45"/>
                    <a:gd name="T3" fmla="*/ 0 h 396"/>
                  </a:gdLst>
                  <a:ahLst/>
                  <a:cxnLst>
                    <a:cxn ang="0">
                      <a:pos x="T0" y="T1"/>
                    </a:cxn>
                    <a:cxn ang="0">
                      <a:pos x="T2" y="T3"/>
                    </a:cxn>
                  </a:cxnLst>
                  <a:rect l="0" t="0" r="r" b="b"/>
                  <a:pathLst>
                    <a:path w="45" h="396">
                      <a:moveTo>
                        <a:pt x="45" y="396"/>
                      </a:moveTo>
                      <a:cubicBezTo>
                        <a:pt x="0" y="290"/>
                        <a:pt x="0" y="132"/>
                        <a:pt x="4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81" name="Freeform 33"/>
                <p:cNvSpPr>
                  <a:spLocks/>
                </p:cNvSpPr>
                <p:nvPr/>
              </p:nvSpPr>
              <p:spPr bwMode="auto">
                <a:xfrm rot="10800000">
                  <a:off x="3642182" y="2022066"/>
                  <a:ext cx="179820" cy="49002"/>
                </a:xfrm>
                <a:custGeom>
                  <a:avLst/>
                  <a:gdLst>
                    <a:gd name="T0" fmla="*/ 0 w 195"/>
                    <a:gd name="T1" fmla="*/ 26 h 53"/>
                    <a:gd name="T2" fmla="*/ 195 w 195"/>
                    <a:gd name="T3" fmla="*/ 0 h 53"/>
                  </a:gdLst>
                  <a:ahLst/>
                  <a:cxnLst>
                    <a:cxn ang="0">
                      <a:pos x="T0" y="T1"/>
                    </a:cxn>
                    <a:cxn ang="0">
                      <a:pos x="T2" y="T3"/>
                    </a:cxn>
                  </a:cxnLst>
                  <a:rect l="0" t="0" r="r" b="b"/>
                  <a:pathLst>
                    <a:path w="195" h="53">
                      <a:moveTo>
                        <a:pt x="0" y="26"/>
                      </a:moveTo>
                      <a:cubicBezTo>
                        <a:pt x="15" y="53"/>
                        <a:pt x="135" y="0"/>
                        <a:pt x="19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82" name="Freeform 34"/>
                <p:cNvSpPr>
                  <a:spLocks/>
                </p:cNvSpPr>
                <p:nvPr/>
              </p:nvSpPr>
              <p:spPr bwMode="auto">
                <a:xfrm rot="10800000">
                  <a:off x="3642182" y="2389116"/>
                  <a:ext cx="179820" cy="49002"/>
                </a:xfrm>
                <a:custGeom>
                  <a:avLst/>
                  <a:gdLst>
                    <a:gd name="T0" fmla="*/ 0 w 195"/>
                    <a:gd name="T1" fmla="*/ 27 h 53"/>
                    <a:gd name="T2" fmla="*/ 195 w 195"/>
                    <a:gd name="T3" fmla="*/ 53 h 53"/>
                  </a:gdLst>
                  <a:ahLst/>
                  <a:cxnLst>
                    <a:cxn ang="0">
                      <a:pos x="T0" y="T1"/>
                    </a:cxn>
                    <a:cxn ang="0">
                      <a:pos x="T2" y="T3"/>
                    </a:cxn>
                  </a:cxnLst>
                  <a:rect l="0" t="0" r="r" b="b"/>
                  <a:pathLst>
                    <a:path w="195" h="53">
                      <a:moveTo>
                        <a:pt x="0" y="27"/>
                      </a:moveTo>
                      <a:cubicBezTo>
                        <a:pt x="15" y="0"/>
                        <a:pt x="135" y="53"/>
                        <a:pt x="195" y="5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83" name="Freeform 35"/>
                <p:cNvSpPr>
                  <a:spLocks/>
                </p:cNvSpPr>
                <p:nvPr/>
              </p:nvSpPr>
              <p:spPr bwMode="auto">
                <a:xfrm rot="10800000">
                  <a:off x="3642182" y="2071067"/>
                  <a:ext cx="27665" cy="318049"/>
                </a:xfrm>
                <a:custGeom>
                  <a:avLst/>
                  <a:gdLst>
                    <a:gd name="T0" fmla="*/ 30 w 30"/>
                    <a:gd name="T1" fmla="*/ 344 h 344"/>
                    <a:gd name="T2" fmla="*/ 30 w 30"/>
                    <a:gd name="T3" fmla="*/ 0 h 344"/>
                  </a:gdLst>
                  <a:ahLst/>
                  <a:cxnLst>
                    <a:cxn ang="0">
                      <a:pos x="T0" y="T1"/>
                    </a:cxn>
                    <a:cxn ang="0">
                      <a:pos x="T2" y="T3"/>
                    </a:cxn>
                  </a:cxnLst>
                  <a:rect l="0" t="0" r="r" b="b"/>
                  <a:pathLst>
                    <a:path w="30" h="344">
                      <a:moveTo>
                        <a:pt x="30" y="344"/>
                      </a:moveTo>
                      <a:cubicBezTo>
                        <a:pt x="30" y="291"/>
                        <a:pt x="0" y="185"/>
                        <a:pt x="3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84" name="Freeform 36"/>
                <p:cNvSpPr>
                  <a:spLocks/>
                </p:cNvSpPr>
                <p:nvPr/>
              </p:nvSpPr>
              <p:spPr bwMode="auto">
                <a:xfrm rot="10800000">
                  <a:off x="2965319" y="1973988"/>
                  <a:ext cx="884348" cy="73040"/>
                </a:xfrm>
                <a:custGeom>
                  <a:avLst/>
                  <a:gdLst>
                    <a:gd name="T0" fmla="*/ 0 w 959"/>
                    <a:gd name="T1" fmla="*/ 66 h 79"/>
                    <a:gd name="T2" fmla="*/ 959 w 959"/>
                    <a:gd name="T3" fmla="*/ 0 h 79"/>
                  </a:gdLst>
                  <a:ahLst/>
                  <a:cxnLst>
                    <a:cxn ang="0">
                      <a:pos x="T0" y="T1"/>
                    </a:cxn>
                    <a:cxn ang="0">
                      <a:pos x="T2" y="T3"/>
                    </a:cxn>
                  </a:cxnLst>
                  <a:rect l="0" t="0" r="r" b="b"/>
                  <a:pathLst>
                    <a:path w="959" h="79">
                      <a:moveTo>
                        <a:pt x="0" y="66"/>
                      </a:moveTo>
                      <a:cubicBezTo>
                        <a:pt x="225" y="66"/>
                        <a:pt x="839" y="79"/>
                        <a:pt x="959"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85" name="Freeform 37"/>
                <p:cNvSpPr>
                  <a:spLocks/>
                </p:cNvSpPr>
                <p:nvPr/>
              </p:nvSpPr>
              <p:spPr bwMode="auto">
                <a:xfrm rot="10800000">
                  <a:off x="2965319" y="2413154"/>
                  <a:ext cx="884348" cy="73040"/>
                </a:xfrm>
                <a:custGeom>
                  <a:avLst/>
                  <a:gdLst>
                    <a:gd name="T0" fmla="*/ 0 w 959"/>
                    <a:gd name="T1" fmla="*/ 13 h 79"/>
                    <a:gd name="T2" fmla="*/ 959 w 959"/>
                    <a:gd name="T3" fmla="*/ 79 h 79"/>
                  </a:gdLst>
                  <a:ahLst/>
                  <a:cxnLst>
                    <a:cxn ang="0">
                      <a:pos x="T0" y="T1"/>
                    </a:cxn>
                    <a:cxn ang="0">
                      <a:pos x="T2" y="T3"/>
                    </a:cxn>
                  </a:cxnLst>
                  <a:rect l="0" t="0" r="r" b="b"/>
                  <a:pathLst>
                    <a:path w="959" h="79">
                      <a:moveTo>
                        <a:pt x="0" y="13"/>
                      </a:moveTo>
                      <a:cubicBezTo>
                        <a:pt x="232" y="26"/>
                        <a:pt x="839" y="0"/>
                        <a:pt x="959" y="7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86" name="Freeform 38"/>
                <p:cNvSpPr>
                  <a:spLocks/>
                </p:cNvSpPr>
                <p:nvPr/>
              </p:nvSpPr>
              <p:spPr bwMode="auto">
                <a:xfrm rot="10800000">
                  <a:off x="3849667" y="2462156"/>
                  <a:ext cx="193653" cy="24039"/>
                </a:xfrm>
                <a:custGeom>
                  <a:avLst/>
                  <a:gdLst>
                    <a:gd name="T0" fmla="*/ 0 w 210"/>
                    <a:gd name="T1" fmla="*/ 26 h 26"/>
                    <a:gd name="T2" fmla="*/ 210 w 210"/>
                    <a:gd name="T3" fmla="*/ 13 h 26"/>
                  </a:gdLst>
                  <a:ahLst/>
                  <a:cxnLst>
                    <a:cxn ang="0">
                      <a:pos x="T0" y="T1"/>
                    </a:cxn>
                    <a:cxn ang="0">
                      <a:pos x="T2" y="T3"/>
                    </a:cxn>
                  </a:cxnLst>
                  <a:rect l="0" t="0" r="r" b="b"/>
                  <a:pathLst>
                    <a:path w="210" h="26">
                      <a:moveTo>
                        <a:pt x="0" y="26"/>
                      </a:moveTo>
                      <a:cubicBezTo>
                        <a:pt x="105" y="0"/>
                        <a:pt x="165" y="13"/>
                        <a:pt x="210" y="1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87" name="Freeform 39"/>
                <p:cNvSpPr>
                  <a:spLocks/>
                </p:cNvSpPr>
                <p:nvPr/>
              </p:nvSpPr>
              <p:spPr bwMode="auto">
                <a:xfrm rot="10800000">
                  <a:off x="2985607" y="2047029"/>
                  <a:ext cx="656575" cy="79512"/>
                </a:xfrm>
                <a:custGeom>
                  <a:avLst/>
                  <a:gdLst>
                    <a:gd name="T0" fmla="*/ 0 w 712"/>
                    <a:gd name="T1" fmla="*/ 60 h 86"/>
                    <a:gd name="T2" fmla="*/ 712 w 712"/>
                    <a:gd name="T3" fmla="*/ 47 h 86"/>
                  </a:gdLst>
                  <a:ahLst/>
                  <a:cxnLst>
                    <a:cxn ang="0">
                      <a:pos x="T0" y="T1"/>
                    </a:cxn>
                    <a:cxn ang="0">
                      <a:pos x="T2" y="T3"/>
                    </a:cxn>
                  </a:cxnLst>
                  <a:rect l="0" t="0" r="r" b="b"/>
                  <a:pathLst>
                    <a:path w="712" h="86">
                      <a:moveTo>
                        <a:pt x="0" y="60"/>
                      </a:moveTo>
                      <a:cubicBezTo>
                        <a:pt x="345" y="0"/>
                        <a:pt x="570" y="86"/>
                        <a:pt x="712" y="4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88" name="Freeform 40"/>
                <p:cNvSpPr>
                  <a:spLocks/>
                </p:cNvSpPr>
                <p:nvPr/>
              </p:nvSpPr>
              <p:spPr bwMode="auto">
                <a:xfrm rot="10800000">
                  <a:off x="2985607" y="2340114"/>
                  <a:ext cx="656575" cy="67493"/>
                </a:xfrm>
                <a:custGeom>
                  <a:avLst/>
                  <a:gdLst>
                    <a:gd name="T0" fmla="*/ 0 w 712"/>
                    <a:gd name="T1" fmla="*/ 20 h 73"/>
                    <a:gd name="T2" fmla="*/ 712 w 712"/>
                    <a:gd name="T3" fmla="*/ 33 h 73"/>
                  </a:gdLst>
                  <a:ahLst/>
                  <a:cxnLst>
                    <a:cxn ang="0">
                      <a:pos x="T0" y="T1"/>
                    </a:cxn>
                    <a:cxn ang="0">
                      <a:pos x="T2" y="T3"/>
                    </a:cxn>
                  </a:cxnLst>
                  <a:rect l="0" t="0" r="r" b="b"/>
                  <a:pathLst>
                    <a:path w="712" h="73">
                      <a:moveTo>
                        <a:pt x="0" y="20"/>
                      </a:moveTo>
                      <a:cubicBezTo>
                        <a:pt x="330" y="73"/>
                        <a:pt x="502" y="0"/>
                        <a:pt x="712" y="3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89" name="Freeform 41"/>
                <p:cNvSpPr>
                  <a:spLocks/>
                </p:cNvSpPr>
                <p:nvPr/>
              </p:nvSpPr>
              <p:spPr bwMode="auto">
                <a:xfrm rot="10800000">
                  <a:off x="3088888" y="1961045"/>
                  <a:ext cx="221317" cy="49002"/>
                </a:xfrm>
                <a:custGeom>
                  <a:avLst/>
                  <a:gdLst>
                    <a:gd name="T0" fmla="*/ 0 w 240"/>
                    <a:gd name="T1" fmla="*/ 26 h 53"/>
                    <a:gd name="T2" fmla="*/ 232 w 240"/>
                    <a:gd name="T3" fmla="*/ 0 h 53"/>
                  </a:gdLst>
                  <a:ahLst/>
                  <a:cxnLst>
                    <a:cxn ang="0">
                      <a:pos x="T0" y="T1"/>
                    </a:cxn>
                    <a:cxn ang="0">
                      <a:pos x="T2" y="T3"/>
                    </a:cxn>
                  </a:cxnLst>
                  <a:rect l="0" t="0" r="r" b="b"/>
                  <a:pathLst>
                    <a:path w="240" h="53">
                      <a:moveTo>
                        <a:pt x="0" y="26"/>
                      </a:moveTo>
                      <a:cubicBezTo>
                        <a:pt x="150" y="53"/>
                        <a:pt x="240" y="0"/>
                        <a:pt x="232"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90" name="Freeform 42"/>
                <p:cNvSpPr>
                  <a:spLocks/>
                </p:cNvSpPr>
                <p:nvPr/>
              </p:nvSpPr>
              <p:spPr bwMode="auto">
                <a:xfrm rot="10800000">
                  <a:off x="3102721" y="2450137"/>
                  <a:ext cx="214862" cy="36058"/>
                </a:xfrm>
                <a:custGeom>
                  <a:avLst/>
                  <a:gdLst>
                    <a:gd name="T0" fmla="*/ 0 w 233"/>
                    <a:gd name="T1" fmla="*/ 26 h 39"/>
                    <a:gd name="T2" fmla="*/ 233 w 233"/>
                    <a:gd name="T3" fmla="*/ 39 h 39"/>
                  </a:gdLst>
                  <a:ahLst/>
                  <a:cxnLst>
                    <a:cxn ang="0">
                      <a:pos x="T0" y="T1"/>
                    </a:cxn>
                    <a:cxn ang="0">
                      <a:pos x="T2" y="T3"/>
                    </a:cxn>
                  </a:cxnLst>
                  <a:rect l="0" t="0" r="r" b="b"/>
                  <a:pathLst>
                    <a:path w="233" h="39">
                      <a:moveTo>
                        <a:pt x="0" y="26"/>
                      </a:moveTo>
                      <a:cubicBezTo>
                        <a:pt x="83" y="0"/>
                        <a:pt x="203" y="13"/>
                        <a:pt x="233" y="3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91" name="Freeform 43"/>
                <p:cNvSpPr>
                  <a:spLocks/>
                </p:cNvSpPr>
                <p:nvPr/>
              </p:nvSpPr>
              <p:spPr bwMode="auto">
                <a:xfrm rot="10800000">
                  <a:off x="2888780" y="2047029"/>
                  <a:ext cx="76539" cy="366126"/>
                </a:xfrm>
                <a:custGeom>
                  <a:avLst/>
                  <a:gdLst>
                    <a:gd name="T0" fmla="*/ 0 w 83"/>
                    <a:gd name="T1" fmla="*/ 396 h 396"/>
                    <a:gd name="T2" fmla="*/ 0 w 83"/>
                    <a:gd name="T3" fmla="*/ 0 h 396"/>
                  </a:gdLst>
                  <a:ahLst/>
                  <a:cxnLst>
                    <a:cxn ang="0">
                      <a:pos x="T0" y="T1"/>
                    </a:cxn>
                    <a:cxn ang="0">
                      <a:pos x="T2" y="T3"/>
                    </a:cxn>
                  </a:cxnLst>
                  <a:rect l="0" t="0" r="r" b="b"/>
                  <a:pathLst>
                    <a:path w="83" h="396">
                      <a:moveTo>
                        <a:pt x="0" y="396"/>
                      </a:moveTo>
                      <a:cubicBezTo>
                        <a:pt x="83" y="317"/>
                        <a:pt x="60" y="26"/>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92" name="Freeform 44"/>
                <p:cNvSpPr>
                  <a:spLocks/>
                </p:cNvSpPr>
                <p:nvPr/>
              </p:nvSpPr>
              <p:spPr bwMode="auto">
                <a:xfrm rot="10800000">
                  <a:off x="3006816" y="1986008"/>
                  <a:ext cx="967342" cy="61021"/>
                </a:xfrm>
                <a:custGeom>
                  <a:avLst/>
                  <a:gdLst>
                    <a:gd name="T0" fmla="*/ 0 w 1049"/>
                    <a:gd name="T1" fmla="*/ 40 h 66"/>
                    <a:gd name="T2" fmla="*/ 1049 w 1049"/>
                    <a:gd name="T3" fmla="*/ 0 h 66"/>
                  </a:gdLst>
                  <a:ahLst/>
                  <a:cxnLst>
                    <a:cxn ang="0">
                      <a:pos x="T0" y="T1"/>
                    </a:cxn>
                    <a:cxn ang="0">
                      <a:pos x="T2" y="T3"/>
                    </a:cxn>
                  </a:cxnLst>
                  <a:rect l="0" t="0" r="r" b="b"/>
                  <a:pathLst>
                    <a:path w="1049" h="66">
                      <a:moveTo>
                        <a:pt x="0" y="40"/>
                      </a:moveTo>
                      <a:cubicBezTo>
                        <a:pt x="270" y="40"/>
                        <a:pt x="907" y="66"/>
                        <a:pt x="1049"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93" name="Freeform 45"/>
                <p:cNvSpPr>
                  <a:spLocks/>
                </p:cNvSpPr>
                <p:nvPr/>
              </p:nvSpPr>
              <p:spPr bwMode="auto">
                <a:xfrm rot="10800000">
                  <a:off x="3006816" y="2410773"/>
                  <a:ext cx="967342" cy="61021"/>
                </a:xfrm>
                <a:custGeom>
                  <a:avLst/>
                  <a:gdLst>
                    <a:gd name="T0" fmla="*/ 0 w 1049"/>
                    <a:gd name="T1" fmla="*/ 26 h 66"/>
                    <a:gd name="T2" fmla="*/ 1049 w 1049"/>
                    <a:gd name="T3" fmla="*/ 66 h 66"/>
                  </a:gdLst>
                  <a:ahLst/>
                  <a:cxnLst>
                    <a:cxn ang="0">
                      <a:pos x="T0" y="T1"/>
                    </a:cxn>
                    <a:cxn ang="0">
                      <a:pos x="T2" y="T3"/>
                    </a:cxn>
                  </a:cxnLst>
                  <a:rect l="0" t="0" r="r" b="b"/>
                  <a:pathLst>
                    <a:path w="1049" h="66">
                      <a:moveTo>
                        <a:pt x="0" y="26"/>
                      </a:moveTo>
                      <a:cubicBezTo>
                        <a:pt x="270" y="26"/>
                        <a:pt x="900" y="0"/>
                        <a:pt x="1049" y="6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94" name="Freeform 46"/>
                <p:cNvSpPr>
                  <a:spLocks/>
                </p:cNvSpPr>
                <p:nvPr/>
              </p:nvSpPr>
              <p:spPr bwMode="auto">
                <a:xfrm rot="10800000">
                  <a:off x="3062146" y="2071067"/>
                  <a:ext cx="26743" cy="318049"/>
                </a:xfrm>
                <a:custGeom>
                  <a:avLst/>
                  <a:gdLst>
                    <a:gd name="T0" fmla="*/ 0 w 29"/>
                    <a:gd name="T1" fmla="*/ 344 h 344"/>
                    <a:gd name="T2" fmla="*/ 0 w 29"/>
                    <a:gd name="T3" fmla="*/ 0 h 344"/>
                  </a:gdLst>
                  <a:ahLst/>
                  <a:cxnLst>
                    <a:cxn ang="0">
                      <a:pos x="T0" y="T1"/>
                    </a:cxn>
                    <a:cxn ang="0">
                      <a:pos x="T2" y="T3"/>
                    </a:cxn>
                  </a:cxnLst>
                  <a:rect l="0" t="0" r="r" b="b"/>
                  <a:pathLst>
                    <a:path w="29" h="344">
                      <a:moveTo>
                        <a:pt x="0" y="344"/>
                      </a:moveTo>
                      <a:cubicBezTo>
                        <a:pt x="29" y="264"/>
                        <a:pt x="29" y="8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95" name="Freeform 47"/>
                <p:cNvSpPr>
                  <a:spLocks/>
                </p:cNvSpPr>
                <p:nvPr/>
              </p:nvSpPr>
              <p:spPr bwMode="auto">
                <a:xfrm rot="10800000">
                  <a:off x="2957942" y="2083086"/>
                  <a:ext cx="27665" cy="294010"/>
                </a:xfrm>
                <a:custGeom>
                  <a:avLst/>
                  <a:gdLst>
                    <a:gd name="T0" fmla="*/ 0 w 30"/>
                    <a:gd name="T1" fmla="*/ 318 h 318"/>
                    <a:gd name="T2" fmla="*/ 0 w 30"/>
                    <a:gd name="T3" fmla="*/ 0 h 318"/>
                  </a:gdLst>
                  <a:ahLst/>
                  <a:cxnLst>
                    <a:cxn ang="0">
                      <a:pos x="T0" y="T1"/>
                    </a:cxn>
                    <a:cxn ang="0">
                      <a:pos x="T2" y="T3"/>
                    </a:cxn>
                  </a:cxnLst>
                  <a:rect l="0" t="0" r="r" b="b"/>
                  <a:pathLst>
                    <a:path w="30" h="318">
                      <a:moveTo>
                        <a:pt x="0" y="318"/>
                      </a:moveTo>
                      <a:cubicBezTo>
                        <a:pt x="30" y="225"/>
                        <a:pt x="22" y="67"/>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96" name="Freeform 48"/>
                <p:cNvSpPr>
                  <a:spLocks/>
                </p:cNvSpPr>
                <p:nvPr/>
              </p:nvSpPr>
              <p:spPr bwMode="auto">
                <a:xfrm rot="10800000">
                  <a:off x="2923822" y="2040557"/>
                  <a:ext cx="55329" cy="384617"/>
                </a:xfrm>
                <a:custGeom>
                  <a:avLst/>
                  <a:gdLst>
                    <a:gd name="T0" fmla="*/ 0 w 60"/>
                    <a:gd name="T1" fmla="*/ 416 h 416"/>
                    <a:gd name="T2" fmla="*/ 0 w 60"/>
                    <a:gd name="T3" fmla="*/ 0 h 416"/>
                  </a:gdLst>
                  <a:ahLst/>
                  <a:cxnLst>
                    <a:cxn ang="0">
                      <a:pos x="T0" y="T1"/>
                    </a:cxn>
                    <a:cxn ang="0">
                      <a:pos x="T2" y="T3"/>
                    </a:cxn>
                  </a:cxnLst>
                  <a:rect l="0" t="0" r="r" b="b"/>
                  <a:pathLst>
                    <a:path w="60" h="416">
                      <a:moveTo>
                        <a:pt x="0" y="416"/>
                      </a:moveTo>
                      <a:cubicBezTo>
                        <a:pt x="60" y="277"/>
                        <a:pt x="30" y="66"/>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97" name="Freeform 49"/>
                <p:cNvSpPr>
                  <a:spLocks/>
                </p:cNvSpPr>
                <p:nvPr/>
              </p:nvSpPr>
              <p:spPr bwMode="auto">
                <a:xfrm rot="10800000">
                  <a:off x="2985607" y="2022066"/>
                  <a:ext cx="35042" cy="61021"/>
                </a:xfrm>
                <a:custGeom>
                  <a:avLst/>
                  <a:gdLst>
                    <a:gd name="T0" fmla="*/ 0 w 38"/>
                    <a:gd name="T1" fmla="*/ 66 h 66"/>
                    <a:gd name="T2" fmla="*/ 38 w 38"/>
                    <a:gd name="T3" fmla="*/ 0 h 66"/>
                  </a:gdLst>
                  <a:ahLst/>
                  <a:cxnLst>
                    <a:cxn ang="0">
                      <a:pos x="T0" y="T1"/>
                    </a:cxn>
                    <a:cxn ang="0">
                      <a:pos x="T2" y="T3"/>
                    </a:cxn>
                  </a:cxnLst>
                  <a:rect l="0" t="0" r="r" b="b"/>
                  <a:pathLst>
                    <a:path w="38" h="66">
                      <a:moveTo>
                        <a:pt x="0" y="66"/>
                      </a:moveTo>
                      <a:cubicBezTo>
                        <a:pt x="0" y="66"/>
                        <a:pt x="38" y="26"/>
                        <a:pt x="38"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98" name="Freeform 50"/>
                <p:cNvSpPr>
                  <a:spLocks/>
                </p:cNvSpPr>
                <p:nvPr/>
              </p:nvSpPr>
              <p:spPr bwMode="auto">
                <a:xfrm rot="10800000">
                  <a:off x="2985607" y="2377097"/>
                  <a:ext cx="35042" cy="61021"/>
                </a:xfrm>
                <a:custGeom>
                  <a:avLst/>
                  <a:gdLst>
                    <a:gd name="T0" fmla="*/ 0 w 38"/>
                    <a:gd name="T1" fmla="*/ 0 h 66"/>
                    <a:gd name="T2" fmla="*/ 38 w 38"/>
                    <a:gd name="T3" fmla="*/ 66 h 66"/>
                  </a:gdLst>
                  <a:ahLst/>
                  <a:cxnLst>
                    <a:cxn ang="0">
                      <a:pos x="T0" y="T1"/>
                    </a:cxn>
                    <a:cxn ang="0">
                      <a:pos x="T2" y="T3"/>
                    </a:cxn>
                  </a:cxnLst>
                  <a:rect l="0" t="0" r="r" b="b"/>
                  <a:pathLst>
                    <a:path w="38" h="66">
                      <a:moveTo>
                        <a:pt x="0" y="0"/>
                      </a:moveTo>
                      <a:cubicBezTo>
                        <a:pt x="0" y="0"/>
                        <a:pt x="38" y="40"/>
                        <a:pt x="38" y="6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99" name="Freeform 51"/>
                <p:cNvSpPr>
                  <a:spLocks/>
                </p:cNvSpPr>
                <p:nvPr/>
              </p:nvSpPr>
              <p:spPr bwMode="auto">
                <a:xfrm rot="10800000">
                  <a:off x="2902613" y="2096030"/>
                  <a:ext cx="55329" cy="268122"/>
                </a:xfrm>
                <a:custGeom>
                  <a:avLst/>
                  <a:gdLst>
                    <a:gd name="T0" fmla="*/ 0 w 60"/>
                    <a:gd name="T1" fmla="*/ 290 h 290"/>
                    <a:gd name="T2" fmla="*/ 0 w 60"/>
                    <a:gd name="T3" fmla="*/ 0 h 290"/>
                  </a:gdLst>
                  <a:ahLst/>
                  <a:cxnLst>
                    <a:cxn ang="0">
                      <a:pos x="T0" y="T1"/>
                    </a:cxn>
                    <a:cxn ang="0">
                      <a:pos x="T2" y="T3"/>
                    </a:cxn>
                  </a:cxnLst>
                  <a:rect l="0" t="0" r="r" b="b"/>
                  <a:pathLst>
                    <a:path w="60" h="290">
                      <a:moveTo>
                        <a:pt x="0" y="290"/>
                      </a:moveTo>
                      <a:cubicBezTo>
                        <a:pt x="37" y="290"/>
                        <a:pt x="60" y="26"/>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00" name="Freeform 52"/>
                <p:cNvSpPr>
                  <a:spLocks/>
                </p:cNvSpPr>
                <p:nvPr/>
              </p:nvSpPr>
              <p:spPr bwMode="auto">
                <a:xfrm rot="10800000">
                  <a:off x="2957942" y="2071067"/>
                  <a:ext cx="130946" cy="24963"/>
                </a:xfrm>
                <a:custGeom>
                  <a:avLst/>
                  <a:gdLst>
                    <a:gd name="T0" fmla="*/ 0 w 142"/>
                    <a:gd name="T1" fmla="*/ 27 h 27"/>
                    <a:gd name="T2" fmla="*/ 142 w 142"/>
                    <a:gd name="T3" fmla="*/ 0 h 27"/>
                  </a:gdLst>
                  <a:ahLst/>
                  <a:cxnLst>
                    <a:cxn ang="0">
                      <a:pos x="T0" y="T1"/>
                    </a:cxn>
                    <a:cxn ang="0">
                      <a:pos x="T2" y="T3"/>
                    </a:cxn>
                  </a:cxnLst>
                  <a:rect l="0" t="0" r="r" b="b"/>
                  <a:pathLst>
                    <a:path w="142" h="27">
                      <a:moveTo>
                        <a:pt x="0" y="27"/>
                      </a:moveTo>
                      <a:cubicBezTo>
                        <a:pt x="0" y="27"/>
                        <a:pt x="142" y="27"/>
                        <a:pt x="142"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01" name="Freeform 53"/>
                <p:cNvSpPr>
                  <a:spLocks/>
                </p:cNvSpPr>
                <p:nvPr/>
              </p:nvSpPr>
              <p:spPr bwMode="auto">
                <a:xfrm rot="10800000">
                  <a:off x="2957942" y="2364153"/>
                  <a:ext cx="130946" cy="24963"/>
                </a:xfrm>
                <a:custGeom>
                  <a:avLst/>
                  <a:gdLst>
                    <a:gd name="T0" fmla="*/ 0 w 142"/>
                    <a:gd name="T1" fmla="*/ 0 h 27"/>
                    <a:gd name="T2" fmla="*/ 142 w 142"/>
                    <a:gd name="T3" fmla="*/ 27 h 27"/>
                  </a:gdLst>
                  <a:ahLst/>
                  <a:cxnLst>
                    <a:cxn ang="0">
                      <a:pos x="T0" y="T1"/>
                    </a:cxn>
                    <a:cxn ang="0">
                      <a:pos x="T2" y="T3"/>
                    </a:cxn>
                  </a:cxnLst>
                  <a:rect l="0" t="0" r="r" b="b"/>
                  <a:pathLst>
                    <a:path w="142" h="27">
                      <a:moveTo>
                        <a:pt x="0" y="0"/>
                      </a:moveTo>
                      <a:cubicBezTo>
                        <a:pt x="0" y="0"/>
                        <a:pt x="142" y="0"/>
                        <a:pt x="142" y="2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02" name="Freeform 57"/>
                <p:cNvSpPr>
                  <a:spLocks/>
                </p:cNvSpPr>
                <p:nvPr/>
              </p:nvSpPr>
              <p:spPr bwMode="auto">
                <a:xfrm rot="10800000">
                  <a:off x="2927443" y="2220453"/>
                  <a:ext cx="13832" cy="24039"/>
                </a:xfrm>
                <a:custGeom>
                  <a:avLst/>
                  <a:gdLst>
                    <a:gd name="T0" fmla="*/ 7 w 15"/>
                    <a:gd name="T1" fmla="*/ 26 h 26"/>
                    <a:gd name="T2" fmla="*/ 0 w 15"/>
                    <a:gd name="T3" fmla="*/ 13 h 26"/>
                    <a:gd name="T4" fmla="*/ 7 w 15"/>
                    <a:gd name="T5" fmla="*/ 0 h 26"/>
                    <a:gd name="T6" fmla="*/ 15 w 15"/>
                    <a:gd name="T7" fmla="*/ 13 h 26"/>
                    <a:gd name="T8" fmla="*/ 7 w 15"/>
                    <a:gd name="T9" fmla="*/ 26 h 26"/>
                  </a:gdLst>
                  <a:ahLst/>
                  <a:cxnLst>
                    <a:cxn ang="0">
                      <a:pos x="T0" y="T1"/>
                    </a:cxn>
                    <a:cxn ang="0">
                      <a:pos x="T2" y="T3"/>
                    </a:cxn>
                    <a:cxn ang="0">
                      <a:pos x="T4" y="T5"/>
                    </a:cxn>
                    <a:cxn ang="0">
                      <a:pos x="T6" y="T7"/>
                    </a:cxn>
                    <a:cxn ang="0">
                      <a:pos x="T8" y="T9"/>
                    </a:cxn>
                  </a:cxnLst>
                  <a:rect l="0" t="0" r="r" b="b"/>
                  <a:pathLst>
                    <a:path w="15" h="26">
                      <a:moveTo>
                        <a:pt x="7" y="26"/>
                      </a:moveTo>
                      <a:cubicBezTo>
                        <a:pt x="0" y="26"/>
                        <a:pt x="0" y="20"/>
                        <a:pt x="0" y="13"/>
                      </a:cubicBezTo>
                      <a:cubicBezTo>
                        <a:pt x="0" y="6"/>
                        <a:pt x="0" y="0"/>
                        <a:pt x="7" y="0"/>
                      </a:cubicBezTo>
                      <a:cubicBezTo>
                        <a:pt x="7" y="0"/>
                        <a:pt x="15" y="6"/>
                        <a:pt x="15" y="13"/>
                      </a:cubicBezTo>
                      <a:cubicBezTo>
                        <a:pt x="15" y="20"/>
                        <a:pt x="7" y="26"/>
                        <a:pt x="7" y="2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03" name="Freeform 58"/>
                <p:cNvSpPr>
                  <a:spLocks/>
                </p:cNvSpPr>
                <p:nvPr/>
              </p:nvSpPr>
              <p:spPr bwMode="auto">
                <a:xfrm rot="10800000">
                  <a:off x="3282541" y="2083086"/>
                  <a:ext cx="13832" cy="294010"/>
                </a:xfrm>
                <a:custGeom>
                  <a:avLst/>
                  <a:gdLst>
                    <a:gd name="T0" fmla="*/ 0 w 15"/>
                    <a:gd name="T1" fmla="*/ 318 h 318"/>
                    <a:gd name="T2" fmla="*/ 0 w 15"/>
                    <a:gd name="T3" fmla="*/ 0 h 318"/>
                  </a:gdLst>
                  <a:ahLst/>
                  <a:cxnLst>
                    <a:cxn ang="0">
                      <a:pos x="T0" y="T1"/>
                    </a:cxn>
                    <a:cxn ang="0">
                      <a:pos x="T2" y="T3"/>
                    </a:cxn>
                  </a:cxnLst>
                  <a:rect l="0" t="0" r="r" b="b"/>
                  <a:pathLst>
                    <a:path w="15" h="318">
                      <a:moveTo>
                        <a:pt x="0" y="318"/>
                      </a:moveTo>
                      <a:cubicBezTo>
                        <a:pt x="15" y="271"/>
                        <a:pt x="15" y="4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04" name="Freeform 59"/>
                <p:cNvSpPr>
                  <a:spLocks/>
                </p:cNvSpPr>
                <p:nvPr/>
              </p:nvSpPr>
              <p:spPr bwMode="auto">
                <a:xfrm rot="10800000">
                  <a:off x="3199547" y="1986008"/>
                  <a:ext cx="588335" cy="110023"/>
                </a:xfrm>
                <a:custGeom>
                  <a:avLst/>
                  <a:gdLst>
                    <a:gd name="T0" fmla="*/ 638 w 638"/>
                    <a:gd name="T1" fmla="*/ 80 h 119"/>
                    <a:gd name="T2" fmla="*/ 0 w 638"/>
                    <a:gd name="T3" fmla="*/ 119 h 119"/>
                  </a:gdLst>
                  <a:ahLst/>
                  <a:cxnLst>
                    <a:cxn ang="0">
                      <a:pos x="T0" y="T1"/>
                    </a:cxn>
                    <a:cxn ang="0">
                      <a:pos x="T2" y="T3"/>
                    </a:cxn>
                  </a:cxnLst>
                  <a:rect l="0" t="0" r="r" b="b"/>
                  <a:pathLst>
                    <a:path w="638" h="119">
                      <a:moveTo>
                        <a:pt x="638" y="80"/>
                      </a:moveTo>
                      <a:cubicBezTo>
                        <a:pt x="518" y="14"/>
                        <a:pt x="0" y="0"/>
                        <a:pt x="0" y="11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05" name="Freeform 60"/>
                <p:cNvSpPr>
                  <a:spLocks/>
                </p:cNvSpPr>
                <p:nvPr/>
              </p:nvSpPr>
              <p:spPr bwMode="auto">
                <a:xfrm rot="10800000">
                  <a:off x="3193092" y="2361772"/>
                  <a:ext cx="594791" cy="110023"/>
                </a:xfrm>
                <a:custGeom>
                  <a:avLst/>
                  <a:gdLst>
                    <a:gd name="T0" fmla="*/ 645 w 645"/>
                    <a:gd name="T1" fmla="*/ 39 h 119"/>
                    <a:gd name="T2" fmla="*/ 0 w 645"/>
                    <a:gd name="T3" fmla="*/ 0 h 119"/>
                  </a:gdLst>
                  <a:ahLst/>
                  <a:cxnLst>
                    <a:cxn ang="0">
                      <a:pos x="T0" y="T1"/>
                    </a:cxn>
                    <a:cxn ang="0">
                      <a:pos x="T2" y="T3"/>
                    </a:cxn>
                  </a:cxnLst>
                  <a:rect l="0" t="0" r="r" b="b"/>
                  <a:pathLst>
                    <a:path w="645" h="119">
                      <a:moveTo>
                        <a:pt x="645" y="39"/>
                      </a:moveTo>
                      <a:cubicBezTo>
                        <a:pt x="525" y="105"/>
                        <a:pt x="0" y="119"/>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06" name="Freeform 61"/>
                <p:cNvSpPr>
                  <a:spLocks/>
                </p:cNvSpPr>
                <p:nvPr/>
              </p:nvSpPr>
              <p:spPr bwMode="auto">
                <a:xfrm rot="10800000">
                  <a:off x="3199547" y="2010046"/>
                  <a:ext cx="580958" cy="12019"/>
                </a:xfrm>
                <a:custGeom>
                  <a:avLst/>
                  <a:gdLst>
                    <a:gd name="T0" fmla="*/ 630 w 630"/>
                    <a:gd name="T1" fmla="*/ 0 h 13"/>
                    <a:gd name="T2" fmla="*/ 0 w 630"/>
                    <a:gd name="T3" fmla="*/ 13 h 13"/>
                  </a:gdLst>
                  <a:ahLst/>
                  <a:cxnLst>
                    <a:cxn ang="0">
                      <a:pos x="T0" y="T1"/>
                    </a:cxn>
                    <a:cxn ang="0">
                      <a:pos x="T2" y="T3"/>
                    </a:cxn>
                  </a:cxnLst>
                  <a:rect l="0" t="0" r="r" b="b"/>
                  <a:pathLst>
                    <a:path w="630" h="13">
                      <a:moveTo>
                        <a:pt x="630" y="0"/>
                      </a:moveTo>
                      <a:cubicBezTo>
                        <a:pt x="510" y="13"/>
                        <a:pt x="270" y="13"/>
                        <a:pt x="0" y="1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07" name="Freeform 62"/>
                <p:cNvSpPr>
                  <a:spLocks/>
                </p:cNvSpPr>
                <p:nvPr/>
              </p:nvSpPr>
              <p:spPr bwMode="auto">
                <a:xfrm rot="10800000">
                  <a:off x="3193092" y="2438117"/>
                  <a:ext cx="580958" cy="12019"/>
                </a:xfrm>
                <a:custGeom>
                  <a:avLst/>
                  <a:gdLst>
                    <a:gd name="T0" fmla="*/ 630 w 630"/>
                    <a:gd name="T1" fmla="*/ 13 h 13"/>
                    <a:gd name="T2" fmla="*/ 0 w 630"/>
                    <a:gd name="T3" fmla="*/ 0 h 13"/>
                  </a:gdLst>
                  <a:ahLst/>
                  <a:cxnLst>
                    <a:cxn ang="0">
                      <a:pos x="T0" y="T1"/>
                    </a:cxn>
                    <a:cxn ang="0">
                      <a:pos x="T2" y="T3"/>
                    </a:cxn>
                  </a:cxnLst>
                  <a:rect l="0" t="0" r="r" b="b"/>
                  <a:pathLst>
                    <a:path w="630" h="13">
                      <a:moveTo>
                        <a:pt x="630" y="13"/>
                      </a:moveTo>
                      <a:cubicBezTo>
                        <a:pt x="510" y="0"/>
                        <a:pt x="270" y="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08" name="Freeform 63"/>
                <p:cNvSpPr>
                  <a:spLocks/>
                </p:cNvSpPr>
                <p:nvPr/>
              </p:nvSpPr>
              <p:spPr bwMode="auto">
                <a:xfrm rot="10800000">
                  <a:off x="3227212" y="2022066"/>
                  <a:ext cx="525629" cy="61021"/>
                </a:xfrm>
                <a:custGeom>
                  <a:avLst/>
                  <a:gdLst>
                    <a:gd name="T0" fmla="*/ 570 w 570"/>
                    <a:gd name="T1" fmla="*/ 66 h 66"/>
                    <a:gd name="T2" fmla="*/ 0 w 570"/>
                    <a:gd name="T3" fmla="*/ 66 h 66"/>
                  </a:gdLst>
                  <a:ahLst/>
                  <a:cxnLst>
                    <a:cxn ang="0">
                      <a:pos x="T0" y="T1"/>
                    </a:cxn>
                    <a:cxn ang="0">
                      <a:pos x="T2" y="T3"/>
                    </a:cxn>
                  </a:cxnLst>
                  <a:rect l="0" t="0" r="r" b="b"/>
                  <a:pathLst>
                    <a:path w="570" h="66">
                      <a:moveTo>
                        <a:pt x="570" y="66"/>
                      </a:moveTo>
                      <a:cubicBezTo>
                        <a:pt x="420" y="0"/>
                        <a:pt x="37" y="26"/>
                        <a:pt x="0" y="6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09" name="Freeform 64"/>
                <p:cNvSpPr>
                  <a:spLocks/>
                </p:cNvSpPr>
                <p:nvPr/>
              </p:nvSpPr>
              <p:spPr bwMode="auto">
                <a:xfrm rot="10800000">
                  <a:off x="3227212" y="2022066"/>
                  <a:ext cx="525629" cy="0"/>
                </a:xfrm>
                <a:custGeom>
                  <a:avLst/>
                  <a:gdLst>
                    <a:gd name="T0" fmla="*/ 570 w 570"/>
                    <a:gd name="T1" fmla="*/ 0 w 570"/>
                  </a:gdLst>
                  <a:ahLst/>
                  <a:cxnLst>
                    <a:cxn ang="0">
                      <a:pos x="T0" y="0"/>
                    </a:cxn>
                    <a:cxn ang="0">
                      <a:pos x="T1" y="0"/>
                    </a:cxn>
                  </a:cxnLst>
                  <a:rect l="0" t="0" r="r" b="b"/>
                  <a:pathLst>
                    <a:path w="570">
                      <a:moveTo>
                        <a:pt x="570" y="0"/>
                      </a:moveTo>
                      <a:cubicBezTo>
                        <a:pt x="360" y="0"/>
                        <a:pt x="90" y="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10" name="Freeform 65"/>
                <p:cNvSpPr>
                  <a:spLocks/>
                </p:cNvSpPr>
                <p:nvPr/>
              </p:nvSpPr>
              <p:spPr bwMode="auto">
                <a:xfrm rot="10800000">
                  <a:off x="3517691" y="2010046"/>
                  <a:ext cx="21210" cy="49002"/>
                </a:xfrm>
                <a:custGeom>
                  <a:avLst/>
                  <a:gdLst>
                    <a:gd name="T0" fmla="*/ 23 w 23"/>
                    <a:gd name="T1" fmla="*/ 0 h 53"/>
                    <a:gd name="T2" fmla="*/ 0 w 23"/>
                    <a:gd name="T3" fmla="*/ 53 h 53"/>
                  </a:gdLst>
                  <a:ahLst/>
                  <a:cxnLst>
                    <a:cxn ang="0">
                      <a:pos x="T0" y="T1"/>
                    </a:cxn>
                    <a:cxn ang="0">
                      <a:pos x="T2" y="T3"/>
                    </a:cxn>
                  </a:cxnLst>
                  <a:rect l="0" t="0" r="r" b="b"/>
                  <a:pathLst>
                    <a:path w="23" h="53">
                      <a:moveTo>
                        <a:pt x="23" y="0"/>
                      </a:moveTo>
                      <a:cubicBezTo>
                        <a:pt x="15" y="13"/>
                        <a:pt x="0" y="40"/>
                        <a:pt x="0" y="5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11" name="Freeform 66"/>
                <p:cNvSpPr>
                  <a:spLocks/>
                </p:cNvSpPr>
                <p:nvPr/>
              </p:nvSpPr>
              <p:spPr bwMode="auto">
                <a:xfrm rot="10800000">
                  <a:off x="3483571" y="2010046"/>
                  <a:ext cx="13832" cy="49002"/>
                </a:xfrm>
                <a:custGeom>
                  <a:avLst/>
                  <a:gdLst>
                    <a:gd name="T0" fmla="*/ 15 w 15"/>
                    <a:gd name="T1" fmla="*/ 0 h 53"/>
                    <a:gd name="T2" fmla="*/ 0 w 15"/>
                    <a:gd name="T3" fmla="*/ 53 h 53"/>
                  </a:gdLst>
                  <a:ahLst/>
                  <a:cxnLst>
                    <a:cxn ang="0">
                      <a:pos x="T0" y="T1"/>
                    </a:cxn>
                    <a:cxn ang="0">
                      <a:pos x="T2" y="T3"/>
                    </a:cxn>
                  </a:cxnLst>
                  <a:rect l="0" t="0" r="r" b="b"/>
                  <a:pathLst>
                    <a:path w="15" h="53">
                      <a:moveTo>
                        <a:pt x="15" y="0"/>
                      </a:moveTo>
                      <a:cubicBezTo>
                        <a:pt x="15" y="13"/>
                        <a:pt x="8" y="40"/>
                        <a:pt x="0" y="5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12" name="Freeform 67"/>
                <p:cNvSpPr>
                  <a:spLocks/>
                </p:cNvSpPr>
                <p:nvPr/>
              </p:nvSpPr>
              <p:spPr bwMode="auto">
                <a:xfrm rot="10800000">
                  <a:off x="3503858" y="1986008"/>
                  <a:ext cx="27665" cy="73040"/>
                </a:xfrm>
                <a:custGeom>
                  <a:avLst/>
                  <a:gdLst>
                    <a:gd name="T0" fmla="*/ 30 w 30"/>
                    <a:gd name="T1" fmla="*/ 0 h 79"/>
                    <a:gd name="T2" fmla="*/ 0 w 30"/>
                    <a:gd name="T3" fmla="*/ 79 h 79"/>
                  </a:gdLst>
                  <a:ahLst/>
                  <a:cxnLst>
                    <a:cxn ang="0">
                      <a:pos x="T0" y="T1"/>
                    </a:cxn>
                    <a:cxn ang="0">
                      <a:pos x="T2" y="T3"/>
                    </a:cxn>
                  </a:cxnLst>
                  <a:rect l="0" t="0" r="r" b="b"/>
                  <a:pathLst>
                    <a:path w="30" h="79">
                      <a:moveTo>
                        <a:pt x="30" y="0"/>
                      </a:moveTo>
                      <a:cubicBezTo>
                        <a:pt x="22" y="26"/>
                        <a:pt x="7" y="66"/>
                        <a:pt x="0" y="7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13" name="Freeform 92"/>
                <p:cNvSpPr>
                  <a:spLocks/>
                </p:cNvSpPr>
                <p:nvPr/>
              </p:nvSpPr>
              <p:spPr bwMode="auto">
                <a:xfrm rot="10800000">
                  <a:off x="3234589" y="2374716"/>
                  <a:ext cx="525629" cy="61021"/>
                </a:xfrm>
                <a:custGeom>
                  <a:avLst/>
                  <a:gdLst>
                    <a:gd name="T0" fmla="*/ 570 w 570"/>
                    <a:gd name="T1" fmla="*/ 0 h 66"/>
                    <a:gd name="T2" fmla="*/ 0 w 570"/>
                    <a:gd name="T3" fmla="*/ 0 h 66"/>
                  </a:gdLst>
                  <a:ahLst/>
                  <a:cxnLst>
                    <a:cxn ang="0">
                      <a:pos x="T0" y="T1"/>
                    </a:cxn>
                    <a:cxn ang="0">
                      <a:pos x="T2" y="T3"/>
                    </a:cxn>
                  </a:cxnLst>
                  <a:rect l="0" t="0" r="r" b="b"/>
                  <a:pathLst>
                    <a:path w="570" h="66">
                      <a:moveTo>
                        <a:pt x="570" y="0"/>
                      </a:moveTo>
                      <a:cubicBezTo>
                        <a:pt x="420" y="66"/>
                        <a:pt x="38" y="3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14" name="Freeform 93"/>
                <p:cNvSpPr>
                  <a:spLocks/>
                </p:cNvSpPr>
                <p:nvPr/>
              </p:nvSpPr>
              <p:spPr bwMode="auto">
                <a:xfrm rot="10800000">
                  <a:off x="3234589" y="2438117"/>
                  <a:ext cx="525629" cy="0"/>
                </a:xfrm>
                <a:custGeom>
                  <a:avLst/>
                  <a:gdLst>
                    <a:gd name="T0" fmla="*/ 570 w 570"/>
                    <a:gd name="T1" fmla="*/ 0 w 570"/>
                  </a:gdLst>
                  <a:ahLst/>
                  <a:cxnLst>
                    <a:cxn ang="0">
                      <a:pos x="T0" y="0"/>
                    </a:cxn>
                    <a:cxn ang="0">
                      <a:pos x="T1" y="0"/>
                    </a:cxn>
                  </a:cxnLst>
                  <a:rect l="0" t="0" r="r" b="b"/>
                  <a:pathLst>
                    <a:path w="570">
                      <a:moveTo>
                        <a:pt x="570" y="0"/>
                      </a:moveTo>
                      <a:cubicBezTo>
                        <a:pt x="360" y="0"/>
                        <a:pt x="90" y="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15" name="Freeform 94"/>
                <p:cNvSpPr>
                  <a:spLocks/>
                </p:cNvSpPr>
                <p:nvPr/>
              </p:nvSpPr>
              <p:spPr bwMode="auto">
                <a:xfrm rot="10800000">
                  <a:off x="3525068" y="2401135"/>
                  <a:ext cx="20287" cy="49002"/>
                </a:xfrm>
                <a:custGeom>
                  <a:avLst/>
                  <a:gdLst>
                    <a:gd name="T0" fmla="*/ 22 w 22"/>
                    <a:gd name="T1" fmla="*/ 53 h 53"/>
                    <a:gd name="T2" fmla="*/ 0 w 22"/>
                    <a:gd name="T3" fmla="*/ 0 h 53"/>
                  </a:gdLst>
                  <a:ahLst/>
                  <a:cxnLst>
                    <a:cxn ang="0">
                      <a:pos x="T0" y="T1"/>
                    </a:cxn>
                    <a:cxn ang="0">
                      <a:pos x="T2" y="T3"/>
                    </a:cxn>
                  </a:cxnLst>
                  <a:rect l="0" t="0" r="r" b="b"/>
                  <a:pathLst>
                    <a:path w="22" h="53">
                      <a:moveTo>
                        <a:pt x="22" y="53"/>
                      </a:moveTo>
                      <a:cubicBezTo>
                        <a:pt x="15" y="33"/>
                        <a:pt x="0" y="1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16" name="Freeform 95"/>
                <p:cNvSpPr>
                  <a:spLocks/>
                </p:cNvSpPr>
                <p:nvPr/>
              </p:nvSpPr>
              <p:spPr bwMode="auto">
                <a:xfrm rot="10800000">
                  <a:off x="3490026" y="2401135"/>
                  <a:ext cx="13832" cy="49002"/>
                </a:xfrm>
                <a:custGeom>
                  <a:avLst/>
                  <a:gdLst>
                    <a:gd name="T0" fmla="*/ 15 w 15"/>
                    <a:gd name="T1" fmla="*/ 53 h 53"/>
                    <a:gd name="T2" fmla="*/ 0 w 15"/>
                    <a:gd name="T3" fmla="*/ 0 h 53"/>
                  </a:gdLst>
                  <a:ahLst/>
                  <a:cxnLst>
                    <a:cxn ang="0">
                      <a:pos x="T0" y="T1"/>
                    </a:cxn>
                    <a:cxn ang="0">
                      <a:pos x="T2" y="T3"/>
                    </a:cxn>
                  </a:cxnLst>
                  <a:rect l="0" t="0" r="r" b="b"/>
                  <a:pathLst>
                    <a:path w="15" h="53">
                      <a:moveTo>
                        <a:pt x="15" y="53"/>
                      </a:moveTo>
                      <a:cubicBezTo>
                        <a:pt x="15" y="33"/>
                        <a:pt x="7" y="1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17" name="Freeform 96"/>
                <p:cNvSpPr>
                  <a:spLocks/>
                </p:cNvSpPr>
                <p:nvPr/>
              </p:nvSpPr>
              <p:spPr bwMode="auto">
                <a:xfrm rot="10800000">
                  <a:off x="3508855" y="2401504"/>
                  <a:ext cx="27665" cy="72000"/>
                </a:xfrm>
                <a:custGeom>
                  <a:avLst/>
                  <a:gdLst>
                    <a:gd name="T0" fmla="*/ 30 w 30"/>
                    <a:gd name="T1" fmla="*/ 86 h 86"/>
                    <a:gd name="T2" fmla="*/ 0 w 30"/>
                    <a:gd name="T3" fmla="*/ 0 h 86"/>
                  </a:gdLst>
                  <a:ahLst/>
                  <a:cxnLst>
                    <a:cxn ang="0">
                      <a:pos x="T0" y="T1"/>
                    </a:cxn>
                    <a:cxn ang="0">
                      <a:pos x="T2" y="T3"/>
                    </a:cxn>
                  </a:cxnLst>
                  <a:rect l="0" t="0" r="r" b="b"/>
                  <a:pathLst>
                    <a:path w="30" h="86">
                      <a:moveTo>
                        <a:pt x="30" y="86"/>
                      </a:moveTo>
                      <a:cubicBezTo>
                        <a:pt x="23" y="60"/>
                        <a:pt x="8" y="1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18" name="Freeform 121"/>
                <p:cNvSpPr>
                  <a:spLocks/>
                </p:cNvSpPr>
                <p:nvPr/>
              </p:nvSpPr>
              <p:spPr bwMode="auto">
                <a:xfrm rot="10800000">
                  <a:off x="3586852" y="2035009"/>
                  <a:ext cx="193653" cy="36058"/>
                </a:xfrm>
                <a:custGeom>
                  <a:avLst/>
                  <a:gdLst>
                    <a:gd name="T0" fmla="*/ 0 w 210"/>
                    <a:gd name="T1" fmla="*/ 39 h 39"/>
                    <a:gd name="T2" fmla="*/ 210 w 210"/>
                    <a:gd name="T3" fmla="*/ 0 h 39"/>
                  </a:gdLst>
                  <a:ahLst/>
                  <a:cxnLst>
                    <a:cxn ang="0">
                      <a:pos x="T0" y="T1"/>
                    </a:cxn>
                    <a:cxn ang="0">
                      <a:pos x="T2" y="T3"/>
                    </a:cxn>
                  </a:cxnLst>
                  <a:rect l="0" t="0" r="r" b="b"/>
                  <a:pathLst>
                    <a:path w="210" h="39">
                      <a:moveTo>
                        <a:pt x="0" y="39"/>
                      </a:moveTo>
                      <a:cubicBezTo>
                        <a:pt x="60" y="26"/>
                        <a:pt x="150" y="0"/>
                        <a:pt x="21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19" name="Freeform 122"/>
                <p:cNvSpPr>
                  <a:spLocks/>
                </p:cNvSpPr>
                <p:nvPr/>
              </p:nvSpPr>
              <p:spPr bwMode="auto">
                <a:xfrm rot="10800000">
                  <a:off x="3586852" y="2389116"/>
                  <a:ext cx="193653" cy="36058"/>
                </a:xfrm>
                <a:custGeom>
                  <a:avLst/>
                  <a:gdLst>
                    <a:gd name="T0" fmla="*/ 0 w 210"/>
                    <a:gd name="T1" fmla="*/ 0 h 39"/>
                    <a:gd name="T2" fmla="*/ 210 w 210"/>
                    <a:gd name="T3" fmla="*/ 39 h 39"/>
                  </a:gdLst>
                  <a:ahLst/>
                  <a:cxnLst>
                    <a:cxn ang="0">
                      <a:pos x="T0" y="T1"/>
                    </a:cxn>
                    <a:cxn ang="0">
                      <a:pos x="T2" y="T3"/>
                    </a:cxn>
                  </a:cxnLst>
                  <a:rect l="0" t="0" r="r" b="b"/>
                  <a:pathLst>
                    <a:path w="210" h="39">
                      <a:moveTo>
                        <a:pt x="0" y="0"/>
                      </a:moveTo>
                      <a:cubicBezTo>
                        <a:pt x="60" y="13"/>
                        <a:pt x="150" y="39"/>
                        <a:pt x="210" y="3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20" name="Freeform 123"/>
                <p:cNvSpPr>
                  <a:spLocks/>
                </p:cNvSpPr>
                <p:nvPr/>
              </p:nvSpPr>
              <p:spPr bwMode="auto">
                <a:xfrm rot="10800000">
                  <a:off x="3711343" y="1949025"/>
                  <a:ext cx="41497" cy="55474"/>
                </a:xfrm>
                <a:custGeom>
                  <a:avLst/>
                  <a:gdLst>
                    <a:gd name="T0" fmla="*/ 45 w 45"/>
                    <a:gd name="T1" fmla="*/ 53 h 60"/>
                    <a:gd name="T2" fmla="*/ 0 w 45"/>
                    <a:gd name="T3" fmla="*/ 0 h 60"/>
                  </a:gdLst>
                  <a:ahLst/>
                  <a:cxnLst>
                    <a:cxn ang="0">
                      <a:pos x="T0" y="T1"/>
                    </a:cxn>
                    <a:cxn ang="0">
                      <a:pos x="T2" y="T3"/>
                    </a:cxn>
                  </a:cxnLst>
                  <a:rect l="0" t="0" r="r" b="b"/>
                  <a:pathLst>
                    <a:path w="45" h="60">
                      <a:moveTo>
                        <a:pt x="45" y="53"/>
                      </a:moveTo>
                      <a:cubicBezTo>
                        <a:pt x="30" y="60"/>
                        <a:pt x="7" y="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21" name="Freeform 124"/>
                <p:cNvSpPr>
                  <a:spLocks/>
                </p:cNvSpPr>
                <p:nvPr/>
              </p:nvSpPr>
              <p:spPr bwMode="auto">
                <a:xfrm rot="10800000">
                  <a:off x="3711343" y="1955497"/>
                  <a:ext cx="41497" cy="73040"/>
                </a:xfrm>
                <a:custGeom>
                  <a:avLst/>
                  <a:gdLst>
                    <a:gd name="T0" fmla="*/ 0 w 45"/>
                    <a:gd name="T1" fmla="*/ 26 h 79"/>
                    <a:gd name="T2" fmla="*/ 45 w 45"/>
                    <a:gd name="T3" fmla="*/ 79 h 79"/>
                  </a:gdLst>
                  <a:ahLst/>
                  <a:cxnLst>
                    <a:cxn ang="0">
                      <a:pos x="T0" y="T1"/>
                    </a:cxn>
                    <a:cxn ang="0">
                      <a:pos x="T2" y="T3"/>
                    </a:cxn>
                  </a:cxnLst>
                  <a:rect l="0" t="0" r="r" b="b"/>
                  <a:pathLst>
                    <a:path w="45" h="79">
                      <a:moveTo>
                        <a:pt x="0" y="26"/>
                      </a:moveTo>
                      <a:cubicBezTo>
                        <a:pt x="30" y="0"/>
                        <a:pt x="45" y="73"/>
                        <a:pt x="45" y="7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22" name="Freeform 125"/>
                <p:cNvSpPr>
                  <a:spLocks/>
                </p:cNvSpPr>
                <p:nvPr/>
              </p:nvSpPr>
              <p:spPr bwMode="auto">
                <a:xfrm rot="10800000">
                  <a:off x="3697511" y="1955497"/>
                  <a:ext cx="41497" cy="73040"/>
                </a:xfrm>
                <a:custGeom>
                  <a:avLst/>
                  <a:gdLst>
                    <a:gd name="T0" fmla="*/ 0 w 45"/>
                    <a:gd name="T1" fmla="*/ 13 h 79"/>
                    <a:gd name="T2" fmla="*/ 30 w 45"/>
                    <a:gd name="T3" fmla="*/ 79 h 79"/>
                  </a:gdLst>
                  <a:ahLst/>
                  <a:cxnLst>
                    <a:cxn ang="0">
                      <a:pos x="T0" y="T1"/>
                    </a:cxn>
                    <a:cxn ang="0">
                      <a:pos x="T2" y="T3"/>
                    </a:cxn>
                  </a:cxnLst>
                  <a:rect l="0" t="0" r="r" b="b"/>
                  <a:pathLst>
                    <a:path w="45" h="79">
                      <a:moveTo>
                        <a:pt x="0" y="13"/>
                      </a:moveTo>
                      <a:cubicBezTo>
                        <a:pt x="15" y="0"/>
                        <a:pt x="45" y="79"/>
                        <a:pt x="30" y="7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23" name="Freeform 126"/>
                <p:cNvSpPr>
                  <a:spLocks/>
                </p:cNvSpPr>
                <p:nvPr/>
              </p:nvSpPr>
              <p:spPr bwMode="auto">
                <a:xfrm rot="10800000">
                  <a:off x="3711343" y="2450137"/>
                  <a:ext cx="41497" cy="61021"/>
                </a:xfrm>
                <a:custGeom>
                  <a:avLst/>
                  <a:gdLst>
                    <a:gd name="T0" fmla="*/ 45 w 45"/>
                    <a:gd name="T1" fmla="*/ 13 h 66"/>
                    <a:gd name="T2" fmla="*/ 0 w 45"/>
                    <a:gd name="T3" fmla="*/ 66 h 66"/>
                  </a:gdLst>
                  <a:ahLst/>
                  <a:cxnLst>
                    <a:cxn ang="0">
                      <a:pos x="T0" y="T1"/>
                    </a:cxn>
                    <a:cxn ang="0">
                      <a:pos x="T2" y="T3"/>
                    </a:cxn>
                  </a:cxnLst>
                  <a:rect l="0" t="0" r="r" b="b"/>
                  <a:pathLst>
                    <a:path w="45" h="66">
                      <a:moveTo>
                        <a:pt x="45" y="13"/>
                      </a:moveTo>
                      <a:cubicBezTo>
                        <a:pt x="30" y="0"/>
                        <a:pt x="7" y="66"/>
                        <a:pt x="0" y="6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24" name="Freeform 127"/>
                <p:cNvSpPr>
                  <a:spLocks/>
                </p:cNvSpPr>
                <p:nvPr/>
              </p:nvSpPr>
              <p:spPr bwMode="auto">
                <a:xfrm rot="10800000">
                  <a:off x="3711343" y="2425174"/>
                  <a:ext cx="41497" cy="73965"/>
                </a:xfrm>
                <a:custGeom>
                  <a:avLst/>
                  <a:gdLst>
                    <a:gd name="T0" fmla="*/ 0 w 45"/>
                    <a:gd name="T1" fmla="*/ 53 h 80"/>
                    <a:gd name="T2" fmla="*/ 45 w 45"/>
                    <a:gd name="T3" fmla="*/ 0 h 80"/>
                  </a:gdLst>
                  <a:ahLst/>
                  <a:cxnLst>
                    <a:cxn ang="0">
                      <a:pos x="T0" y="T1"/>
                    </a:cxn>
                    <a:cxn ang="0">
                      <a:pos x="T2" y="T3"/>
                    </a:cxn>
                  </a:cxnLst>
                  <a:rect l="0" t="0" r="r" b="b"/>
                  <a:pathLst>
                    <a:path w="45" h="80">
                      <a:moveTo>
                        <a:pt x="0" y="53"/>
                      </a:moveTo>
                      <a:cubicBezTo>
                        <a:pt x="30" y="80"/>
                        <a:pt x="45" y="0"/>
                        <a:pt x="4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25" name="Freeform 128"/>
                <p:cNvSpPr>
                  <a:spLocks/>
                </p:cNvSpPr>
                <p:nvPr/>
              </p:nvSpPr>
              <p:spPr bwMode="auto">
                <a:xfrm rot="10800000">
                  <a:off x="3697511" y="2425174"/>
                  <a:ext cx="41497" cy="73965"/>
                </a:xfrm>
                <a:custGeom>
                  <a:avLst/>
                  <a:gdLst>
                    <a:gd name="T0" fmla="*/ 0 w 45"/>
                    <a:gd name="T1" fmla="*/ 60 h 80"/>
                    <a:gd name="T2" fmla="*/ 30 w 45"/>
                    <a:gd name="T3" fmla="*/ 0 h 80"/>
                  </a:gdLst>
                  <a:ahLst/>
                  <a:cxnLst>
                    <a:cxn ang="0">
                      <a:pos x="T0" y="T1"/>
                    </a:cxn>
                    <a:cxn ang="0">
                      <a:pos x="T2" y="T3"/>
                    </a:cxn>
                  </a:cxnLst>
                  <a:rect l="0" t="0" r="r" b="b"/>
                  <a:pathLst>
                    <a:path w="45" h="80">
                      <a:moveTo>
                        <a:pt x="0" y="60"/>
                      </a:moveTo>
                      <a:cubicBezTo>
                        <a:pt x="15" y="80"/>
                        <a:pt x="45" y="0"/>
                        <a:pt x="3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26" name="Rectangle 69"/>
                <p:cNvSpPr>
                  <a:spLocks noChangeArrowheads="1"/>
                </p:cNvSpPr>
                <p:nvPr/>
              </p:nvSpPr>
              <p:spPr bwMode="auto">
                <a:xfrm rot="10800000">
                  <a:off x="3535015" y="2458808"/>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27" name="Rectangle 69"/>
                <p:cNvSpPr>
                  <a:spLocks noChangeArrowheads="1"/>
                </p:cNvSpPr>
                <p:nvPr/>
              </p:nvSpPr>
              <p:spPr bwMode="auto">
                <a:xfrm rot="10800000">
                  <a:off x="3562940" y="2458808"/>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28" name="Rectangle 69"/>
                <p:cNvSpPr>
                  <a:spLocks noChangeArrowheads="1"/>
                </p:cNvSpPr>
                <p:nvPr/>
              </p:nvSpPr>
              <p:spPr bwMode="auto">
                <a:xfrm rot="10800000">
                  <a:off x="3535031" y="1987386"/>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29" name="Rectangle 69"/>
                <p:cNvSpPr>
                  <a:spLocks noChangeArrowheads="1"/>
                </p:cNvSpPr>
                <p:nvPr/>
              </p:nvSpPr>
              <p:spPr bwMode="auto">
                <a:xfrm rot="10800000">
                  <a:off x="3562956" y="1987386"/>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30" name="Rectangle 69"/>
                <p:cNvSpPr>
                  <a:spLocks noChangeArrowheads="1"/>
                </p:cNvSpPr>
                <p:nvPr/>
              </p:nvSpPr>
              <p:spPr bwMode="auto">
                <a:xfrm rot="10800000">
                  <a:off x="3282645" y="2454062"/>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31" name="Rectangle 69"/>
                <p:cNvSpPr>
                  <a:spLocks noChangeArrowheads="1"/>
                </p:cNvSpPr>
                <p:nvPr/>
              </p:nvSpPr>
              <p:spPr bwMode="auto">
                <a:xfrm rot="10800000">
                  <a:off x="3310570" y="2454062"/>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32" name="Rectangle 69"/>
                <p:cNvSpPr>
                  <a:spLocks noChangeArrowheads="1"/>
                </p:cNvSpPr>
                <p:nvPr/>
              </p:nvSpPr>
              <p:spPr bwMode="auto">
                <a:xfrm rot="10800000">
                  <a:off x="3282661" y="1992164"/>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33" name="Rectangle 69"/>
                <p:cNvSpPr>
                  <a:spLocks noChangeArrowheads="1"/>
                </p:cNvSpPr>
                <p:nvPr/>
              </p:nvSpPr>
              <p:spPr bwMode="auto">
                <a:xfrm rot="10800000">
                  <a:off x="3310586" y="1992164"/>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grpSp>
          <p:sp>
            <p:nvSpPr>
              <p:cNvPr id="134" name="流程图: 联系 403"/>
              <p:cNvSpPr/>
              <p:nvPr/>
            </p:nvSpPr>
            <p:spPr>
              <a:xfrm>
                <a:off x="7411562" y="3062348"/>
                <a:ext cx="55700"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35" name="流程图: 联系 403"/>
              <p:cNvSpPr/>
              <p:nvPr/>
            </p:nvSpPr>
            <p:spPr>
              <a:xfrm>
                <a:off x="7374608" y="2981373"/>
                <a:ext cx="55700"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36" name="流程图: 联系 403"/>
              <p:cNvSpPr/>
              <p:nvPr/>
            </p:nvSpPr>
            <p:spPr>
              <a:xfrm>
                <a:off x="7360417" y="2874613"/>
                <a:ext cx="55700"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37" name="流程图: 联系 403"/>
              <p:cNvSpPr/>
              <p:nvPr/>
            </p:nvSpPr>
            <p:spPr>
              <a:xfrm>
                <a:off x="7377596" y="2768463"/>
                <a:ext cx="55700"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38" name="流程图: 联系 403"/>
              <p:cNvSpPr/>
              <p:nvPr/>
            </p:nvSpPr>
            <p:spPr>
              <a:xfrm>
                <a:off x="7443839" y="2679769"/>
                <a:ext cx="55700"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39" name="流程图: 联系 403"/>
              <p:cNvSpPr/>
              <p:nvPr/>
            </p:nvSpPr>
            <p:spPr>
              <a:xfrm>
                <a:off x="7408966" y="2062287"/>
                <a:ext cx="55700"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40" name="流程图: 联系 403"/>
              <p:cNvSpPr/>
              <p:nvPr/>
            </p:nvSpPr>
            <p:spPr>
              <a:xfrm>
                <a:off x="7372012" y="1981313"/>
                <a:ext cx="55700"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41" name="流程图: 联系 403"/>
              <p:cNvSpPr/>
              <p:nvPr/>
            </p:nvSpPr>
            <p:spPr>
              <a:xfrm>
                <a:off x="7357821" y="1874552"/>
                <a:ext cx="55700"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42" name="流程图: 联系 403"/>
              <p:cNvSpPr/>
              <p:nvPr/>
            </p:nvSpPr>
            <p:spPr>
              <a:xfrm>
                <a:off x="7375000" y="1768403"/>
                <a:ext cx="55700"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43" name="矩形 142"/>
              <p:cNvSpPr/>
              <p:nvPr/>
            </p:nvSpPr>
            <p:spPr>
              <a:xfrm>
                <a:off x="7352003" y="1610812"/>
                <a:ext cx="1141645" cy="524345"/>
              </a:xfrm>
              <a:prstGeom prst="rect">
                <a:avLst/>
              </a:prstGeom>
              <a:noFill/>
              <a:ln w="1905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44" name="矩形 143"/>
              <p:cNvSpPr/>
              <p:nvPr/>
            </p:nvSpPr>
            <p:spPr>
              <a:xfrm>
                <a:off x="7357821" y="2678019"/>
                <a:ext cx="1131957" cy="524345"/>
              </a:xfrm>
              <a:prstGeom prst="rect">
                <a:avLst/>
              </a:prstGeom>
              <a:noFill/>
              <a:ln w="1905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45" name="流程图: 联系 403"/>
              <p:cNvSpPr/>
              <p:nvPr/>
            </p:nvSpPr>
            <p:spPr>
              <a:xfrm>
                <a:off x="6279297" y="2005451"/>
                <a:ext cx="55700"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46" name="流程图: 联系 403"/>
              <p:cNvSpPr/>
              <p:nvPr/>
            </p:nvSpPr>
            <p:spPr>
              <a:xfrm>
                <a:off x="6291218" y="1900682"/>
                <a:ext cx="55700"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47" name="流程图: 联系 403"/>
              <p:cNvSpPr/>
              <p:nvPr/>
            </p:nvSpPr>
            <p:spPr>
              <a:xfrm>
                <a:off x="6287733" y="1796253"/>
                <a:ext cx="55700"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48" name="流程图: 联系 403"/>
              <p:cNvSpPr/>
              <p:nvPr/>
            </p:nvSpPr>
            <p:spPr>
              <a:xfrm>
                <a:off x="6265062" y="1716382"/>
                <a:ext cx="55700"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49" name="矩形 148"/>
              <p:cNvSpPr/>
              <p:nvPr/>
            </p:nvSpPr>
            <p:spPr>
              <a:xfrm>
                <a:off x="5210838" y="1610812"/>
                <a:ext cx="1141645" cy="524345"/>
              </a:xfrm>
              <a:prstGeom prst="rect">
                <a:avLst/>
              </a:prstGeom>
              <a:noFill/>
              <a:ln w="1905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50" name="矩形 149"/>
              <p:cNvSpPr/>
              <p:nvPr/>
            </p:nvSpPr>
            <p:spPr>
              <a:xfrm>
                <a:off x="7352004" y="2135157"/>
                <a:ext cx="1141645" cy="524345"/>
              </a:xfrm>
              <a:prstGeom prst="rect">
                <a:avLst/>
              </a:prstGeom>
              <a:noFill/>
              <a:ln w="1905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51" name="流程图: 联系 403"/>
              <p:cNvSpPr/>
              <p:nvPr/>
            </p:nvSpPr>
            <p:spPr>
              <a:xfrm>
                <a:off x="6279297" y="2530963"/>
                <a:ext cx="55700"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52" name="流程图: 联系 403"/>
              <p:cNvSpPr/>
              <p:nvPr/>
            </p:nvSpPr>
            <p:spPr>
              <a:xfrm>
                <a:off x="6291218" y="2426194"/>
                <a:ext cx="55700"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53" name="流程图: 联系 403"/>
              <p:cNvSpPr/>
              <p:nvPr/>
            </p:nvSpPr>
            <p:spPr>
              <a:xfrm>
                <a:off x="6287733" y="2321765"/>
                <a:ext cx="55700"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54" name="流程图: 联系 403"/>
              <p:cNvSpPr/>
              <p:nvPr/>
            </p:nvSpPr>
            <p:spPr>
              <a:xfrm>
                <a:off x="6265062" y="2241894"/>
                <a:ext cx="55700"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55" name="矩形 154"/>
              <p:cNvSpPr/>
              <p:nvPr/>
            </p:nvSpPr>
            <p:spPr>
              <a:xfrm>
                <a:off x="5210838" y="2136324"/>
                <a:ext cx="1141645" cy="524345"/>
              </a:xfrm>
              <a:prstGeom prst="rect">
                <a:avLst/>
              </a:prstGeom>
              <a:noFill/>
              <a:ln w="1905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56" name="流程图: 联系 403"/>
              <p:cNvSpPr/>
              <p:nvPr/>
            </p:nvSpPr>
            <p:spPr>
              <a:xfrm>
                <a:off x="6279297" y="3066327"/>
                <a:ext cx="55700"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57" name="流程图: 联系 403"/>
              <p:cNvSpPr/>
              <p:nvPr/>
            </p:nvSpPr>
            <p:spPr>
              <a:xfrm>
                <a:off x="6291218" y="2961558"/>
                <a:ext cx="55700"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58" name="流程图: 联系 403"/>
              <p:cNvSpPr/>
              <p:nvPr/>
            </p:nvSpPr>
            <p:spPr>
              <a:xfrm>
                <a:off x="6287733" y="2857129"/>
                <a:ext cx="55700"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59" name="流程图: 联系 403"/>
              <p:cNvSpPr/>
              <p:nvPr/>
            </p:nvSpPr>
            <p:spPr>
              <a:xfrm>
                <a:off x="6265062" y="2777258"/>
                <a:ext cx="55700"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60" name="矩形 159"/>
              <p:cNvSpPr/>
              <p:nvPr/>
            </p:nvSpPr>
            <p:spPr>
              <a:xfrm>
                <a:off x="5210838" y="2671688"/>
                <a:ext cx="1141645" cy="524345"/>
              </a:xfrm>
              <a:prstGeom prst="rect">
                <a:avLst/>
              </a:prstGeom>
              <a:noFill/>
              <a:ln w="1905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61" name="任意多边形 160"/>
              <p:cNvSpPr/>
              <p:nvPr/>
            </p:nvSpPr>
            <p:spPr>
              <a:xfrm>
                <a:off x="6878402" y="2030685"/>
                <a:ext cx="1378141" cy="1244800"/>
              </a:xfrm>
              <a:custGeom>
                <a:avLst/>
                <a:gdLst>
                  <a:gd name="connsiteX0" fmla="*/ 67501 w 1378141"/>
                  <a:gd name="connsiteY0" fmla="*/ 1244800 h 1244800"/>
                  <a:gd name="connsiteX1" fmla="*/ 113221 w 1378141"/>
                  <a:gd name="connsiteY1" fmla="*/ 734260 h 1244800"/>
                  <a:gd name="connsiteX2" fmla="*/ 120841 w 1378141"/>
                  <a:gd name="connsiteY2" fmla="*/ 292300 h 1244800"/>
                  <a:gd name="connsiteX3" fmla="*/ 6541 w 1378141"/>
                  <a:gd name="connsiteY3" fmla="*/ 25600 h 1244800"/>
                  <a:gd name="connsiteX4" fmla="*/ 37021 w 1378141"/>
                  <a:gd name="connsiteY4" fmla="*/ 40840 h 1244800"/>
                  <a:gd name="connsiteX5" fmla="*/ 227521 w 1378141"/>
                  <a:gd name="connsiteY5" fmla="*/ 292300 h 1244800"/>
                  <a:gd name="connsiteX6" fmla="*/ 456121 w 1378141"/>
                  <a:gd name="connsiteY6" fmla="*/ 368500 h 1244800"/>
                  <a:gd name="connsiteX7" fmla="*/ 1378141 w 1378141"/>
                  <a:gd name="connsiteY7" fmla="*/ 398980 h 124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8141" h="1244800">
                    <a:moveTo>
                      <a:pt x="67501" y="1244800"/>
                    </a:moveTo>
                    <a:cubicBezTo>
                      <a:pt x="85916" y="1068905"/>
                      <a:pt x="104331" y="893010"/>
                      <a:pt x="113221" y="734260"/>
                    </a:cubicBezTo>
                    <a:cubicBezTo>
                      <a:pt x="122111" y="575510"/>
                      <a:pt x="138621" y="410410"/>
                      <a:pt x="120841" y="292300"/>
                    </a:cubicBezTo>
                    <a:cubicBezTo>
                      <a:pt x="103061" y="174190"/>
                      <a:pt x="20511" y="67510"/>
                      <a:pt x="6541" y="25600"/>
                    </a:cubicBezTo>
                    <a:cubicBezTo>
                      <a:pt x="-7429" y="-16310"/>
                      <a:pt x="191" y="-3610"/>
                      <a:pt x="37021" y="40840"/>
                    </a:cubicBezTo>
                    <a:cubicBezTo>
                      <a:pt x="73851" y="85290"/>
                      <a:pt x="157671" y="237690"/>
                      <a:pt x="227521" y="292300"/>
                    </a:cubicBezTo>
                    <a:cubicBezTo>
                      <a:pt x="297371" y="346910"/>
                      <a:pt x="264351" y="350720"/>
                      <a:pt x="456121" y="368500"/>
                    </a:cubicBezTo>
                    <a:cubicBezTo>
                      <a:pt x="647891" y="386280"/>
                      <a:pt x="1013016" y="392630"/>
                      <a:pt x="1378141" y="39898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 name="组合 16"/>
            <p:cNvGrpSpPr/>
            <p:nvPr/>
          </p:nvGrpSpPr>
          <p:grpSpPr>
            <a:xfrm>
              <a:off x="4798414" y="2791573"/>
              <a:ext cx="1415164" cy="1118255"/>
              <a:chOff x="3979724" y="4044373"/>
              <a:chExt cx="2116686" cy="1765411"/>
            </a:xfrm>
          </p:grpSpPr>
          <p:sp>
            <p:nvSpPr>
              <p:cNvPr id="129" name="矩形 128"/>
              <p:cNvSpPr/>
              <p:nvPr/>
            </p:nvSpPr>
            <p:spPr>
              <a:xfrm>
                <a:off x="3979724" y="4289864"/>
                <a:ext cx="235594" cy="126602"/>
              </a:xfrm>
              <a:prstGeom prst="rect">
                <a:avLst/>
              </a:prstGeom>
              <a:noFill/>
              <a:ln w="19050">
                <a:solidFill>
                  <a:srgbClr val="0092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30" name="文本框 13"/>
              <p:cNvSpPr txBox="1"/>
              <p:nvPr/>
            </p:nvSpPr>
            <p:spPr>
              <a:xfrm>
                <a:off x="4300098" y="4044373"/>
                <a:ext cx="1796312" cy="1765411"/>
              </a:xfrm>
              <a:prstGeom prst="rect">
                <a:avLst/>
              </a:prstGeom>
              <a:noFill/>
            </p:spPr>
            <p:txBody>
              <a:bodyPr wrap="none" rtlCol="0">
                <a:spAutoFit/>
              </a:bodyPr>
              <a:lstStyle/>
              <a:p>
                <a:pPr>
                  <a:lnSpc>
                    <a:spcPts val="2000"/>
                  </a:lnSpc>
                </a:pPr>
                <a:r>
                  <a:rPr lang="zh-CN" altLang="en-US" sz="1050" dirty="0"/>
                  <a:t>影像</a:t>
                </a:r>
                <a:r>
                  <a:rPr lang="zh-CN" altLang="en-US" sz="1050" dirty="0" smtClean="0"/>
                  <a:t>车位</a:t>
                </a:r>
                <a:endParaRPr lang="en-US" altLang="zh-CN" sz="1050" dirty="0" smtClean="0"/>
              </a:p>
              <a:p>
                <a:pPr>
                  <a:lnSpc>
                    <a:spcPts val="2000"/>
                  </a:lnSpc>
                </a:pPr>
                <a:r>
                  <a:rPr lang="en-US" altLang="zh-CN" sz="1050" dirty="0"/>
                  <a:t>FSD</a:t>
                </a:r>
                <a:r>
                  <a:rPr lang="zh-CN" altLang="en-US" sz="1050" dirty="0"/>
                  <a:t>障碍物</a:t>
                </a:r>
                <a:r>
                  <a:rPr lang="zh-CN" altLang="en-US" sz="1050" dirty="0" smtClean="0"/>
                  <a:t>边界点</a:t>
                </a:r>
                <a:endParaRPr lang="en-US" altLang="zh-CN" sz="1050" dirty="0"/>
              </a:p>
              <a:p>
                <a:pPr>
                  <a:lnSpc>
                    <a:spcPts val="2000"/>
                  </a:lnSpc>
                </a:pPr>
                <a:r>
                  <a:rPr lang="zh-CN" altLang="en-US" sz="1050" dirty="0" smtClean="0"/>
                  <a:t>车辆行驶路径</a:t>
                </a:r>
                <a:endParaRPr lang="en-US" altLang="zh-CN" sz="1050" dirty="0" smtClean="0"/>
              </a:p>
              <a:p>
                <a:pPr>
                  <a:lnSpc>
                    <a:spcPts val="2000"/>
                  </a:lnSpc>
                </a:pPr>
                <a:r>
                  <a:rPr lang="en-US" altLang="zh-CN" sz="1050" dirty="0" smtClean="0"/>
                  <a:t>OD</a:t>
                </a:r>
                <a:r>
                  <a:rPr lang="zh-CN" altLang="en-US" sz="1050" dirty="0" smtClean="0"/>
                  <a:t>信息</a:t>
                </a:r>
                <a:endParaRPr lang="zh-CN" altLang="en-US" sz="1050" dirty="0"/>
              </a:p>
            </p:txBody>
          </p:sp>
          <p:sp>
            <p:nvSpPr>
              <p:cNvPr id="131" name="流程图: 联系 403"/>
              <p:cNvSpPr/>
              <p:nvPr/>
            </p:nvSpPr>
            <p:spPr>
              <a:xfrm>
                <a:off x="4076413" y="4719936"/>
                <a:ext cx="55701"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32" name="任意多边形 131"/>
              <p:cNvSpPr/>
              <p:nvPr/>
            </p:nvSpPr>
            <p:spPr>
              <a:xfrm>
                <a:off x="4052673" y="5077271"/>
                <a:ext cx="203787" cy="85057"/>
              </a:xfrm>
              <a:custGeom>
                <a:avLst/>
                <a:gdLst>
                  <a:gd name="connsiteX0" fmla="*/ 0 w 322192"/>
                  <a:gd name="connsiteY0" fmla="*/ 83532 h 90864"/>
                  <a:gd name="connsiteX1" fmla="*/ 152400 w 322192"/>
                  <a:gd name="connsiteY1" fmla="*/ 83532 h 90864"/>
                  <a:gd name="connsiteX2" fmla="*/ 304800 w 322192"/>
                  <a:gd name="connsiteY2" fmla="*/ 7332 h 90864"/>
                  <a:gd name="connsiteX3" fmla="*/ 312420 w 322192"/>
                  <a:gd name="connsiteY3" fmla="*/ 7332 h 90864"/>
                </a:gdLst>
                <a:ahLst/>
                <a:cxnLst>
                  <a:cxn ang="0">
                    <a:pos x="connsiteX0" y="connsiteY0"/>
                  </a:cxn>
                  <a:cxn ang="0">
                    <a:pos x="connsiteX1" y="connsiteY1"/>
                  </a:cxn>
                  <a:cxn ang="0">
                    <a:pos x="connsiteX2" y="connsiteY2"/>
                  </a:cxn>
                  <a:cxn ang="0">
                    <a:pos x="connsiteX3" y="connsiteY3"/>
                  </a:cxn>
                </a:cxnLst>
                <a:rect l="l" t="t" r="r" b="b"/>
                <a:pathLst>
                  <a:path w="322192" h="90864">
                    <a:moveTo>
                      <a:pt x="0" y="83532"/>
                    </a:moveTo>
                    <a:cubicBezTo>
                      <a:pt x="50800" y="89882"/>
                      <a:pt x="101600" y="96232"/>
                      <a:pt x="152400" y="83532"/>
                    </a:cubicBezTo>
                    <a:cubicBezTo>
                      <a:pt x="203200" y="70832"/>
                      <a:pt x="304800" y="7332"/>
                      <a:pt x="304800" y="7332"/>
                    </a:cubicBezTo>
                    <a:cubicBezTo>
                      <a:pt x="331470" y="-5368"/>
                      <a:pt x="321945" y="982"/>
                      <a:pt x="312420" y="733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3"/>
            <p:cNvSpPr txBox="1"/>
            <p:nvPr/>
          </p:nvSpPr>
          <p:spPr>
            <a:xfrm>
              <a:off x="1503974" y="2759160"/>
              <a:ext cx="992579" cy="348813"/>
            </a:xfrm>
            <a:prstGeom prst="rect">
              <a:avLst/>
            </a:prstGeom>
            <a:noFill/>
          </p:spPr>
          <p:txBody>
            <a:bodyPr wrap="none" rtlCol="0">
              <a:spAutoFit/>
            </a:bodyPr>
            <a:lstStyle/>
            <a:p>
              <a:pPr>
                <a:lnSpc>
                  <a:spcPts val="2000"/>
                </a:lnSpc>
              </a:pPr>
              <a:r>
                <a:rPr lang="zh-CN" altLang="en-US" sz="1050" dirty="0" smtClean="0"/>
                <a:t>实际泊车场景</a:t>
              </a:r>
              <a:endParaRPr lang="zh-CN" altLang="en-US" sz="1050" dirty="0"/>
            </a:p>
          </p:txBody>
        </p:sp>
        <p:sp>
          <p:nvSpPr>
            <p:cNvPr id="19" name="文本框 13"/>
            <p:cNvSpPr txBox="1"/>
            <p:nvPr/>
          </p:nvSpPr>
          <p:spPr>
            <a:xfrm>
              <a:off x="3741009" y="2802000"/>
              <a:ext cx="723275" cy="317587"/>
            </a:xfrm>
            <a:prstGeom prst="rect">
              <a:avLst/>
            </a:prstGeom>
            <a:noFill/>
          </p:spPr>
          <p:txBody>
            <a:bodyPr wrap="none" rtlCol="0">
              <a:spAutoFit/>
            </a:bodyPr>
            <a:lstStyle/>
            <a:p>
              <a:pPr>
                <a:lnSpc>
                  <a:spcPts val="2000"/>
                </a:lnSpc>
              </a:pPr>
              <a:r>
                <a:rPr lang="zh-CN" altLang="en-US" sz="1050" dirty="0" smtClean="0"/>
                <a:t>记忆地图</a:t>
              </a:r>
              <a:endParaRPr lang="zh-CN" altLang="en-US" sz="1050" dirty="0"/>
            </a:p>
          </p:txBody>
        </p:sp>
        <p:grpSp>
          <p:nvGrpSpPr>
            <p:cNvPr id="20" name="组合 19"/>
            <p:cNvGrpSpPr/>
            <p:nvPr/>
          </p:nvGrpSpPr>
          <p:grpSpPr>
            <a:xfrm rot="10800000">
              <a:off x="7612135" y="2022461"/>
              <a:ext cx="727089" cy="293240"/>
              <a:chOff x="2888780" y="1949025"/>
              <a:chExt cx="1320528" cy="562133"/>
            </a:xfrm>
          </p:grpSpPr>
          <p:sp>
            <p:nvSpPr>
              <p:cNvPr id="57" name="Freeform 5"/>
              <p:cNvSpPr>
                <a:spLocks/>
              </p:cNvSpPr>
              <p:nvPr/>
            </p:nvSpPr>
            <p:spPr bwMode="auto">
              <a:xfrm rot="10800000">
                <a:off x="4043320" y="1998027"/>
                <a:ext cx="165988" cy="464129"/>
              </a:xfrm>
              <a:custGeom>
                <a:avLst/>
                <a:gdLst>
                  <a:gd name="T0" fmla="*/ 180 w 180"/>
                  <a:gd name="T1" fmla="*/ 502 h 502"/>
                  <a:gd name="T2" fmla="*/ 180 w 180"/>
                  <a:gd name="T3" fmla="*/ 0 h 502"/>
                </a:gdLst>
                <a:ahLst/>
                <a:cxnLst>
                  <a:cxn ang="0">
                    <a:pos x="T0" y="T1"/>
                  </a:cxn>
                  <a:cxn ang="0">
                    <a:pos x="T2" y="T3"/>
                  </a:cxn>
                </a:cxnLst>
                <a:rect l="0" t="0" r="r" b="b"/>
                <a:pathLst>
                  <a:path w="180" h="502">
                    <a:moveTo>
                      <a:pt x="180" y="502"/>
                    </a:moveTo>
                    <a:cubicBezTo>
                      <a:pt x="15" y="396"/>
                      <a:pt x="0" y="132"/>
                      <a:pt x="18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8" name="Freeform 6"/>
              <p:cNvSpPr>
                <a:spLocks/>
              </p:cNvSpPr>
              <p:nvPr/>
            </p:nvSpPr>
            <p:spPr bwMode="auto">
              <a:xfrm rot="10800000">
                <a:off x="3849667" y="1973988"/>
                <a:ext cx="193653" cy="24039"/>
              </a:xfrm>
              <a:custGeom>
                <a:avLst/>
                <a:gdLst>
                  <a:gd name="T0" fmla="*/ 0 w 210"/>
                  <a:gd name="T1" fmla="*/ 0 h 26"/>
                  <a:gd name="T2" fmla="*/ 210 w 210"/>
                  <a:gd name="T3" fmla="*/ 13 h 26"/>
                </a:gdLst>
                <a:ahLst/>
                <a:cxnLst>
                  <a:cxn ang="0">
                    <a:pos x="T0" y="T1"/>
                  </a:cxn>
                  <a:cxn ang="0">
                    <a:pos x="T2" y="T3"/>
                  </a:cxn>
                </a:cxnLst>
                <a:rect l="0" t="0" r="r" b="b"/>
                <a:pathLst>
                  <a:path w="210" h="26">
                    <a:moveTo>
                      <a:pt x="0" y="0"/>
                    </a:moveTo>
                    <a:cubicBezTo>
                      <a:pt x="105" y="26"/>
                      <a:pt x="165" y="13"/>
                      <a:pt x="210" y="1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9" name="Freeform 7"/>
              <p:cNvSpPr>
                <a:spLocks/>
              </p:cNvSpPr>
              <p:nvPr/>
            </p:nvSpPr>
            <p:spPr bwMode="auto">
              <a:xfrm rot="10800000">
                <a:off x="4118936" y="2120069"/>
                <a:ext cx="48874" cy="220045"/>
              </a:xfrm>
              <a:custGeom>
                <a:avLst/>
                <a:gdLst>
                  <a:gd name="T0" fmla="*/ 53 w 53"/>
                  <a:gd name="T1" fmla="*/ 238 h 238"/>
                  <a:gd name="T2" fmla="*/ 53 w 53"/>
                  <a:gd name="T3" fmla="*/ 0 h 238"/>
                </a:gdLst>
                <a:ahLst/>
                <a:cxnLst>
                  <a:cxn ang="0">
                    <a:pos x="T0" y="T1"/>
                  </a:cxn>
                  <a:cxn ang="0">
                    <a:pos x="T2" y="T3"/>
                  </a:cxn>
                </a:cxnLst>
                <a:rect l="0" t="0" r="r" b="b"/>
                <a:pathLst>
                  <a:path w="53" h="238">
                    <a:moveTo>
                      <a:pt x="53" y="238"/>
                    </a:moveTo>
                    <a:cubicBezTo>
                      <a:pt x="0" y="185"/>
                      <a:pt x="0" y="79"/>
                      <a:pt x="53"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0" name="Freeform 8"/>
              <p:cNvSpPr>
                <a:spLocks/>
              </p:cNvSpPr>
              <p:nvPr/>
            </p:nvSpPr>
            <p:spPr bwMode="auto">
              <a:xfrm rot="10800000">
                <a:off x="4029487" y="2010046"/>
                <a:ext cx="110659" cy="122042"/>
              </a:xfrm>
              <a:custGeom>
                <a:avLst/>
                <a:gdLst>
                  <a:gd name="T0" fmla="*/ 48 w 256"/>
                  <a:gd name="T1" fmla="*/ 32 h 320"/>
                  <a:gd name="T2" fmla="*/ 96 w 256"/>
                  <a:gd name="T3" fmla="*/ 160 h 320"/>
                  <a:gd name="T4" fmla="*/ 176 w 256"/>
                  <a:gd name="T5" fmla="*/ 272 h 320"/>
                  <a:gd name="T6" fmla="*/ 192 w 256"/>
                  <a:gd name="T7" fmla="*/ 208 h 320"/>
                  <a:gd name="T8" fmla="*/ 96 w 256"/>
                  <a:gd name="T9" fmla="*/ 64 h 320"/>
                  <a:gd name="T10" fmla="*/ 48 w 256"/>
                  <a:gd name="T11" fmla="*/ 32 h 320"/>
                </a:gdLst>
                <a:ahLst/>
                <a:cxnLst>
                  <a:cxn ang="0">
                    <a:pos x="T0" y="T1"/>
                  </a:cxn>
                  <a:cxn ang="0">
                    <a:pos x="T2" y="T3"/>
                  </a:cxn>
                  <a:cxn ang="0">
                    <a:pos x="T4" y="T5"/>
                  </a:cxn>
                  <a:cxn ang="0">
                    <a:pos x="T6" y="T7"/>
                  </a:cxn>
                  <a:cxn ang="0">
                    <a:pos x="T8" y="T9"/>
                  </a:cxn>
                  <a:cxn ang="0">
                    <a:pos x="T10" y="T11"/>
                  </a:cxn>
                </a:cxnLst>
                <a:rect l="0" t="0" r="r" b="b"/>
                <a:pathLst>
                  <a:path w="256" h="320">
                    <a:moveTo>
                      <a:pt x="48" y="32"/>
                    </a:moveTo>
                    <a:cubicBezTo>
                      <a:pt x="0" y="0"/>
                      <a:pt x="80" y="128"/>
                      <a:pt x="96" y="160"/>
                    </a:cubicBezTo>
                    <a:cubicBezTo>
                      <a:pt x="96" y="208"/>
                      <a:pt x="144" y="256"/>
                      <a:pt x="176" y="272"/>
                    </a:cubicBezTo>
                    <a:cubicBezTo>
                      <a:pt x="256" y="320"/>
                      <a:pt x="208" y="224"/>
                      <a:pt x="192" y="208"/>
                    </a:cubicBezTo>
                    <a:cubicBezTo>
                      <a:pt x="160" y="160"/>
                      <a:pt x="128" y="112"/>
                      <a:pt x="96" y="64"/>
                    </a:cubicBezTo>
                    <a:cubicBezTo>
                      <a:pt x="80" y="48"/>
                      <a:pt x="64" y="48"/>
                      <a:pt x="48" y="32"/>
                    </a:cubicBezTo>
                  </a:path>
                </a:pathLst>
              </a:custGeom>
              <a:solidFill>
                <a:srgbClr val="FFFFFF"/>
              </a:solidFill>
              <a:ln w="3175">
                <a:solidFill>
                  <a:srgbClr val="5757FF"/>
                </a:solidFill>
                <a:prstDash val="solid"/>
                <a:round/>
                <a:headEnd/>
                <a:tailEnd/>
              </a:ln>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1" name="Freeform 9"/>
              <p:cNvSpPr>
                <a:spLocks/>
              </p:cNvSpPr>
              <p:nvPr/>
            </p:nvSpPr>
            <p:spPr bwMode="auto">
              <a:xfrm rot="10800000">
                <a:off x="4029487" y="2010046"/>
                <a:ext cx="110659" cy="122042"/>
              </a:xfrm>
              <a:custGeom>
                <a:avLst/>
                <a:gdLst>
                  <a:gd name="T0" fmla="*/ 23 w 120"/>
                  <a:gd name="T1" fmla="*/ 13 h 132"/>
                  <a:gd name="T2" fmla="*/ 45 w 120"/>
                  <a:gd name="T3" fmla="*/ 66 h 132"/>
                  <a:gd name="T4" fmla="*/ 82 w 120"/>
                  <a:gd name="T5" fmla="*/ 112 h 132"/>
                  <a:gd name="T6" fmla="*/ 90 w 120"/>
                  <a:gd name="T7" fmla="*/ 86 h 132"/>
                  <a:gd name="T8" fmla="*/ 45 w 120"/>
                  <a:gd name="T9" fmla="*/ 26 h 132"/>
                  <a:gd name="T10" fmla="*/ 23 w 120"/>
                  <a:gd name="T11" fmla="*/ 13 h 132"/>
                </a:gdLst>
                <a:ahLst/>
                <a:cxnLst>
                  <a:cxn ang="0">
                    <a:pos x="T0" y="T1"/>
                  </a:cxn>
                  <a:cxn ang="0">
                    <a:pos x="T2" y="T3"/>
                  </a:cxn>
                  <a:cxn ang="0">
                    <a:pos x="T4" y="T5"/>
                  </a:cxn>
                  <a:cxn ang="0">
                    <a:pos x="T6" y="T7"/>
                  </a:cxn>
                  <a:cxn ang="0">
                    <a:pos x="T8" y="T9"/>
                  </a:cxn>
                  <a:cxn ang="0">
                    <a:pos x="T10" y="T11"/>
                  </a:cxn>
                </a:cxnLst>
                <a:rect l="0" t="0" r="r" b="b"/>
                <a:pathLst>
                  <a:path w="120" h="132">
                    <a:moveTo>
                      <a:pt x="23" y="13"/>
                    </a:moveTo>
                    <a:cubicBezTo>
                      <a:pt x="0" y="0"/>
                      <a:pt x="38" y="53"/>
                      <a:pt x="45" y="66"/>
                    </a:cubicBezTo>
                    <a:cubicBezTo>
                      <a:pt x="45" y="86"/>
                      <a:pt x="68" y="105"/>
                      <a:pt x="82" y="112"/>
                    </a:cubicBezTo>
                    <a:cubicBezTo>
                      <a:pt x="120" y="132"/>
                      <a:pt x="97" y="92"/>
                      <a:pt x="90" y="86"/>
                    </a:cubicBezTo>
                    <a:cubicBezTo>
                      <a:pt x="75" y="66"/>
                      <a:pt x="60" y="46"/>
                      <a:pt x="45" y="26"/>
                    </a:cubicBezTo>
                    <a:cubicBezTo>
                      <a:pt x="38" y="19"/>
                      <a:pt x="30" y="19"/>
                      <a:pt x="23" y="1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2" name="Freeform 10"/>
              <p:cNvSpPr>
                <a:spLocks/>
              </p:cNvSpPr>
              <p:nvPr/>
            </p:nvSpPr>
            <p:spPr bwMode="auto">
              <a:xfrm rot="10800000">
                <a:off x="4029487" y="2328095"/>
                <a:ext cx="110659" cy="122042"/>
              </a:xfrm>
              <a:custGeom>
                <a:avLst/>
                <a:gdLst>
                  <a:gd name="T0" fmla="*/ 48 w 256"/>
                  <a:gd name="T1" fmla="*/ 304 h 320"/>
                  <a:gd name="T2" fmla="*/ 96 w 256"/>
                  <a:gd name="T3" fmla="*/ 160 h 320"/>
                  <a:gd name="T4" fmla="*/ 176 w 256"/>
                  <a:gd name="T5" fmla="*/ 64 h 320"/>
                  <a:gd name="T6" fmla="*/ 192 w 256"/>
                  <a:gd name="T7" fmla="*/ 128 h 320"/>
                  <a:gd name="T8" fmla="*/ 96 w 256"/>
                  <a:gd name="T9" fmla="*/ 256 h 320"/>
                  <a:gd name="T10" fmla="*/ 48 w 256"/>
                  <a:gd name="T11" fmla="*/ 304 h 320"/>
                </a:gdLst>
                <a:ahLst/>
                <a:cxnLst>
                  <a:cxn ang="0">
                    <a:pos x="T0" y="T1"/>
                  </a:cxn>
                  <a:cxn ang="0">
                    <a:pos x="T2" y="T3"/>
                  </a:cxn>
                  <a:cxn ang="0">
                    <a:pos x="T4" y="T5"/>
                  </a:cxn>
                  <a:cxn ang="0">
                    <a:pos x="T6" y="T7"/>
                  </a:cxn>
                  <a:cxn ang="0">
                    <a:pos x="T8" y="T9"/>
                  </a:cxn>
                  <a:cxn ang="0">
                    <a:pos x="T10" y="T11"/>
                  </a:cxn>
                </a:cxnLst>
                <a:rect l="0" t="0" r="r" b="b"/>
                <a:pathLst>
                  <a:path w="256" h="320">
                    <a:moveTo>
                      <a:pt x="48" y="304"/>
                    </a:moveTo>
                    <a:cubicBezTo>
                      <a:pt x="0" y="320"/>
                      <a:pt x="80" y="208"/>
                      <a:pt x="96" y="160"/>
                    </a:cubicBezTo>
                    <a:cubicBezTo>
                      <a:pt x="112" y="112"/>
                      <a:pt x="144" y="80"/>
                      <a:pt x="176" y="64"/>
                    </a:cubicBezTo>
                    <a:cubicBezTo>
                      <a:pt x="256" y="0"/>
                      <a:pt x="208" y="112"/>
                      <a:pt x="192" y="128"/>
                    </a:cubicBezTo>
                    <a:cubicBezTo>
                      <a:pt x="160" y="160"/>
                      <a:pt x="128" y="224"/>
                      <a:pt x="96" y="256"/>
                    </a:cubicBezTo>
                    <a:cubicBezTo>
                      <a:pt x="80" y="288"/>
                      <a:pt x="64" y="288"/>
                      <a:pt x="48" y="304"/>
                    </a:cubicBezTo>
                  </a:path>
                </a:pathLst>
              </a:custGeom>
              <a:solidFill>
                <a:srgbClr val="FFFFFF"/>
              </a:solidFill>
              <a:ln w="3175">
                <a:solidFill>
                  <a:srgbClr val="5757FF"/>
                </a:solidFill>
                <a:prstDash val="solid"/>
                <a:round/>
                <a:headEnd/>
                <a:tailEnd/>
              </a:ln>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3" name="Freeform 11"/>
              <p:cNvSpPr>
                <a:spLocks/>
              </p:cNvSpPr>
              <p:nvPr/>
            </p:nvSpPr>
            <p:spPr bwMode="auto">
              <a:xfrm rot="10800000">
                <a:off x="4029487" y="2328095"/>
                <a:ext cx="110659" cy="122042"/>
              </a:xfrm>
              <a:custGeom>
                <a:avLst/>
                <a:gdLst>
                  <a:gd name="T0" fmla="*/ 23 w 120"/>
                  <a:gd name="T1" fmla="*/ 126 h 132"/>
                  <a:gd name="T2" fmla="*/ 45 w 120"/>
                  <a:gd name="T3" fmla="*/ 66 h 132"/>
                  <a:gd name="T4" fmla="*/ 82 w 120"/>
                  <a:gd name="T5" fmla="*/ 27 h 132"/>
                  <a:gd name="T6" fmla="*/ 90 w 120"/>
                  <a:gd name="T7" fmla="*/ 53 h 132"/>
                  <a:gd name="T8" fmla="*/ 45 w 120"/>
                  <a:gd name="T9" fmla="*/ 106 h 132"/>
                  <a:gd name="T10" fmla="*/ 23 w 120"/>
                  <a:gd name="T11" fmla="*/ 126 h 132"/>
                </a:gdLst>
                <a:ahLst/>
                <a:cxnLst>
                  <a:cxn ang="0">
                    <a:pos x="T0" y="T1"/>
                  </a:cxn>
                  <a:cxn ang="0">
                    <a:pos x="T2" y="T3"/>
                  </a:cxn>
                  <a:cxn ang="0">
                    <a:pos x="T4" y="T5"/>
                  </a:cxn>
                  <a:cxn ang="0">
                    <a:pos x="T6" y="T7"/>
                  </a:cxn>
                  <a:cxn ang="0">
                    <a:pos x="T8" y="T9"/>
                  </a:cxn>
                  <a:cxn ang="0">
                    <a:pos x="T10" y="T11"/>
                  </a:cxn>
                </a:cxnLst>
                <a:rect l="0" t="0" r="r" b="b"/>
                <a:pathLst>
                  <a:path w="120" h="132">
                    <a:moveTo>
                      <a:pt x="23" y="126"/>
                    </a:moveTo>
                    <a:cubicBezTo>
                      <a:pt x="0" y="132"/>
                      <a:pt x="38" y="86"/>
                      <a:pt x="45" y="66"/>
                    </a:cubicBezTo>
                    <a:cubicBezTo>
                      <a:pt x="53" y="46"/>
                      <a:pt x="68" y="33"/>
                      <a:pt x="82" y="27"/>
                    </a:cubicBezTo>
                    <a:cubicBezTo>
                      <a:pt x="120" y="0"/>
                      <a:pt x="97" y="46"/>
                      <a:pt x="90" y="53"/>
                    </a:cubicBezTo>
                    <a:cubicBezTo>
                      <a:pt x="75" y="66"/>
                      <a:pt x="60" y="93"/>
                      <a:pt x="45" y="106"/>
                    </a:cubicBezTo>
                    <a:cubicBezTo>
                      <a:pt x="38" y="119"/>
                      <a:pt x="30" y="119"/>
                      <a:pt x="23" y="12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4" name="Freeform 12"/>
              <p:cNvSpPr>
                <a:spLocks/>
              </p:cNvSpPr>
              <p:nvPr/>
            </p:nvSpPr>
            <p:spPr bwMode="auto">
              <a:xfrm rot="10800000">
                <a:off x="3891164" y="2071067"/>
                <a:ext cx="248982" cy="73965"/>
              </a:xfrm>
              <a:custGeom>
                <a:avLst/>
                <a:gdLst>
                  <a:gd name="T0" fmla="*/ 270 w 270"/>
                  <a:gd name="T1" fmla="*/ 80 h 80"/>
                  <a:gd name="T2" fmla="*/ 0 w 270"/>
                  <a:gd name="T3" fmla="*/ 0 h 80"/>
                </a:gdLst>
                <a:ahLst/>
                <a:cxnLst>
                  <a:cxn ang="0">
                    <a:pos x="T0" y="T1"/>
                  </a:cxn>
                  <a:cxn ang="0">
                    <a:pos x="T2" y="T3"/>
                  </a:cxn>
                </a:cxnLst>
                <a:rect l="0" t="0" r="r" b="b"/>
                <a:pathLst>
                  <a:path w="270" h="80">
                    <a:moveTo>
                      <a:pt x="270" y="80"/>
                    </a:moveTo>
                    <a:cubicBezTo>
                      <a:pt x="180" y="53"/>
                      <a:pt x="60" y="5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5" name="Freeform 13"/>
              <p:cNvSpPr>
                <a:spLocks/>
              </p:cNvSpPr>
              <p:nvPr/>
            </p:nvSpPr>
            <p:spPr bwMode="auto">
              <a:xfrm rot="10800000">
                <a:off x="3891164" y="2315151"/>
                <a:ext cx="248982" cy="73965"/>
              </a:xfrm>
              <a:custGeom>
                <a:avLst/>
                <a:gdLst>
                  <a:gd name="T0" fmla="*/ 270 w 270"/>
                  <a:gd name="T1" fmla="*/ 0 h 80"/>
                  <a:gd name="T2" fmla="*/ 0 w 270"/>
                  <a:gd name="T3" fmla="*/ 80 h 80"/>
                </a:gdLst>
                <a:ahLst/>
                <a:cxnLst>
                  <a:cxn ang="0">
                    <a:pos x="T0" y="T1"/>
                  </a:cxn>
                  <a:cxn ang="0">
                    <a:pos x="T2" y="T3"/>
                  </a:cxn>
                </a:cxnLst>
                <a:rect l="0" t="0" r="r" b="b"/>
                <a:pathLst>
                  <a:path w="270" h="80">
                    <a:moveTo>
                      <a:pt x="270" y="0"/>
                    </a:moveTo>
                    <a:cubicBezTo>
                      <a:pt x="180" y="27"/>
                      <a:pt x="60" y="27"/>
                      <a:pt x="0" y="8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6" name="Oval 17"/>
              <p:cNvSpPr>
                <a:spLocks noChangeArrowheads="1"/>
              </p:cNvSpPr>
              <p:nvPr/>
            </p:nvSpPr>
            <p:spPr bwMode="auto">
              <a:xfrm rot="10800000">
                <a:off x="4137531" y="2199581"/>
                <a:ext cx="13832" cy="61021"/>
              </a:xfrm>
              <a:prstGeom prst="ellipse">
                <a:avLst/>
              </a:pr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7" name="Freeform 18"/>
              <p:cNvSpPr>
                <a:spLocks/>
              </p:cNvSpPr>
              <p:nvPr/>
            </p:nvSpPr>
            <p:spPr bwMode="auto">
              <a:xfrm rot="10800000">
                <a:off x="4112481" y="2132088"/>
                <a:ext cx="27665" cy="208026"/>
              </a:xfrm>
              <a:custGeom>
                <a:avLst/>
                <a:gdLst>
                  <a:gd name="T0" fmla="*/ 30 w 30"/>
                  <a:gd name="T1" fmla="*/ 225 h 225"/>
                  <a:gd name="T2" fmla="*/ 30 w 30"/>
                  <a:gd name="T3" fmla="*/ 0 h 225"/>
                </a:gdLst>
                <a:ahLst/>
                <a:cxnLst>
                  <a:cxn ang="0">
                    <a:pos x="T0" y="T1"/>
                  </a:cxn>
                  <a:cxn ang="0">
                    <a:pos x="T2" y="T3"/>
                  </a:cxn>
                </a:cxnLst>
                <a:rect l="0" t="0" r="r" b="b"/>
                <a:pathLst>
                  <a:path w="30" h="225">
                    <a:moveTo>
                      <a:pt x="30" y="225"/>
                    </a:moveTo>
                    <a:cubicBezTo>
                      <a:pt x="0" y="165"/>
                      <a:pt x="0" y="106"/>
                      <a:pt x="3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8" name="Freeform 19"/>
              <p:cNvSpPr>
                <a:spLocks/>
              </p:cNvSpPr>
              <p:nvPr/>
            </p:nvSpPr>
            <p:spPr bwMode="auto">
              <a:xfrm rot="10800000">
                <a:off x="3822002" y="2022066"/>
                <a:ext cx="235150" cy="24963"/>
              </a:xfrm>
              <a:custGeom>
                <a:avLst/>
                <a:gdLst>
                  <a:gd name="T0" fmla="*/ 0 w 255"/>
                  <a:gd name="T1" fmla="*/ 0 h 27"/>
                  <a:gd name="T2" fmla="*/ 255 w 255"/>
                  <a:gd name="T3" fmla="*/ 0 h 27"/>
                </a:gdLst>
                <a:ahLst/>
                <a:cxnLst>
                  <a:cxn ang="0">
                    <a:pos x="T0" y="T1"/>
                  </a:cxn>
                  <a:cxn ang="0">
                    <a:pos x="T2" y="T3"/>
                  </a:cxn>
                </a:cxnLst>
                <a:rect l="0" t="0" r="r" b="b"/>
                <a:pathLst>
                  <a:path w="255" h="27">
                    <a:moveTo>
                      <a:pt x="0" y="0"/>
                    </a:moveTo>
                    <a:cubicBezTo>
                      <a:pt x="90" y="0"/>
                      <a:pt x="195" y="27"/>
                      <a:pt x="25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9" name="Freeform 20"/>
              <p:cNvSpPr>
                <a:spLocks/>
              </p:cNvSpPr>
              <p:nvPr/>
            </p:nvSpPr>
            <p:spPr bwMode="auto">
              <a:xfrm rot="10800000">
                <a:off x="3822002" y="2413154"/>
                <a:ext cx="235150" cy="24963"/>
              </a:xfrm>
              <a:custGeom>
                <a:avLst/>
                <a:gdLst>
                  <a:gd name="T0" fmla="*/ 0 w 255"/>
                  <a:gd name="T1" fmla="*/ 27 h 27"/>
                  <a:gd name="T2" fmla="*/ 255 w 255"/>
                  <a:gd name="T3" fmla="*/ 27 h 27"/>
                </a:gdLst>
                <a:ahLst/>
                <a:cxnLst>
                  <a:cxn ang="0">
                    <a:pos x="T0" y="T1"/>
                  </a:cxn>
                  <a:cxn ang="0">
                    <a:pos x="T2" y="T3"/>
                  </a:cxn>
                </a:cxnLst>
                <a:rect l="0" t="0" r="r" b="b"/>
                <a:pathLst>
                  <a:path w="255" h="27">
                    <a:moveTo>
                      <a:pt x="0" y="27"/>
                    </a:moveTo>
                    <a:cubicBezTo>
                      <a:pt x="90" y="27"/>
                      <a:pt x="195" y="0"/>
                      <a:pt x="255" y="2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70" name="Freeform 21"/>
              <p:cNvSpPr>
                <a:spLocks/>
              </p:cNvSpPr>
              <p:nvPr/>
            </p:nvSpPr>
            <p:spPr bwMode="auto">
              <a:xfrm rot="10800000">
                <a:off x="3780505" y="2010046"/>
                <a:ext cx="262814" cy="24963"/>
              </a:xfrm>
              <a:custGeom>
                <a:avLst/>
                <a:gdLst>
                  <a:gd name="T0" fmla="*/ 0 w 285"/>
                  <a:gd name="T1" fmla="*/ 0 h 27"/>
                  <a:gd name="T2" fmla="*/ 285 w 285"/>
                  <a:gd name="T3" fmla="*/ 0 h 27"/>
                </a:gdLst>
                <a:ahLst/>
                <a:cxnLst>
                  <a:cxn ang="0">
                    <a:pos x="T0" y="T1"/>
                  </a:cxn>
                  <a:cxn ang="0">
                    <a:pos x="T2" y="T3"/>
                  </a:cxn>
                </a:cxnLst>
                <a:rect l="0" t="0" r="r" b="b"/>
                <a:pathLst>
                  <a:path w="285" h="27">
                    <a:moveTo>
                      <a:pt x="0" y="0"/>
                    </a:moveTo>
                    <a:cubicBezTo>
                      <a:pt x="105" y="0"/>
                      <a:pt x="217" y="27"/>
                      <a:pt x="28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71" name="Freeform 22"/>
              <p:cNvSpPr>
                <a:spLocks/>
              </p:cNvSpPr>
              <p:nvPr/>
            </p:nvSpPr>
            <p:spPr bwMode="auto">
              <a:xfrm rot="10800000">
                <a:off x="3780505" y="2425174"/>
                <a:ext cx="262814" cy="24963"/>
              </a:xfrm>
              <a:custGeom>
                <a:avLst/>
                <a:gdLst>
                  <a:gd name="T0" fmla="*/ 0 w 285"/>
                  <a:gd name="T1" fmla="*/ 27 h 27"/>
                  <a:gd name="T2" fmla="*/ 285 w 285"/>
                  <a:gd name="T3" fmla="*/ 27 h 27"/>
                </a:gdLst>
                <a:ahLst/>
                <a:cxnLst>
                  <a:cxn ang="0">
                    <a:pos x="T0" y="T1"/>
                  </a:cxn>
                  <a:cxn ang="0">
                    <a:pos x="T2" y="T3"/>
                  </a:cxn>
                </a:cxnLst>
                <a:rect l="0" t="0" r="r" b="b"/>
                <a:pathLst>
                  <a:path w="285" h="27">
                    <a:moveTo>
                      <a:pt x="0" y="27"/>
                    </a:moveTo>
                    <a:cubicBezTo>
                      <a:pt x="105" y="27"/>
                      <a:pt x="217" y="0"/>
                      <a:pt x="285" y="2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72" name="Freeform 26"/>
              <p:cNvSpPr>
                <a:spLocks/>
              </p:cNvSpPr>
              <p:nvPr/>
            </p:nvSpPr>
            <p:spPr bwMode="auto">
              <a:xfrm rot="10800000">
                <a:off x="3808170" y="2455684"/>
                <a:ext cx="90371" cy="12944"/>
              </a:xfrm>
              <a:custGeom>
                <a:avLst/>
                <a:gdLst>
                  <a:gd name="T0" fmla="*/ 0 w 98"/>
                  <a:gd name="T1" fmla="*/ 7 h 14"/>
                  <a:gd name="T2" fmla="*/ 53 w 98"/>
                  <a:gd name="T3" fmla="*/ 0 h 14"/>
                  <a:gd name="T4" fmla="*/ 98 w 98"/>
                  <a:gd name="T5" fmla="*/ 7 h 14"/>
                  <a:gd name="T6" fmla="*/ 53 w 98"/>
                  <a:gd name="T7" fmla="*/ 14 h 14"/>
                  <a:gd name="T8" fmla="*/ 0 w 98"/>
                  <a:gd name="T9" fmla="*/ 7 h 14"/>
                </a:gdLst>
                <a:ahLst/>
                <a:cxnLst>
                  <a:cxn ang="0">
                    <a:pos x="T0" y="T1"/>
                  </a:cxn>
                  <a:cxn ang="0">
                    <a:pos x="T2" y="T3"/>
                  </a:cxn>
                  <a:cxn ang="0">
                    <a:pos x="T4" y="T5"/>
                  </a:cxn>
                  <a:cxn ang="0">
                    <a:pos x="T6" y="T7"/>
                  </a:cxn>
                  <a:cxn ang="0">
                    <a:pos x="T8" y="T9"/>
                  </a:cxn>
                </a:cxnLst>
                <a:rect l="0" t="0" r="r" b="b"/>
                <a:pathLst>
                  <a:path w="98" h="14">
                    <a:moveTo>
                      <a:pt x="0" y="7"/>
                    </a:moveTo>
                    <a:cubicBezTo>
                      <a:pt x="0" y="0"/>
                      <a:pt x="23" y="0"/>
                      <a:pt x="53" y="0"/>
                    </a:cubicBezTo>
                    <a:cubicBezTo>
                      <a:pt x="75" y="0"/>
                      <a:pt x="98" y="0"/>
                      <a:pt x="98" y="7"/>
                    </a:cubicBezTo>
                    <a:cubicBezTo>
                      <a:pt x="98" y="7"/>
                      <a:pt x="75" y="14"/>
                      <a:pt x="53" y="14"/>
                    </a:cubicBezTo>
                    <a:cubicBezTo>
                      <a:pt x="23" y="14"/>
                      <a:pt x="0" y="7"/>
                      <a:pt x="0" y="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73" name="Freeform 30"/>
              <p:cNvSpPr>
                <a:spLocks/>
              </p:cNvSpPr>
              <p:nvPr/>
            </p:nvSpPr>
            <p:spPr bwMode="auto">
              <a:xfrm rot="10800000">
                <a:off x="3808170" y="1991555"/>
                <a:ext cx="90371" cy="12944"/>
              </a:xfrm>
              <a:custGeom>
                <a:avLst/>
                <a:gdLst>
                  <a:gd name="T0" fmla="*/ 0 w 98"/>
                  <a:gd name="T1" fmla="*/ 7 h 14"/>
                  <a:gd name="T2" fmla="*/ 53 w 98"/>
                  <a:gd name="T3" fmla="*/ 0 h 14"/>
                  <a:gd name="T4" fmla="*/ 98 w 98"/>
                  <a:gd name="T5" fmla="*/ 7 h 14"/>
                  <a:gd name="T6" fmla="*/ 53 w 98"/>
                  <a:gd name="T7" fmla="*/ 14 h 14"/>
                  <a:gd name="T8" fmla="*/ 0 w 98"/>
                  <a:gd name="T9" fmla="*/ 7 h 14"/>
                </a:gdLst>
                <a:ahLst/>
                <a:cxnLst>
                  <a:cxn ang="0">
                    <a:pos x="T0" y="T1"/>
                  </a:cxn>
                  <a:cxn ang="0">
                    <a:pos x="T2" y="T3"/>
                  </a:cxn>
                  <a:cxn ang="0">
                    <a:pos x="T4" y="T5"/>
                  </a:cxn>
                  <a:cxn ang="0">
                    <a:pos x="T6" y="T7"/>
                  </a:cxn>
                  <a:cxn ang="0">
                    <a:pos x="T8" y="T9"/>
                  </a:cxn>
                </a:cxnLst>
                <a:rect l="0" t="0" r="r" b="b"/>
                <a:pathLst>
                  <a:path w="98" h="14">
                    <a:moveTo>
                      <a:pt x="0" y="7"/>
                    </a:moveTo>
                    <a:cubicBezTo>
                      <a:pt x="0" y="0"/>
                      <a:pt x="23" y="0"/>
                      <a:pt x="53" y="0"/>
                    </a:cubicBezTo>
                    <a:cubicBezTo>
                      <a:pt x="75" y="0"/>
                      <a:pt x="98" y="0"/>
                      <a:pt x="98" y="7"/>
                    </a:cubicBezTo>
                    <a:cubicBezTo>
                      <a:pt x="98" y="7"/>
                      <a:pt x="75" y="14"/>
                      <a:pt x="53" y="14"/>
                    </a:cubicBezTo>
                    <a:cubicBezTo>
                      <a:pt x="23" y="14"/>
                      <a:pt x="0" y="7"/>
                      <a:pt x="0" y="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74" name="Freeform 31"/>
              <p:cNvSpPr>
                <a:spLocks/>
              </p:cNvSpPr>
              <p:nvPr/>
            </p:nvSpPr>
            <p:spPr bwMode="auto">
              <a:xfrm rot="10800000">
                <a:off x="3835835" y="2047029"/>
                <a:ext cx="62707" cy="366126"/>
              </a:xfrm>
              <a:custGeom>
                <a:avLst/>
                <a:gdLst>
                  <a:gd name="T0" fmla="*/ 68 w 68"/>
                  <a:gd name="T1" fmla="*/ 396 h 396"/>
                  <a:gd name="T2" fmla="*/ 68 w 68"/>
                  <a:gd name="T3" fmla="*/ 0 h 396"/>
                </a:gdLst>
                <a:ahLst/>
                <a:cxnLst>
                  <a:cxn ang="0">
                    <a:pos x="T0" y="T1"/>
                  </a:cxn>
                  <a:cxn ang="0">
                    <a:pos x="T2" y="T3"/>
                  </a:cxn>
                </a:cxnLst>
                <a:rect l="0" t="0" r="r" b="b"/>
                <a:pathLst>
                  <a:path w="68" h="396">
                    <a:moveTo>
                      <a:pt x="68" y="396"/>
                    </a:moveTo>
                    <a:cubicBezTo>
                      <a:pt x="8" y="290"/>
                      <a:pt x="0" y="132"/>
                      <a:pt x="68"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75" name="Freeform 32"/>
              <p:cNvSpPr>
                <a:spLocks/>
              </p:cNvSpPr>
              <p:nvPr/>
            </p:nvSpPr>
            <p:spPr bwMode="auto">
              <a:xfrm rot="10800000">
                <a:off x="3822002" y="2047029"/>
                <a:ext cx="41497" cy="366126"/>
              </a:xfrm>
              <a:custGeom>
                <a:avLst/>
                <a:gdLst>
                  <a:gd name="T0" fmla="*/ 45 w 45"/>
                  <a:gd name="T1" fmla="*/ 396 h 396"/>
                  <a:gd name="T2" fmla="*/ 45 w 45"/>
                  <a:gd name="T3" fmla="*/ 0 h 396"/>
                </a:gdLst>
                <a:ahLst/>
                <a:cxnLst>
                  <a:cxn ang="0">
                    <a:pos x="T0" y="T1"/>
                  </a:cxn>
                  <a:cxn ang="0">
                    <a:pos x="T2" y="T3"/>
                  </a:cxn>
                </a:cxnLst>
                <a:rect l="0" t="0" r="r" b="b"/>
                <a:pathLst>
                  <a:path w="45" h="396">
                    <a:moveTo>
                      <a:pt x="45" y="396"/>
                    </a:moveTo>
                    <a:cubicBezTo>
                      <a:pt x="0" y="290"/>
                      <a:pt x="0" y="132"/>
                      <a:pt x="4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76" name="Freeform 33"/>
              <p:cNvSpPr>
                <a:spLocks/>
              </p:cNvSpPr>
              <p:nvPr/>
            </p:nvSpPr>
            <p:spPr bwMode="auto">
              <a:xfrm rot="10800000">
                <a:off x="3642182" y="2022066"/>
                <a:ext cx="179820" cy="49002"/>
              </a:xfrm>
              <a:custGeom>
                <a:avLst/>
                <a:gdLst>
                  <a:gd name="T0" fmla="*/ 0 w 195"/>
                  <a:gd name="T1" fmla="*/ 26 h 53"/>
                  <a:gd name="T2" fmla="*/ 195 w 195"/>
                  <a:gd name="T3" fmla="*/ 0 h 53"/>
                </a:gdLst>
                <a:ahLst/>
                <a:cxnLst>
                  <a:cxn ang="0">
                    <a:pos x="T0" y="T1"/>
                  </a:cxn>
                  <a:cxn ang="0">
                    <a:pos x="T2" y="T3"/>
                  </a:cxn>
                </a:cxnLst>
                <a:rect l="0" t="0" r="r" b="b"/>
                <a:pathLst>
                  <a:path w="195" h="53">
                    <a:moveTo>
                      <a:pt x="0" y="26"/>
                    </a:moveTo>
                    <a:cubicBezTo>
                      <a:pt x="15" y="53"/>
                      <a:pt x="135" y="0"/>
                      <a:pt x="19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77" name="Freeform 34"/>
              <p:cNvSpPr>
                <a:spLocks/>
              </p:cNvSpPr>
              <p:nvPr/>
            </p:nvSpPr>
            <p:spPr bwMode="auto">
              <a:xfrm rot="10800000">
                <a:off x="3642182" y="2389116"/>
                <a:ext cx="179820" cy="49002"/>
              </a:xfrm>
              <a:custGeom>
                <a:avLst/>
                <a:gdLst>
                  <a:gd name="T0" fmla="*/ 0 w 195"/>
                  <a:gd name="T1" fmla="*/ 27 h 53"/>
                  <a:gd name="T2" fmla="*/ 195 w 195"/>
                  <a:gd name="T3" fmla="*/ 53 h 53"/>
                </a:gdLst>
                <a:ahLst/>
                <a:cxnLst>
                  <a:cxn ang="0">
                    <a:pos x="T0" y="T1"/>
                  </a:cxn>
                  <a:cxn ang="0">
                    <a:pos x="T2" y="T3"/>
                  </a:cxn>
                </a:cxnLst>
                <a:rect l="0" t="0" r="r" b="b"/>
                <a:pathLst>
                  <a:path w="195" h="53">
                    <a:moveTo>
                      <a:pt x="0" y="27"/>
                    </a:moveTo>
                    <a:cubicBezTo>
                      <a:pt x="15" y="0"/>
                      <a:pt x="135" y="53"/>
                      <a:pt x="195" y="5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78" name="Freeform 35"/>
              <p:cNvSpPr>
                <a:spLocks/>
              </p:cNvSpPr>
              <p:nvPr/>
            </p:nvSpPr>
            <p:spPr bwMode="auto">
              <a:xfrm rot="10800000">
                <a:off x="3642182" y="2071067"/>
                <a:ext cx="27665" cy="318049"/>
              </a:xfrm>
              <a:custGeom>
                <a:avLst/>
                <a:gdLst>
                  <a:gd name="T0" fmla="*/ 30 w 30"/>
                  <a:gd name="T1" fmla="*/ 344 h 344"/>
                  <a:gd name="T2" fmla="*/ 30 w 30"/>
                  <a:gd name="T3" fmla="*/ 0 h 344"/>
                </a:gdLst>
                <a:ahLst/>
                <a:cxnLst>
                  <a:cxn ang="0">
                    <a:pos x="T0" y="T1"/>
                  </a:cxn>
                  <a:cxn ang="0">
                    <a:pos x="T2" y="T3"/>
                  </a:cxn>
                </a:cxnLst>
                <a:rect l="0" t="0" r="r" b="b"/>
                <a:pathLst>
                  <a:path w="30" h="344">
                    <a:moveTo>
                      <a:pt x="30" y="344"/>
                    </a:moveTo>
                    <a:cubicBezTo>
                      <a:pt x="30" y="291"/>
                      <a:pt x="0" y="185"/>
                      <a:pt x="3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79" name="Freeform 36"/>
              <p:cNvSpPr>
                <a:spLocks/>
              </p:cNvSpPr>
              <p:nvPr/>
            </p:nvSpPr>
            <p:spPr bwMode="auto">
              <a:xfrm rot="10800000">
                <a:off x="2965319" y="1973988"/>
                <a:ext cx="884348" cy="73040"/>
              </a:xfrm>
              <a:custGeom>
                <a:avLst/>
                <a:gdLst>
                  <a:gd name="T0" fmla="*/ 0 w 959"/>
                  <a:gd name="T1" fmla="*/ 66 h 79"/>
                  <a:gd name="T2" fmla="*/ 959 w 959"/>
                  <a:gd name="T3" fmla="*/ 0 h 79"/>
                </a:gdLst>
                <a:ahLst/>
                <a:cxnLst>
                  <a:cxn ang="0">
                    <a:pos x="T0" y="T1"/>
                  </a:cxn>
                  <a:cxn ang="0">
                    <a:pos x="T2" y="T3"/>
                  </a:cxn>
                </a:cxnLst>
                <a:rect l="0" t="0" r="r" b="b"/>
                <a:pathLst>
                  <a:path w="959" h="79">
                    <a:moveTo>
                      <a:pt x="0" y="66"/>
                    </a:moveTo>
                    <a:cubicBezTo>
                      <a:pt x="225" y="66"/>
                      <a:pt x="839" y="79"/>
                      <a:pt x="959"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80" name="Freeform 37"/>
              <p:cNvSpPr>
                <a:spLocks/>
              </p:cNvSpPr>
              <p:nvPr/>
            </p:nvSpPr>
            <p:spPr bwMode="auto">
              <a:xfrm rot="10800000">
                <a:off x="2965319" y="2413154"/>
                <a:ext cx="884348" cy="73040"/>
              </a:xfrm>
              <a:custGeom>
                <a:avLst/>
                <a:gdLst>
                  <a:gd name="T0" fmla="*/ 0 w 959"/>
                  <a:gd name="T1" fmla="*/ 13 h 79"/>
                  <a:gd name="T2" fmla="*/ 959 w 959"/>
                  <a:gd name="T3" fmla="*/ 79 h 79"/>
                </a:gdLst>
                <a:ahLst/>
                <a:cxnLst>
                  <a:cxn ang="0">
                    <a:pos x="T0" y="T1"/>
                  </a:cxn>
                  <a:cxn ang="0">
                    <a:pos x="T2" y="T3"/>
                  </a:cxn>
                </a:cxnLst>
                <a:rect l="0" t="0" r="r" b="b"/>
                <a:pathLst>
                  <a:path w="959" h="79">
                    <a:moveTo>
                      <a:pt x="0" y="13"/>
                    </a:moveTo>
                    <a:cubicBezTo>
                      <a:pt x="232" y="26"/>
                      <a:pt x="839" y="0"/>
                      <a:pt x="959" y="7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81" name="Freeform 38"/>
              <p:cNvSpPr>
                <a:spLocks/>
              </p:cNvSpPr>
              <p:nvPr/>
            </p:nvSpPr>
            <p:spPr bwMode="auto">
              <a:xfrm rot="10800000">
                <a:off x="3849667" y="2462156"/>
                <a:ext cx="193653" cy="24039"/>
              </a:xfrm>
              <a:custGeom>
                <a:avLst/>
                <a:gdLst>
                  <a:gd name="T0" fmla="*/ 0 w 210"/>
                  <a:gd name="T1" fmla="*/ 26 h 26"/>
                  <a:gd name="T2" fmla="*/ 210 w 210"/>
                  <a:gd name="T3" fmla="*/ 13 h 26"/>
                </a:gdLst>
                <a:ahLst/>
                <a:cxnLst>
                  <a:cxn ang="0">
                    <a:pos x="T0" y="T1"/>
                  </a:cxn>
                  <a:cxn ang="0">
                    <a:pos x="T2" y="T3"/>
                  </a:cxn>
                </a:cxnLst>
                <a:rect l="0" t="0" r="r" b="b"/>
                <a:pathLst>
                  <a:path w="210" h="26">
                    <a:moveTo>
                      <a:pt x="0" y="26"/>
                    </a:moveTo>
                    <a:cubicBezTo>
                      <a:pt x="105" y="0"/>
                      <a:pt x="165" y="13"/>
                      <a:pt x="210" y="1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82" name="Freeform 39"/>
              <p:cNvSpPr>
                <a:spLocks/>
              </p:cNvSpPr>
              <p:nvPr/>
            </p:nvSpPr>
            <p:spPr bwMode="auto">
              <a:xfrm rot="10800000">
                <a:off x="2985607" y="2047029"/>
                <a:ext cx="656575" cy="79512"/>
              </a:xfrm>
              <a:custGeom>
                <a:avLst/>
                <a:gdLst>
                  <a:gd name="T0" fmla="*/ 0 w 712"/>
                  <a:gd name="T1" fmla="*/ 60 h 86"/>
                  <a:gd name="T2" fmla="*/ 712 w 712"/>
                  <a:gd name="T3" fmla="*/ 47 h 86"/>
                </a:gdLst>
                <a:ahLst/>
                <a:cxnLst>
                  <a:cxn ang="0">
                    <a:pos x="T0" y="T1"/>
                  </a:cxn>
                  <a:cxn ang="0">
                    <a:pos x="T2" y="T3"/>
                  </a:cxn>
                </a:cxnLst>
                <a:rect l="0" t="0" r="r" b="b"/>
                <a:pathLst>
                  <a:path w="712" h="86">
                    <a:moveTo>
                      <a:pt x="0" y="60"/>
                    </a:moveTo>
                    <a:cubicBezTo>
                      <a:pt x="345" y="0"/>
                      <a:pt x="570" y="86"/>
                      <a:pt x="712" y="4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83" name="Freeform 40"/>
              <p:cNvSpPr>
                <a:spLocks/>
              </p:cNvSpPr>
              <p:nvPr/>
            </p:nvSpPr>
            <p:spPr bwMode="auto">
              <a:xfrm rot="10800000">
                <a:off x="2985607" y="2340114"/>
                <a:ext cx="656575" cy="67493"/>
              </a:xfrm>
              <a:custGeom>
                <a:avLst/>
                <a:gdLst>
                  <a:gd name="T0" fmla="*/ 0 w 712"/>
                  <a:gd name="T1" fmla="*/ 20 h 73"/>
                  <a:gd name="T2" fmla="*/ 712 w 712"/>
                  <a:gd name="T3" fmla="*/ 33 h 73"/>
                </a:gdLst>
                <a:ahLst/>
                <a:cxnLst>
                  <a:cxn ang="0">
                    <a:pos x="T0" y="T1"/>
                  </a:cxn>
                  <a:cxn ang="0">
                    <a:pos x="T2" y="T3"/>
                  </a:cxn>
                </a:cxnLst>
                <a:rect l="0" t="0" r="r" b="b"/>
                <a:pathLst>
                  <a:path w="712" h="73">
                    <a:moveTo>
                      <a:pt x="0" y="20"/>
                    </a:moveTo>
                    <a:cubicBezTo>
                      <a:pt x="330" y="73"/>
                      <a:pt x="502" y="0"/>
                      <a:pt x="712" y="3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84" name="Freeform 41"/>
              <p:cNvSpPr>
                <a:spLocks/>
              </p:cNvSpPr>
              <p:nvPr/>
            </p:nvSpPr>
            <p:spPr bwMode="auto">
              <a:xfrm rot="10800000">
                <a:off x="3088888" y="1961045"/>
                <a:ext cx="221317" cy="49002"/>
              </a:xfrm>
              <a:custGeom>
                <a:avLst/>
                <a:gdLst>
                  <a:gd name="T0" fmla="*/ 0 w 240"/>
                  <a:gd name="T1" fmla="*/ 26 h 53"/>
                  <a:gd name="T2" fmla="*/ 232 w 240"/>
                  <a:gd name="T3" fmla="*/ 0 h 53"/>
                </a:gdLst>
                <a:ahLst/>
                <a:cxnLst>
                  <a:cxn ang="0">
                    <a:pos x="T0" y="T1"/>
                  </a:cxn>
                  <a:cxn ang="0">
                    <a:pos x="T2" y="T3"/>
                  </a:cxn>
                </a:cxnLst>
                <a:rect l="0" t="0" r="r" b="b"/>
                <a:pathLst>
                  <a:path w="240" h="53">
                    <a:moveTo>
                      <a:pt x="0" y="26"/>
                    </a:moveTo>
                    <a:cubicBezTo>
                      <a:pt x="150" y="53"/>
                      <a:pt x="240" y="0"/>
                      <a:pt x="232"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85" name="Freeform 42"/>
              <p:cNvSpPr>
                <a:spLocks/>
              </p:cNvSpPr>
              <p:nvPr/>
            </p:nvSpPr>
            <p:spPr bwMode="auto">
              <a:xfrm rot="10800000">
                <a:off x="3102721" y="2450137"/>
                <a:ext cx="214862" cy="36058"/>
              </a:xfrm>
              <a:custGeom>
                <a:avLst/>
                <a:gdLst>
                  <a:gd name="T0" fmla="*/ 0 w 233"/>
                  <a:gd name="T1" fmla="*/ 26 h 39"/>
                  <a:gd name="T2" fmla="*/ 233 w 233"/>
                  <a:gd name="T3" fmla="*/ 39 h 39"/>
                </a:gdLst>
                <a:ahLst/>
                <a:cxnLst>
                  <a:cxn ang="0">
                    <a:pos x="T0" y="T1"/>
                  </a:cxn>
                  <a:cxn ang="0">
                    <a:pos x="T2" y="T3"/>
                  </a:cxn>
                </a:cxnLst>
                <a:rect l="0" t="0" r="r" b="b"/>
                <a:pathLst>
                  <a:path w="233" h="39">
                    <a:moveTo>
                      <a:pt x="0" y="26"/>
                    </a:moveTo>
                    <a:cubicBezTo>
                      <a:pt x="83" y="0"/>
                      <a:pt x="203" y="13"/>
                      <a:pt x="233" y="3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86" name="Freeform 43"/>
              <p:cNvSpPr>
                <a:spLocks/>
              </p:cNvSpPr>
              <p:nvPr/>
            </p:nvSpPr>
            <p:spPr bwMode="auto">
              <a:xfrm rot="10800000">
                <a:off x="2888780" y="2047029"/>
                <a:ext cx="76539" cy="366126"/>
              </a:xfrm>
              <a:custGeom>
                <a:avLst/>
                <a:gdLst>
                  <a:gd name="T0" fmla="*/ 0 w 83"/>
                  <a:gd name="T1" fmla="*/ 396 h 396"/>
                  <a:gd name="T2" fmla="*/ 0 w 83"/>
                  <a:gd name="T3" fmla="*/ 0 h 396"/>
                </a:gdLst>
                <a:ahLst/>
                <a:cxnLst>
                  <a:cxn ang="0">
                    <a:pos x="T0" y="T1"/>
                  </a:cxn>
                  <a:cxn ang="0">
                    <a:pos x="T2" y="T3"/>
                  </a:cxn>
                </a:cxnLst>
                <a:rect l="0" t="0" r="r" b="b"/>
                <a:pathLst>
                  <a:path w="83" h="396">
                    <a:moveTo>
                      <a:pt x="0" y="396"/>
                    </a:moveTo>
                    <a:cubicBezTo>
                      <a:pt x="83" y="317"/>
                      <a:pt x="60" y="26"/>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87" name="Freeform 44"/>
              <p:cNvSpPr>
                <a:spLocks/>
              </p:cNvSpPr>
              <p:nvPr/>
            </p:nvSpPr>
            <p:spPr bwMode="auto">
              <a:xfrm rot="10800000">
                <a:off x="3006816" y="1986008"/>
                <a:ext cx="967342" cy="61021"/>
              </a:xfrm>
              <a:custGeom>
                <a:avLst/>
                <a:gdLst>
                  <a:gd name="T0" fmla="*/ 0 w 1049"/>
                  <a:gd name="T1" fmla="*/ 40 h 66"/>
                  <a:gd name="T2" fmla="*/ 1049 w 1049"/>
                  <a:gd name="T3" fmla="*/ 0 h 66"/>
                </a:gdLst>
                <a:ahLst/>
                <a:cxnLst>
                  <a:cxn ang="0">
                    <a:pos x="T0" y="T1"/>
                  </a:cxn>
                  <a:cxn ang="0">
                    <a:pos x="T2" y="T3"/>
                  </a:cxn>
                </a:cxnLst>
                <a:rect l="0" t="0" r="r" b="b"/>
                <a:pathLst>
                  <a:path w="1049" h="66">
                    <a:moveTo>
                      <a:pt x="0" y="40"/>
                    </a:moveTo>
                    <a:cubicBezTo>
                      <a:pt x="270" y="40"/>
                      <a:pt x="907" y="66"/>
                      <a:pt x="1049"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88" name="Freeform 45"/>
              <p:cNvSpPr>
                <a:spLocks/>
              </p:cNvSpPr>
              <p:nvPr/>
            </p:nvSpPr>
            <p:spPr bwMode="auto">
              <a:xfrm rot="10800000">
                <a:off x="3006816" y="2410773"/>
                <a:ext cx="967342" cy="61021"/>
              </a:xfrm>
              <a:custGeom>
                <a:avLst/>
                <a:gdLst>
                  <a:gd name="T0" fmla="*/ 0 w 1049"/>
                  <a:gd name="T1" fmla="*/ 26 h 66"/>
                  <a:gd name="T2" fmla="*/ 1049 w 1049"/>
                  <a:gd name="T3" fmla="*/ 66 h 66"/>
                </a:gdLst>
                <a:ahLst/>
                <a:cxnLst>
                  <a:cxn ang="0">
                    <a:pos x="T0" y="T1"/>
                  </a:cxn>
                  <a:cxn ang="0">
                    <a:pos x="T2" y="T3"/>
                  </a:cxn>
                </a:cxnLst>
                <a:rect l="0" t="0" r="r" b="b"/>
                <a:pathLst>
                  <a:path w="1049" h="66">
                    <a:moveTo>
                      <a:pt x="0" y="26"/>
                    </a:moveTo>
                    <a:cubicBezTo>
                      <a:pt x="270" y="26"/>
                      <a:pt x="900" y="0"/>
                      <a:pt x="1049" y="6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89" name="Freeform 46"/>
              <p:cNvSpPr>
                <a:spLocks/>
              </p:cNvSpPr>
              <p:nvPr/>
            </p:nvSpPr>
            <p:spPr bwMode="auto">
              <a:xfrm rot="10800000">
                <a:off x="3062146" y="2071067"/>
                <a:ext cx="26743" cy="318049"/>
              </a:xfrm>
              <a:custGeom>
                <a:avLst/>
                <a:gdLst>
                  <a:gd name="T0" fmla="*/ 0 w 29"/>
                  <a:gd name="T1" fmla="*/ 344 h 344"/>
                  <a:gd name="T2" fmla="*/ 0 w 29"/>
                  <a:gd name="T3" fmla="*/ 0 h 344"/>
                </a:gdLst>
                <a:ahLst/>
                <a:cxnLst>
                  <a:cxn ang="0">
                    <a:pos x="T0" y="T1"/>
                  </a:cxn>
                  <a:cxn ang="0">
                    <a:pos x="T2" y="T3"/>
                  </a:cxn>
                </a:cxnLst>
                <a:rect l="0" t="0" r="r" b="b"/>
                <a:pathLst>
                  <a:path w="29" h="344">
                    <a:moveTo>
                      <a:pt x="0" y="344"/>
                    </a:moveTo>
                    <a:cubicBezTo>
                      <a:pt x="29" y="264"/>
                      <a:pt x="29" y="8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90" name="Freeform 47"/>
              <p:cNvSpPr>
                <a:spLocks/>
              </p:cNvSpPr>
              <p:nvPr/>
            </p:nvSpPr>
            <p:spPr bwMode="auto">
              <a:xfrm rot="10800000">
                <a:off x="2957942" y="2083086"/>
                <a:ext cx="27665" cy="294010"/>
              </a:xfrm>
              <a:custGeom>
                <a:avLst/>
                <a:gdLst>
                  <a:gd name="T0" fmla="*/ 0 w 30"/>
                  <a:gd name="T1" fmla="*/ 318 h 318"/>
                  <a:gd name="T2" fmla="*/ 0 w 30"/>
                  <a:gd name="T3" fmla="*/ 0 h 318"/>
                </a:gdLst>
                <a:ahLst/>
                <a:cxnLst>
                  <a:cxn ang="0">
                    <a:pos x="T0" y="T1"/>
                  </a:cxn>
                  <a:cxn ang="0">
                    <a:pos x="T2" y="T3"/>
                  </a:cxn>
                </a:cxnLst>
                <a:rect l="0" t="0" r="r" b="b"/>
                <a:pathLst>
                  <a:path w="30" h="318">
                    <a:moveTo>
                      <a:pt x="0" y="318"/>
                    </a:moveTo>
                    <a:cubicBezTo>
                      <a:pt x="30" y="225"/>
                      <a:pt x="22" y="67"/>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91" name="Freeform 48"/>
              <p:cNvSpPr>
                <a:spLocks/>
              </p:cNvSpPr>
              <p:nvPr/>
            </p:nvSpPr>
            <p:spPr bwMode="auto">
              <a:xfrm rot="10800000">
                <a:off x="2923822" y="2040557"/>
                <a:ext cx="55329" cy="384617"/>
              </a:xfrm>
              <a:custGeom>
                <a:avLst/>
                <a:gdLst>
                  <a:gd name="T0" fmla="*/ 0 w 60"/>
                  <a:gd name="T1" fmla="*/ 416 h 416"/>
                  <a:gd name="T2" fmla="*/ 0 w 60"/>
                  <a:gd name="T3" fmla="*/ 0 h 416"/>
                </a:gdLst>
                <a:ahLst/>
                <a:cxnLst>
                  <a:cxn ang="0">
                    <a:pos x="T0" y="T1"/>
                  </a:cxn>
                  <a:cxn ang="0">
                    <a:pos x="T2" y="T3"/>
                  </a:cxn>
                </a:cxnLst>
                <a:rect l="0" t="0" r="r" b="b"/>
                <a:pathLst>
                  <a:path w="60" h="416">
                    <a:moveTo>
                      <a:pt x="0" y="416"/>
                    </a:moveTo>
                    <a:cubicBezTo>
                      <a:pt x="60" y="277"/>
                      <a:pt x="30" y="66"/>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92" name="Freeform 49"/>
              <p:cNvSpPr>
                <a:spLocks/>
              </p:cNvSpPr>
              <p:nvPr/>
            </p:nvSpPr>
            <p:spPr bwMode="auto">
              <a:xfrm rot="10800000">
                <a:off x="2985607" y="2022066"/>
                <a:ext cx="35042" cy="61021"/>
              </a:xfrm>
              <a:custGeom>
                <a:avLst/>
                <a:gdLst>
                  <a:gd name="T0" fmla="*/ 0 w 38"/>
                  <a:gd name="T1" fmla="*/ 66 h 66"/>
                  <a:gd name="T2" fmla="*/ 38 w 38"/>
                  <a:gd name="T3" fmla="*/ 0 h 66"/>
                </a:gdLst>
                <a:ahLst/>
                <a:cxnLst>
                  <a:cxn ang="0">
                    <a:pos x="T0" y="T1"/>
                  </a:cxn>
                  <a:cxn ang="0">
                    <a:pos x="T2" y="T3"/>
                  </a:cxn>
                </a:cxnLst>
                <a:rect l="0" t="0" r="r" b="b"/>
                <a:pathLst>
                  <a:path w="38" h="66">
                    <a:moveTo>
                      <a:pt x="0" y="66"/>
                    </a:moveTo>
                    <a:cubicBezTo>
                      <a:pt x="0" y="66"/>
                      <a:pt x="38" y="26"/>
                      <a:pt x="38"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93" name="Freeform 50"/>
              <p:cNvSpPr>
                <a:spLocks/>
              </p:cNvSpPr>
              <p:nvPr/>
            </p:nvSpPr>
            <p:spPr bwMode="auto">
              <a:xfrm rot="10800000">
                <a:off x="2985607" y="2377097"/>
                <a:ext cx="35042" cy="61021"/>
              </a:xfrm>
              <a:custGeom>
                <a:avLst/>
                <a:gdLst>
                  <a:gd name="T0" fmla="*/ 0 w 38"/>
                  <a:gd name="T1" fmla="*/ 0 h 66"/>
                  <a:gd name="T2" fmla="*/ 38 w 38"/>
                  <a:gd name="T3" fmla="*/ 66 h 66"/>
                </a:gdLst>
                <a:ahLst/>
                <a:cxnLst>
                  <a:cxn ang="0">
                    <a:pos x="T0" y="T1"/>
                  </a:cxn>
                  <a:cxn ang="0">
                    <a:pos x="T2" y="T3"/>
                  </a:cxn>
                </a:cxnLst>
                <a:rect l="0" t="0" r="r" b="b"/>
                <a:pathLst>
                  <a:path w="38" h="66">
                    <a:moveTo>
                      <a:pt x="0" y="0"/>
                    </a:moveTo>
                    <a:cubicBezTo>
                      <a:pt x="0" y="0"/>
                      <a:pt x="38" y="40"/>
                      <a:pt x="38" y="6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94" name="Freeform 51"/>
              <p:cNvSpPr>
                <a:spLocks/>
              </p:cNvSpPr>
              <p:nvPr/>
            </p:nvSpPr>
            <p:spPr bwMode="auto">
              <a:xfrm rot="10800000">
                <a:off x="2902613" y="2096030"/>
                <a:ext cx="55329" cy="268122"/>
              </a:xfrm>
              <a:custGeom>
                <a:avLst/>
                <a:gdLst>
                  <a:gd name="T0" fmla="*/ 0 w 60"/>
                  <a:gd name="T1" fmla="*/ 290 h 290"/>
                  <a:gd name="T2" fmla="*/ 0 w 60"/>
                  <a:gd name="T3" fmla="*/ 0 h 290"/>
                </a:gdLst>
                <a:ahLst/>
                <a:cxnLst>
                  <a:cxn ang="0">
                    <a:pos x="T0" y="T1"/>
                  </a:cxn>
                  <a:cxn ang="0">
                    <a:pos x="T2" y="T3"/>
                  </a:cxn>
                </a:cxnLst>
                <a:rect l="0" t="0" r="r" b="b"/>
                <a:pathLst>
                  <a:path w="60" h="290">
                    <a:moveTo>
                      <a:pt x="0" y="290"/>
                    </a:moveTo>
                    <a:cubicBezTo>
                      <a:pt x="37" y="290"/>
                      <a:pt x="60" y="26"/>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95" name="Freeform 52"/>
              <p:cNvSpPr>
                <a:spLocks/>
              </p:cNvSpPr>
              <p:nvPr/>
            </p:nvSpPr>
            <p:spPr bwMode="auto">
              <a:xfrm rot="10800000">
                <a:off x="2957942" y="2071067"/>
                <a:ext cx="130946" cy="24963"/>
              </a:xfrm>
              <a:custGeom>
                <a:avLst/>
                <a:gdLst>
                  <a:gd name="T0" fmla="*/ 0 w 142"/>
                  <a:gd name="T1" fmla="*/ 27 h 27"/>
                  <a:gd name="T2" fmla="*/ 142 w 142"/>
                  <a:gd name="T3" fmla="*/ 0 h 27"/>
                </a:gdLst>
                <a:ahLst/>
                <a:cxnLst>
                  <a:cxn ang="0">
                    <a:pos x="T0" y="T1"/>
                  </a:cxn>
                  <a:cxn ang="0">
                    <a:pos x="T2" y="T3"/>
                  </a:cxn>
                </a:cxnLst>
                <a:rect l="0" t="0" r="r" b="b"/>
                <a:pathLst>
                  <a:path w="142" h="27">
                    <a:moveTo>
                      <a:pt x="0" y="27"/>
                    </a:moveTo>
                    <a:cubicBezTo>
                      <a:pt x="0" y="27"/>
                      <a:pt x="142" y="27"/>
                      <a:pt x="142"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96" name="Freeform 53"/>
              <p:cNvSpPr>
                <a:spLocks/>
              </p:cNvSpPr>
              <p:nvPr/>
            </p:nvSpPr>
            <p:spPr bwMode="auto">
              <a:xfrm rot="10800000">
                <a:off x="2957942" y="2364153"/>
                <a:ext cx="130946" cy="24963"/>
              </a:xfrm>
              <a:custGeom>
                <a:avLst/>
                <a:gdLst>
                  <a:gd name="T0" fmla="*/ 0 w 142"/>
                  <a:gd name="T1" fmla="*/ 0 h 27"/>
                  <a:gd name="T2" fmla="*/ 142 w 142"/>
                  <a:gd name="T3" fmla="*/ 27 h 27"/>
                </a:gdLst>
                <a:ahLst/>
                <a:cxnLst>
                  <a:cxn ang="0">
                    <a:pos x="T0" y="T1"/>
                  </a:cxn>
                  <a:cxn ang="0">
                    <a:pos x="T2" y="T3"/>
                  </a:cxn>
                </a:cxnLst>
                <a:rect l="0" t="0" r="r" b="b"/>
                <a:pathLst>
                  <a:path w="142" h="27">
                    <a:moveTo>
                      <a:pt x="0" y="0"/>
                    </a:moveTo>
                    <a:cubicBezTo>
                      <a:pt x="0" y="0"/>
                      <a:pt x="142" y="0"/>
                      <a:pt x="142" y="2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97" name="Freeform 57"/>
              <p:cNvSpPr>
                <a:spLocks/>
              </p:cNvSpPr>
              <p:nvPr/>
            </p:nvSpPr>
            <p:spPr bwMode="auto">
              <a:xfrm rot="10800000">
                <a:off x="2927443" y="2220453"/>
                <a:ext cx="13832" cy="24039"/>
              </a:xfrm>
              <a:custGeom>
                <a:avLst/>
                <a:gdLst>
                  <a:gd name="T0" fmla="*/ 7 w 15"/>
                  <a:gd name="T1" fmla="*/ 26 h 26"/>
                  <a:gd name="T2" fmla="*/ 0 w 15"/>
                  <a:gd name="T3" fmla="*/ 13 h 26"/>
                  <a:gd name="T4" fmla="*/ 7 w 15"/>
                  <a:gd name="T5" fmla="*/ 0 h 26"/>
                  <a:gd name="T6" fmla="*/ 15 w 15"/>
                  <a:gd name="T7" fmla="*/ 13 h 26"/>
                  <a:gd name="T8" fmla="*/ 7 w 15"/>
                  <a:gd name="T9" fmla="*/ 26 h 26"/>
                </a:gdLst>
                <a:ahLst/>
                <a:cxnLst>
                  <a:cxn ang="0">
                    <a:pos x="T0" y="T1"/>
                  </a:cxn>
                  <a:cxn ang="0">
                    <a:pos x="T2" y="T3"/>
                  </a:cxn>
                  <a:cxn ang="0">
                    <a:pos x="T4" y="T5"/>
                  </a:cxn>
                  <a:cxn ang="0">
                    <a:pos x="T6" y="T7"/>
                  </a:cxn>
                  <a:cxn ang="0">
                    <a:pos x="T8" y="T9"/>
                  </a:cxn>
                </a:cxnLst>
                <a:rect l="0" t="0" r="r" b="b"/>
                <a:pathLst>
                  <a:path w="15" h="26">
                    <a:moveTo>
                      <a:pt x="7" y="26"/>
                    </a:moveTo>
                    <a:cubicBezTo>
                      <a:pt x="0" y="26"/>
                      <a:pt x="0" y="20"/>
                      <a:pt x="0" y="13"/>
                    </a:cubicBezTo>
                    <a:cubicBezTo>
                      <a:pt x="0" y="6"/>
                      <a:pt x="0" y="0"/>
                      <a:pt x="7" y="0"/>
                    </a:cubicBezTo>
                    <a:cubicBezTo>
                      <a:pt x="7" y="0"/>
                      <a:pt x="15" y="6"/>
                      <a:pt x="15" y="13"/>
                    </a:cubicBezTo>
                    <a:cubicBezTo>
                      <a:pt x="15" y="20"/>
                      <a:pt x="7" y="26"/>
                      <a:pt x="7" y="2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98" name="Freeform 58"/>
              <p:cNvSpPr>
                <a:spLocks/>
              </p:cNvSpPr>
              <p:nvPr/>
            </p:nvSpPr>
            <p:spPr bwMode="auto">
              <a:xfrm rot="10800000">
                <a:off x="3282541" y="2083086"/>
                <a:ext cx="13832" cy="294010"/>
              </a:xfrm>
              <a:custGeom>
                <a:avLst/>
                <a:gdLst>
                  <a:gd name="T0" fmla="*/ 0 w 15"/>
                  <a:gd name="T1" fmla="*/ 318 h 318"/>
                  <a:gd name="T2" fmla="*/ 0 w 15"/>
                  <a:gd name="T3" fmla="*/ 0 h 318"/>
                </a:gdLst>
                <a:ahLst/>
                <a:cxnLst>
                  <a:cxn ang="0">
                    <a:pos x="T0" y="T1"/>
                  </a:cxn>
                  <a:cxn ang="0">
                    <a:pos x="T2" y="T3"/>
                  </a:cxn>
                </a:cxnLst>
                <a:rect l="0" t="0" r="r" b="b"/>
                <a:pathLst>
                  <a:path w="15" h="318">
                    <a:moveTo>
                      <a:pt x="0" y="318"/>
                    </a:moveTo>
                    <a:cubicBezTo>
                      <a:pt x="15" y="271"/>
                      <a:pt x="15" y="4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99" name="Freeform 59"/>
              <p:cNvSpPr>
                <a:spLocks/>
              </p:cNvSpPr>
              <p:nvPr/>
            </p:nvSpPr>
            <p:spPr bwMode="auto">
              <a:xfrm rot="10800000">
                <a:off x="3199547" y="1986008"/>
                <a:ext cx="588335" cy="110023"/>
              </a:xfrm>
              <a:custGeom>
                <a:avLst/>
                <a:gdLst>
                  <a:gd name="T0" fmla="*/ 638 w 638"/>
                  <a:gd name="T1" fmla="*/ 80 h 119"/>
                  <a:gd name="T2" fmla="*/ 0 w 638"/>
                  <a:gd name="T3" fmla="*/ 119 h 119"/>
                </a:gdLst>
                <a:ahLst/>
                <a:cxnLst>
                  <a:cxn ang="0">
                    <a:pos x="T0" y="T1"/>
                  </a:cxn>
                  <a:cxn ang="0">
                    <a:pos x="T2" y="T3"/>
                  </a:cxn>
                </a:cxnLst>
                <a:rect l="0" t="0" r="r" b="b"/>
                <a:pathLst>
                  <a:path w="638" h="119">
                    <a:moveTo>
                      <a:pt x="638" y="80"/>
                    </a:moveTo>
                    <a:cubicBezTo>
                      <a:pt x="518" y="14"/>
                      <a:pt x="0" y="0"/>
                      <a:pt x="0" y="11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00" name="Freeform 60"/>
              <p:cNvSpPr>
                <a:spLocks/>
              </p:cNvSpPr>
              <p:nvPr/>
            </p:nvSpPr>
            <p:spPr bwMode="auto">
              <a:xfrm rot="10800000">
                <a:off x="3193092" y="2361772"/>
                <a:ext cx="594791" cy="110023"/>
              </a:xfrm>
              <a:custGeom>
                <a:avLst/>
                <a:gdLst>
                  <a:gd name="T0" fmla="*/ 645 w 645"/>
                  <a:gd name="T1" fmla="*/ 39 h 119"/>
                  <a:gd name="T2" fmla="*/ 0 w 645"/>
                  <a:gd name="T3" fmla="*/ 0 h 119"/>
                </a:gdLst>
                <a:ahLst/>
                <a:cxnLst>
                  <a:cxn ang="0">
                    <a:pos x="T0" y="T1"/>
                  </a:cxn>
                  <a:cxn ang="0">
                    <a:pos x="T2" y="T3"/>
                  </a:cxn>
                </a:cxnLst>
                <a:rect l="0" t="0" r="r" b="b"/>
                <a:pathLst>
                  <a:path w="645" h="119">
                    <a:moveTo>
                      <a:pt x="645" y="39"/>
                    </a:moveTo>
                    <a:cubicBezTo>
                      <a:pt x="525" y="105"/>
                      <a:pt x="0" y="119"/>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01" name="Freeform 61"/>
              <p:cNvSpPr>
                <a:spLocks/>
              </p:cNvSpPr>
              <p:nvPr/>
            </p:nvSpPr>
            <p:spPr bwMode="auto">
              <a:xfrm rot="10800000">
                <a:off x="3199547" y="2010046"/>
                <a:ext cx="580958" cy="12019"/>
              </a:xfrm>
              <a:custGeom>
                <a:avLst/>
                <a:gdLst>
                  <a:gd name="T0" fmla="*/ 630 w 630"/>
                  <a:gd name="T1" fmla="*/ 0 h 13"/>
                  <a:gd name="T2" fmla="*/ 0 w 630"/>
                  <a:gd name="T3" fmla="*/ 13 h 13"/>
                </a:gdLst>
                <a:ahLst/>
                <a:cxnLst>
                  <a:cxn ang="0">
                    <a:pos x="T0" y="T1"/>
                  </a:cxn>
                  <a:cxn ang="0">
                    <a:pos x="T2" y="T3"/>
                  </a:cxn>
                </a:cxnLst>
                <a:rect l="0" t="0" r="r" b="b"/>
                <a:pathLst>
                  <a:path w="630" h="13">
                    <a:moveTo>
                      <a:pt x="630" y="0"/>
                    </a:moveTo>
                    <a:cubicBezTo>
                      <a:pt x="510" y="13"/>
                      <a:pt x="270" y="13"/>
                      <a:pt x="0" y="1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02" name="Freeform 62"/>
              <p:cNvSpPr>
                <a:spLocks/>
              </p:cNvSpPr>
              <p:nvPr/>
            </p:nvSpPr>
            <p:spPr bwMode="auto">
              <a:xfrm rot="10800000">
                <a:off x="3193092" y="2438117"/>
                <a:ext cx="580958" cy="12019"/>
              </a:xfrm>
              <a:custGeom>
                <a:avLst/>
                <a:gdLst>
                  <a:gd name="T0" fmla="*/ 630 w 630"/>
                  <a:gd name="T1" fmla="*/ 13 h 13"/>
                  <a:gd name="T2" fmla="*/ 0 w 630"/>
                  <a:gd name="T3" fmla="*/ 0 h 13"/>
                </a:gdLst>
                <a:ahLst/>
                <a:cxnLst>
                  <a:cxn ang="0">
                    <a:pos x="T0" y="T1"/>
                  </a:cxn>
                  <a:cxn ang="0">
                    <a:pos x="T2" y="T3"/>
                  </a:cxn>
                </a:cxnLst>
                <a:rect l="0" t="0" r="r" b="b"/>
                <a:pathLst>
                  <a:path w="630" h="13">
                    <a:moveTo>
                      <a:pt x="630" y="13"/>
                    </a:moveTo>
                    <a:cubicBezTo>
                      <a:pt x="510" y="0"/>
                      <a:pt x="270" y="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03" name="Freeform 63"/>
              <p:cNvSpPr>
                <a:spLocks/>
              </p:cNvSpPr>
              <p:nvPr/>
            </p:nvSpPr>
            <p:spPr bwMode="auto">
              <a:xfrm rot="10800000">
                <a:off x="3227212" y="2022066"/>
                <a:ext cx="525629" cy="61021"/>
              </a:xfrm>
              <a:custGeom>
                <a:avLst/>
                <a:gdLst>
                  <a:gd name="T0" fmla="*/ 570 w 570"/>
                  <a:gd name="T1" fmla="*/ 66 h 66"/>
                  <a:gd name="T2" fmla="*/ 0 w 570"/>
                  <a:gd name="T3" fmla="*/ 66 h 66"/>
                </a:gdLst>
                <a:ahLst/>
                <a:cxnLst>
                  <a:cxn ang="0">
                    <a:pos x="T0" y="T1"/>
                  </a:cxn>
                  <a:cxn ang="0">
                    <a:pos x="T2" y="T3"/>
                  </a:cxn>
                </a:cxnLst>
                <a:rect l="0" t="0" r="r" b="b"/>
                <a:pathLst>
                  <a:path w="570" h="66">
                    <a:moveTo>
                      <a:pt x="570" y="66"/>
                    </a:moveTo>
                    <a:cubicBezTo>
                      <a:pt x="420" y="0"/>
                      <a:pt x="37" y="26"/>
                      <a:pt x="0" y="6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04" name="Freeform 64"/>
              <p:cNvSpPr>
                <a:spLocks/>
              </p:cNvSpPr>
              <p:nvPr/>
            </p:nvSpPr>
            <p:spPr bwMode="auto">
              <a:xfrm rot="10800000">
                <a:off x="3227212" y="2022066"/>
                <a:ext cx="525629" cy="0"/>
              </a:xfrm>
              <a:custGeom>
                <a:avLst/>
                <a:gdLst>
                  <a:gd name="T0" fmla="*/ 570 w 570"/>
                  <a:gd name="T1" fmla="*/ 0 w 570"/>
                </a:gdLst>
                <a:ahLst/>
                <a:cxnLst>
                  <a:cxn ang="0">
                    <a:pos x="T0" y="0"/>
                  </a:cxn>
                  <a:cxn ang="0">
                    <a:pos x="T1" y="0"/>
                  </a:cxn>
                </a:cxnLst>
                <a:rect l="0" t="0" r="r" b="b"/>
                <a:pathLst>
                  <a:path w="570">
                    <a:moveTo>
                      <a:pt x="570" y="0"/>
                    </a:moveTo>
                    <a:cubicBezTo>
                      <a:pt x="360" y="0"/>
                      <a:pt x="90" y="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05" name="Freeform 65"/>
              <p:cNvSpPr>
                <a:spLocks/>
              </p:cNvSpPr>
              <p:nvPr/>
            </p:nvSpPr>
            <p:spPr bwMode="auto">
              <a:xfrm rot="10800000">
                <a:off x="3517691" y="2010046"/>
                <a:ext cx="21210" cy="49002"/>
              </a:xfrm>
              <a:custGeom>
                <a:avLst/>
                <a:gdLst>
                  <a:gd name="T0" fmla="*/ 23 w 23"/>
                  <a:gd name="T1" fmla="*/ 0 h 53"/>
                  <a:gd name="T2" fmla="*/ 0 w 23"/>
                  <a:gd name="T3" fmla="*/ 53 h 53"/>
                </a:gdLst>
                <a:ahLst/>
                <a:cxnLst>
                  <a:cxn ang="0">
                    <a:pos x="T0" y="T1"/>
                  </a:cxn>
                  <a:cxn ang="0">
                    <a:pos x="T2" y="T3"/>
                  </a:cxn>
                </a:cxnLst>
                <a:rect l="0" t="0" r="r" b="b"/>
                <a:pathLst>
                  <a:path w="23" h="53">
                    <a:moveTo>
                      <a:pt x="23" y="0"/>
                    </a:moveTo>
                    <a:cubicBezTo>
                      <a:pt x="15" y="13"/>
                      <a:pt x="0" y="40"/>
                      <a:pt x="0" y="5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06" name="Freeform 66"/>
              <p:cNvSpPr>
                <a:spLocks/>
              </p:cNvSpPr>
              <p:nvPr/>
            </p:nvSpPr>
            <p:spPr bwMode="auto">
              <a:xfrm rot="10800000">
                <a:off x="3483571" y="2010046"/>
                <a:ext cx="13832" cy="49002"/>
              </a:xfrm>
              <a:custGeom>
                <a:avLst/>
                <a:gdLst>
                  <a:gd name="T0" fmla="*/ 15 w 15"/>
                  <a:gd name="T1" fmla="*/ 0 h 53"/>
                  <a:gd name="T2" fmla="*/ 0 w 15"/>
                  <a:gd name="T3" fmla="*/ 53 h 53"/>
                </a:gdLst>
                <a:ahLst/>
                <a:cxnLst>
                  <a:cxn ang="0">
                    <a:pos x="T0" y="T1"/>
                  </a:cxn>
                  <a:cxn ang="0">
                    <a:pos x="T2" y="T3"/>
                  </a:cxn>
                </a:cxnLst>
                <a:rect l="0" t="0" r="r" b="b"/>
                <a:pathLst>
                  <a:path w="15" h="53">
                    <a:moveTo>
                      <a:pt x="15" y="0"/>
                    </a:moveTo>
                    <a:cubicBezTo>
                      <a:pt x="15" y="13"/>
                      <a:pt x="8" y="40"/>
                      <a:pt x="0" y="5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07" name="Freeform 67"/>
              <p:cNvSpPr>
                <a:spLocks/>
              </p:cNvSpPr>
              <p:nvPr/>
            </p:nvSpPr>
            <p:spPr bwMode="auto">
              <a:xfrm rot="10800000">
                <a:off x="3503858" y="1986008"/>
                <a:ext cx="27665" cy="73040"/>
              </a:xfrm>
              <a:custGeom>
                <a:avLst/>
                <a:gdLst>
                  <a:gd name="T0" fmla="*/ 30 w 30"/>
                  <a:gd name="T1" fmla="*/ 0 h 79"/>
                  <a:gd name="T2" fmla="*/ 0 w 30"/>
                  <a:gd name="T3" fmla="*/ 79 h 79"/>
                </a:gdLst>
                <a:ahLst/>
                <a:cxnLst>
                  <a:cxn ang="0">
                    <a:pos x="T0" y="T1"/>
                  </a:cxn>
                  <a:cxn ang="0">
                    <a:pos x="T2" y="T3"/>
                  </a:cxn>
                </a:cxnLst>
                <a:rect l="0" t="0" r="r" b="b"/>
                <a:pathLst>
                  <a:path w="30" h="79">
                    <a:moveTo>
                      <a:pt x="30" y="0"/>
                    </a:moveTo>
                    <a:cubicBezTo>
                      <a:pt x="22" y="26"/>
                      <a:pt x="7" y="66"/>
                      <a:pt x="0" y="7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08" name="Freeform 92"/>
              <p:cNvSpPr>
                <a:spLocks/>
              </p:cNvSpPr>
              <p:nvPr/>
            </p:nvSpPr>
            <p:spPr bwMode="auto">
              <a:xfrm rot="10800000">
                <a:off x="3234589" y="2374716"/>
                <a:ext cx="525629" cy="61021"/>
              </a:xfrm>
              <a:custGeom>
                <a:avLst/>
                <a:gdLst>
                  <a:gd name="T0" fmla="*/ 570 w 570"/>
                  <a:gd name="T1" fmla="*/ 0 h 66"/>
                  <a:gd name="T2" fmla="*/ 0 w 570"/>
                  <a:gd name="T3" fmla="*/ 0 h 66"/>
                </a:gdLst>
                <a:ahLst/>
                <a:cxnLst>
                  <a:cxn ang="0">
                    <a:pos x="T0" y="T1"/>
                  </a:cxn>
                  <a:cxn ang="0">
                    <a:pos x="T2" y="T3"/>
                  </a:cxn>
                </a:cxnLst>
                <a:rect l="0" t="0" r="r" b="b"/>
                <a:pathLst>
                  <a:path w="570" h="66">
                    <a:moveTo>
                      <a:pt x="570" y="0"/>
                    </a:moveTo>
                    <a:cubicBezTo>
                      <a:pt x="420" y="66"/>
                      <a:pt x="38" y="3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09" name="Freeform 93"/>
              <p:cNvSpPr>
                <a:spLocks/>
              </p:cNvSpPr>
              <p:nvPr/>
            </p:nvSpPr>
            <p:spPr bwMode="auto">
              <a:xfrm rot="10800000">
                <a:off x="3234589" y="2438117"/>
                <a:ext cx="525629" cy="0"/>
              </a:xfrm>
              <a:custGeom>
                <a:avLst/>
                <a:gdLst>
                  <a:gd name="T0" fmla="*/ 570 w 570"/>
                  <a:gd name="T1" fmla="*/ 0 w 570"/>
                </a:gdLst>
                <a:ahLst/>
                <a:cxnLst>
                  <a:cxn ang="0">
                    <a:pos x="T0" y="0"/>
                  </a:cxn>
                  <a:cxn ang="0">
                    <a:pos x="T1" y="0"/>
                  </a:cxn>
                </a:cxnLst>
                <a:rect l="0" t="0" r="r" b="b"/>
                <a:pathLst>
                  <a:path w="570">
                    <a:moveTo>
                      <a:pt x="570" y="0"/>
                    </a:moveTo>
                    <a:cubicBezTo>
                      <a:pt x="360" y="0"/>
                      <a:pt x="90" y="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10" name="Freeform 94"/>
              <p:cNvSpPr>
                <a:spLocks/>
              </p:cNvSpPr>
              <p:nvPr/>
            </p:nvSpPr>
            <p:spPr bwMode="auto">
              <a:xfrm rot="10800000">
                <a:off x="3525068" y="2401135"/>
                <a:ext cx="20287" cy="49002"/>
              </a:xfrm>
              <a:custGeom>
                <a:avLst/>
                <a:gdLst>
                  <a:gd name="T0" fmla="*/ 22 w 22"/>
                  <a:gd name="T1" fmla="*/ 53 h 53"/>
                  <a:gd name="T2" fmla="*/ 0 w 22"/>
                  <a:gd name="T3" fmla="*/ 0 h 53"/>
                </a:gdLst>
                <a:ahLst/>
                <a:cxnLst>
                  <a:cxn ang="0">
                    <a:pos x="T0" y="T1"/>
                  </a:cxn>
                  <a:cxn ang="0">
                    <a:pos x="T2" y="T3"/>
                  </a:cxn>
                </a:cxnLst>
                <a:rect l="0" t="0" r="r" b="b"/>
                <a:pathLst>
                  <a:path w="22" h="53">
                    <a:moveTo>
                      <a:pt x="22" y="53"/>
                    </a:moveTo>
                    <a:cubicBezTo>
                      <a:pt x="15" y="33"/>
                      <a:pt x="0" y="1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11" name="Freeform 95"/>
              <p:cNvSpPr>
                <a:spLocks/>
              </p:cNvSpPr>
              <p:nvPr/>
            </p:nvSpPr>
            <p:spPr bwMode="auto">
              <a:xfrm rot="10800000">
                <a:off x="3490026" y="2401135"/>
                <a:ext cx="13832" cy="49002"/>
              </a:xfrm>
              <a:custGeom>
                <a:avLst/>
                <a:gdLst>
                  <a:gd name="T0" fmla="*/ 15 w 15"/>
                  <a:gd name="T1" fmla="*/ 53 h 53"/>
                  <a:gd name="T2" fmla="*/ 0 w 15"/>
                  <a:gd name="T3" fmla="*/ 0 h 53"/>
                </a:gdLst>
                <a:ahLst/>
                <a:cxnLst>
                  <a:cxn ang="0">
                    <a:pos x="T0" y="T1"/>
                  </a:cxn>
                  <a:cxn ang="0">
                    <a:pos x="T2" y="T3"/>
                  </a:cxn>
                </a:cxnLst>
                <a:rect l="0" t="0" r="r" b="b"/>
                <a:pathLst>
                  <a:path w="15" h="53">
                    <a:moveTo>
                      <a:pt x="15" y="53"/>
                    </a:moveTo>
                    <a:cubicBezTo>
                      <a:pt x="15" y="33"/>
                      <a:pt x="7" y="1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12" name="Freeform 96"/>
              <p:cNvSpPr>
                <a:spLocks/>
              </p:cNvSpPr>
              <p:nvPr/>
            </p:nvSpPr>
            <p:spPr bwMode="auto">
              <a:xfrm rot="10800000">
                <a:off x="3508855" y="2401504"/>
                <a:ext cx="27665" cy="72000"/>
              </a:xfrm>
              <a:custGeom>
                <a:avLst/>
                <a:gdLst>
                  <a:gd name="T0" fmla="*/ 30 w 30"/>
                  <a:gd name="T1" fmla="*/ 86 h 86"/>
                  <a:gd name="T2" fmla="*/ 0 w 30"/>
                  <a:gd name="T3" fmla="*/ 0 h 86"/>
                </a:gdLst>
                <a:ahLst/>
                <a:cxnLst>
                  <a:cxn ang="0">
                    <a:pos x="T0" y="T1"/>
                  </a:cxn>
                  <a:cxn ang="0">
                    <a:pos x="T2" y="T3"/>
                  </a:cxn>
                </a:cxnLst>
                <a:rect l="0" t="0" r="r" b="b"/>
                <a:pathLst>
                  <a:path w="30" h="86">
                    <a:moveTo>
                      <a:pt x="30" y="86"/>
                    </a:moveTo>
                    <a:cubicBezTo>
                      <a:pt x="23" y="60"/>
                      <a:pt x="8" y="1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13" name="Freeform 121"/>
              <p:cNvSpPr>
                <a:spLocks/>
              </p:cNvSpPr>
              <p:nvPr/>
            </p:nvSpPr>
            <p:spPr bwMode="auto">
              <a:xfrm rot="10800000">
                <a:off x="3586852" y="2035009"/>
                <a:ext cx="193653" cy="36058"/>
              </a:xfrm>
              <a:custGeom>
                <a:avLst/>
                <a:gdLst>
                  <a:gd name="T0" fmla="*/ 0 w 210"/>
                  <a:gd name="T1" fmla="*/ 39 h 39"/>
                  <a:gd name="T2" fmla="*/ 210 w 210"/>
                  <a:gd name="T3" fmla="*/ 0 h 39"/>
                </a:gdLst>
                <a:ahLst/>
                <a:cxnLst>
                  <a:cxn ang="0">
                    <a:pos x="T0" y="T1"/>
                  </a:cxn>
                  <a:cxn ang="0">
                    <a:pos x="T2" y="T3"/>
                  </a:cxn>
                </a:cxnLst>
                <a:rect l="0" t="0" r="r" b="b"/>
                <a:pathLst>
                  <a:path w="210" h="39">
                    <a:moveTo>
                      <a:pt x="0" y="39"/>
                    </a:moveTo>
                    <a:cubicBezTo>
                      <a:pt x="60" y="26"/>
                      <a:pt x="150" y="0"/>
                      <a:pt x="21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14" name="Freeform 122"/>
              <p:cNvSpPr>
                <a:spLocks/>
              </p:cNvSpPr>
              <p:nvPr/>
            </p:nvSpPr>
            <p:spPr bwMode="auto">
              <a:xfrm rot="10800000">
                <a:off x="3586852" y="2389116"/>
                <a:ext cx="193653" cy="36058"/>
              </a:xfrm>
              <a:custGeom>
                <a:avLst/>
                <a:gdLst>
                  <a:gd name="T0" fmla="*/ 0 w 210"/>
                  <a:gd name="T1" fmla="*/ 0 h 39"/>
                  <a:gd name="T2" fmla="*/ 210 w 210"/>
                  <a:gd name="T3" fmla="*/ 39 h 39"/>
                </a:gdLst>
                <a:ahLst/>
                <a:cxnLst>
                  <a:cxn ang="0">
                    <a:pos x="T0" y="T1"/>
                  </a:cxn>
                  <a:cxn ang="0">
                    <a:pos x="T2" y="T3"/>
                  </a:cxn>
                </a:cxnLst>
                <a:rect l="0" t="0" r="r" b="b"/>
                <a:pathLst>
                  <a:path w="210" h="39">
                    <a:moveTo>
                      <a:pt x="0" y="0"/>
                    </a:moveTo>
                    <a:cubicBezTo>
                      <a:pt x="60" y="13"/>
                      <a:pt x="150" y="39"/>
                      <a:pt x="210" y="3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15" name="Freeform 123"/>
              <p:cNvSpPr>
                <a:spLocks/>
              </p:cNvSpPr>
              <p:nvPr/>
            </p:nvSpPr>
            <p:spPr bwMode="auto">
              <a:xfrm rot="10800000">
                <a:off x="3711343" y="1949025"/>
                <a:ext cx="41497" cy="55474"/>
              </a:xfrm>
              <a:custGeom>
                <a:avLst/>
                <a:gdLst>
                  <a:gd name="T0" fmla="*/ 45 w 45"/>
                  <a:gd name="T1" fmla="*/ 53 h 60"/>
                  <a:gd name="T2" fmla="*/ 0 w 45"/>
                  <a:gd name="T3" fmla="*/ 0 h 60"/>
                </a:gdLst>
                <a:ahLst/>
                <a:cxnLst>
                  <a:cxn ang="0">
                    <a:pos x="T0" y="T1"/>
                  </a:cxn>
                  <a:cxn ang="0">
                    <a:pos x="T2" y="T3"/>
                  </a:cxn>
                </a:cxnLst>
                <a:rect l="0" t="0" r="r" b="b"/>
                <a:pathLst>
                  <a:path w="45" h="60">
                    <a:moveTo>
                      <a:pt x="45" y="53"/>
                    </a:moveTo>
                    <a:cubicBezTo>
                      <a:pt x="30" y="60"/>
                      <a:pt x="7" y="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16" name="Freeform 124"/>
              <p:cNvSpPr>
                <a:spLocks/>
              </p:cNvSpPr>
              <p:nvPr/>
            </p:nvSpPr>
            <p:spPr bwMode="auto">
              <a:xfrm rot="10800000">
                <a:off x="3711343" y="1955497"/>
                <a:ext cx="41497" cy="73040"/>
              </a:xfrm>
              <a:custGeom>
                <a:avLst/>
                <a:gdLst>
                  <a:gd name="T0" fmla="*/ 0 w 45"/>
                  <a:gd name="T1" fmla="*/ 26 h 79"/>
                  <a:gd name="T2" fmla="*/ 45 w 45"/>
                  <a:gd name="T3" fmla="*/ 79 h 79"/>
                </a:gdLst>
                <a:ahLst/>
                <a:cxnLst>
                  <a:cxn ang="0">
                    <a:pos x="T0" y="T1"/>
                  </a:cxn>
                  <a:cxn ang="0">
                    <a:pos x="T2" y="T3"/>
                  </a:cxn>
                </a:cxnLst>
                <a:rect l="0" t="0" r="r" b="b"/>
                <a:pathLst>
                  <a:path w="45" h="79">
                    <a:moveTo>
                      <a:pt x="0" y="26"/>
                    </a:moveTo>
                    <a:cubicBezTo>
                      <a:pt x="30" y="0"/>
                      <a:pt x="45" y="73"/>
                      <a:pt x="45" y="7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17" name="Freeform 125"/>
              <p:cNvSpPr>
                <a:spLocks/>
              </p:cNvSpPr>
              <p:nvPr/>
            </p:nvSpPr>
            <p:spPr bwMode="auto">
              <a:xfrm rot="10800000">
                <a:off x="3697511" y="1955497"/>
                <a:ext cx="41497" cy="73040"/>
              </a:xfrm>
              <a:custGeom>
                <a:avLst/>
                <a:gdLst>
                  <a:gd name="T0" fmla="*/ 0 w 45"/>
                  <a:gd name="T1" fmla="*/ 13 h 79"/>
                  <a:gd name="T2" fmla="*/ 30 w 45"/>
                  <a:gd name="T3" fmla="*/ 79 h 79"/>
                </a:gdLst>
                <a:ahLst/>
                <a:cxnLst>
                  <a:cxn ang="0">
                    <a:pos x="T0" y="T1"/>
                  </a:cxn>
                  <a:cxn ang="0">
                    <a:pos x="T2" y="T3"/>
                  </a:cxn>
                </a:cxnLst>
                <a:rect l="0" t="0" r="r" b="b"/>
                <a:pathLst>
                  <a:path w="45" h="79">
                    <a:moveTo>
                      <a:pt x="0" y="13"/>
                    </a:moveTo>
                    <a:cubicBezTo>
                      <a:pt x="15" y="0"/>
                      <a:pt x="45" y="79"/>
                      <a:pt x="30" y="7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18" name="Freeform 126"/>
              <p:cNvSpPr>
                <a:spLocks/>
              </p:cNvSpPr>
              <p:nvPr/>
            </p:nvSpPr>
            <p:spPr bwMode="auto">
              <a:xfrm rot="10800000">
                <a:off x="3711343" y="2450137"/>
                <a:ext cx="41497" cy="61021"/>
              </a:xfrm>
              <a:custGeom>
                <a:avLst/>
                <a:gdLst>
                  <a:gd name="T0" fmla="*/ 45 w 45"/>
                  <a:gd name="T1" fmla="*/ 13 h 66"/>
                  <a:gd name="T2" fmla="*/ 0 w 45"/>
                  <a:gd name="T3" fmla="*/ 66 h 66"/>
                </a:gdLst>
                <a:ahLst/>
                <a:cxnLst>
                  <a:cxn ang="0">
                    <a:pos x="T0" y="T1"/>
                  </a:cxn>
                  <a:cxn ang="0">
                    <a:pos x="T2" y="T3"/>
                  </a:cxn>
                </a:cxnLst>
                <a:rect l="0" t="0" r="r" b="b"/>
                <a:pathLst>
                  <a:path w="45" h="66">
                    <a:moveTo>
                      <a:pt x="45" y="13"/>
                    </a:moveTo>
                    <a:cubicBezTo>
                      <a:pt x="30" y="0"/>
                      <a:pt x="7" y="66"/>
                      <a:pt x="0" y="6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19" name="Freeform 127"/>
              <p:cNvSpPr>
                <a:spLocks/>
              </p:cNvSpPr>
              <p:nvPr/>
            </p:nvSpPr>
            <p:spPr bwMode="auto">
              <a:xfrm rot="10800000">
                <a:off x="3711343" y="2425174"/>
                <a:ext cx="41497" cy="73965"/>
              </a:xfrm>
              <a:custGeom>
                <a:avLst/>
                <a:gdLst>
                  <a:gd name="T0" fmla="*/ 0 w 45"/>
                  <a:gd name="T1" fmla="*/ 53 h 80"/>
                  <a:gd name="T2" fmla="*/ 45 w 45"/>
                  <a:gd name="T3" fmla="*/ 0 h 80"/>
                </a:gdLst>
                <a:ahLst/>
                <a:cxnLst>
                  <a:cxn ang="0">
                    <a:pos x="T0" y="T1"/>
                  </a:cxn>
                  <a:cxn ang="0">
                    <a:pos x="T2" y="T3"/>
                  </a:cxn>
                </a:cxnLst>
                <a:rect l="0" t="0" r="r" b="b"/>
                <a:pathLst>
                  <a:path w="45" h="80">
                    <a:moveTo>
                      <a:pt x="0" y="53"/>
                    </a:moveTo>
                    <a:cubicBezTo>
                      <a:pt x="30" y="80"/>
                      <a:pt x="45" y="0"/>
                      <a:pt x="4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20" name="Freeform 128"/>
              <p:cNvSpPr>
                <a:spLocks/>
              </p:cNvSpPr>
              <p:nvPr/>
            </p:nvSpPr>
            <p:spPr bwMode="auto">
              <a:xfrm rot="10800000">
                <a:off x="3697511" y="2425174"/>
                <a:ext cx="41497" cy="73965"/>
              </a:xfrm>
              <a:custGeom>
                <a:avLst/>
                <a:gdLst>
                  <a:gd name="T0" fmla="*/ 0 w 45"/>
                  <a:gd name="T1" fmla="*/ 60 h 80"/>
                  <a:gd name="T2" fmla="*/ 30 w 45"/>
                  <a:gd name="T3" fmla="*/ 0 h 80"/>
                </a:gdLst>
                <a:ahLst/>
                <a:cxnLst>
                  <a:cxn ang="0">
                    <a:pos x="T0" y="T1"/>
                  </a:cxn>
                  <a:cxn ang="0">
                    <a:pos x="T2" y="T3"/>
                  </a:cxn>
                </a:cxnLst>
                <a:rect l="0" t="0" r="r" b="b"/>
                <a:pathLst>
                  <a:path w="45" h="80">
                    <a:moveTo>
                      <a:pt x="0" y="60"/>
                    </a:moveTo>
                    <a:cubicBezTo>
                      <a:pt x="15" y="80"/>
                      <a:pt x="45" y="0"/>
                      <a:pt x="3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21" name="Rectangle 69"/>
              <p:cNvSpPr>
                <a:spLocks noChangeArrowheads="1"/>
              </p:cNvSpPr>
              <p:nvPr/>
            </p:nvSpPr>
            <p:spPr bwMode="auto">
              <a:xfrm rot="10800000">
                <a:off x="3535015" y="2458808"/>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22" name="Rectangle 69"/>
              <p:cNvSpPr>
                <a:spLocks noChangeArrowheads="1"/>
              </p:cNvSpPr>
              <p:nvPr/>
            </p:nvSpPr>
            <p:spPr bwMode="auto">
              <a:xfrm rot="10800000">
                <a:off x="3562940" y="2458808"/>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23" name="Rectangle 69"/>
              <p:cNvSpPr>
                <a:spLocks noChangeArrowheads="1"/>
              </p:cNvSpPr>
              <p:nvPr/>
            </p:nvSpPr>
            <p:spPr bwMode="auto">
              <a:xfrm rot="10800000">
                <a:off x="3535031" y="1987386"/>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24" name="Rectangle 69"/>
              <p:cNvSpPr>
                <a:spLocks noChangeArrowheads="1"/>
              </p:cNvSpPr>
              <p:nvPr/>
            </p:nvSpPr>
            <p:spPr bwMode="auto">
              <a:xfrm rot="10800000">
                <a:off x="3562956" y="1987386"/>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25" name="Rectangle 69"/>
              <p:cNvSpPr>
                <a:spLocks noChangeArrowheads="1"/>
              </p:cNvSpPr>
              <p:nvPr/>
            </p:nvSpPr>
            <p:spPr bwMode="auto">
              <a:xfrm rot="10800000">
                <a:off x="3282645" y="2454062"/>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26" name="Rectangle 69"/>
              <p:cNvSpPr>
                <a:spLocks noChangeArrowheads="1"/>
              </p:cNvSpPr>
              <p:nvPr/>
            </p:nvSpPr>
            <p:spPr bwMode="auto">
              <a:xfrm rot="10800000">
                <a:off x="3310570" y="2454062"/>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27" name="Rectangle 69"/>
              <p:cNvSpPr>
                <a:spLocks noChangeArrowheads="1"/>
              </p:cNvSpPr>
              <p:nvPr/>
            </p:nvSpPr>
            <p:spPr bwMode="auto">
              <a:xfrm rot="10800000">
                <a:off x="3282661" y="1992164"/>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28" name="Rectangle 69"/>
              <p:cNvSpPr>
                <a:spLocks noChangeArrowheads="1"/>
              </p:cNvSpPr>
              <p:nvPr/>
            </p:nvSpPr>
            <p:spPr bwMode="auto">
              <a:xfrm rot="10800000">
                <a:off x="3310586" y="1992164"/>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grpSp>
        <p:sp>
          <p:nvSpPr>
            <p:cNvPr id="21" name="流程图: 联系 403"/>
            <p:cNvSpPr/>
            <p:nvPr/>
          </p:nvSpPr>
          <p:spPr>
            <a:xfrm>
              <a:off x="7650600" y="2589749"/>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2" name="流程图: 联系 403"/>
            <p:cNvSpPr/>
            <p:nvPr/>
          </p:nvSpPr>
          <p:spPr>
            <a:xfrm>
              <a:off x="7625894" y="2538457"/>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3" name="流程图: 联系 403"/>
            <p:cNvSpPr/>
            <p:nvPr/>
          </p:nvSpPr>
          <p:spPr>
            <a:xfrm>
              <a:off x="7616406" y="2470833"/>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4" name="流程图: 联系 403"/>
            <p:cNvSpPr/>
            <p:nvPr/>
          </p:nvSpPr>
          <p:spPr>
            <a:xfrm>
              <a:off x="7627891" y="2403595"/>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5" name="流程图: 联系 403"/>
            <p:cNvSpPr/>
            <p:nvPr/>
          </p:nvSpPr>
          <p:spPr>
            <a:xfrm>
              <a:off x="7672180" y="2347414"/>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6" name="流程图: 联系 403"/>
            <p:cNvSpPr/>
            <p:nvPr/>
          </p:nvSpPr>
          <p:spPr>
            <a:xfrm>
              <a:off x="7648865" y="1956286"/>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7" name="流程图: 联系 403"/>
            <p:cNvSpPr/>
            <p:nvPr/>
          </p:nvSpPr>
          <p:spPr>
            <a:xfrm>
              <a:off x="7624158" y="1904995"/>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8" name="流程图: 联系 403"/>
            <p:cNvSpPr/>
            <p:nvPr/>
          </p:nvSpPr>
          <p:spPr>
            <a:xfrm>
              <a:off x="7614670" y="1837370"/>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9" name="流程图: 联系 403"/>
            <p:cNvSpPr/>
            <p:nvPr/>
          </p:nvSpPr>
          <p:spPr>
            <a:xfrm>
              <a:off x="7626156" y="1770132"/>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30" name="矩形 29"/>
            <p:cNvSpPr/>
            <p:nvPr/>
          </p:nvSpPr>
          <p:spPr>
            <a:xfrm>
              <a:off x="7610781" y="1670310"/>
              <a:ext cx="763275" cy="332133"/>
            </a:xfrm>
            <a:prstGeom prst="rect">
              <a:avLst/>
            </a:prstGeom>
            <a:noFill/>
            <a:ln w="1905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32" name="矩形 31"/>
            <p:cNvSpPr/>
            <p:nvPr/>
          </p:nvSpPr>
          <p:spPr>
            <a:xfrm>
              <a:off x="7614670" y="2346306"/>
              <a:ext cx="756798" cy="332133"/>
            </a:xfrm>
            <a:prstGeom prst="rect">
              <a:avLst/>
            </a:prstGeom>
            <a:noFill/>
            <a:ln w="1905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33" name="流程图: 联系 403"/>
            <p:cNvSpPr/>
            <p:nvPr/>
          </p:nvSpPr>
          <p:spPr>
            <a:xfrm>
              <a:off x="6893596" y="1920284"/>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34" name="流程图: 联系 403"/>
            <p:cNvSpPr/>
            <p:nvPr/>
          </p:nvSpPr>
          <p:spPr>
            <a:xfrm>
              <a:off x="6901566" y="1853921"/>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35" name="流程图: 联系 403"/>
            <p:cNvSpPr/>
            <p:nvPr/>
          </p:nvSpPr>
          <p:spPr>
            <a:xfrm>
              <a:off x="6899236" y="1787773"/>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36" name="流程图: 联系 403"/>
            <p:cNvSpPr/>
            <p:nvPr/>
          </p:nvSpPr>
          <p:spPr>
            <a:xfrm>
              <a:off x="6884079" y="1737181"/>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37" name="矩形 36"/>
            <p:cNvSpPr/>
            <p:nvPr/>
          </p:nvSpPr>
          <p:spPr>
            <a:xfrm>
              <a:off x="6179251" y="1670310"/>
              <a:ext cx="763275" cy="332133"/>
            </a:xfrm>
            <a:prstGeom prst="rect">
              <a:avLst/>
            </a:prstGeom>
            <a:noFill/>
            <a:ln w="1905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38" name="矩形 37"/>
            <p:cNvSpPr/>
            <p:nvPr/>
          </p:nvSpPr>
          <p:spPr>
            <a:xfrm>
              <a:off x="7610781" y="2002443"/>
              <a:ext cx="763275" cy="332133"/>
            </a:xfrm>
            <a:prstGeom prst="rect">
              <a:avLst/>
            </a:prstGeom>
            <a:noFill/>
            <a:ln w="1905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39" name="流程图: 联系 403"/>
            <p:cNvSpPr/>
            <p:nvPr/>
          </p:nvSpPr>
          <p:spPr>
            <a:xfrm>
              <a:off x="6893596" y="2253157"/>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40" name="流程图: 联系 403"/>
            <p:cNvSpPr/>
            <p:nvPr/>
          </p:nvSpPr>
          <p:spPr>
            <a:xfrm>
              <a:off x="6901566" y="2186793"/>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41" name="流程图: 联系 403"/>
            <p:cNvSpPr/>
            <p:nvPr/>
          </p:nvSpPr>
          <p:spPr>
            <a:xfrm>
              <a:off x="6899236" y="2120645"/>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42" name="流程图: 联系 403"/>
            <p:cNvSpPr/>
            <p:nvPr/>
          </p:nvSpPr>
          <p:spPr>
            <a:xfrm>
              <a:off x="6884079" y="2070053"/>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43" name="矩形 42"/>
            <p:cNvSpPr/>
            <p:nvPr/>
          </p:nvSpPr>
          <p:spPr>
            <a:xfrm>
              <a:off x="6179251" y="2003183"/>
              <a:ext cx="763275" cy="332133"/>
            </a:xfrm>
            <a:prstGeom prst="rect">
              <a:avLst/>
            </a:prstGeom>
            <a:noFill/>
            <a:ln w="1905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44" name="流程图: 联系 403"/>
            <p:cNvSpPr/>
            <p:nvPr/>
          </p:nvSpPr>
          <p:spPr>
            <a:xfrm>
              <a:off x="6893596" y="2592269"/>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45" name="流程图: 联系 403"/>
            <p:cNvSpPr/>
            <p:nvPr/>
          </p:nvSpPr>
          <p:spPr>
            <a:xfrm>
              <a:off x="6901566" y="2525906"/>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46" name="流程图: 联系 403"/>
            <p:cNvSpPr/>
            <p:nvPr/>
          </p:nvSpPr>
          <p:spPr>
            <a:xfrm>
              <a:off x="6899236" y="2459758"/>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47" name="流程图: 联系 403"/>
            <p:cNvSpPr/>
            <p:nvPr/>
          </p:nvSpPr>
          <p:spPr>
            <a:xfrm>
              <a:off x="6884079" y="2409166"/>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48" name="矩形 47"/>
            <p:cNvSpPr/>
            <p:nvPr/>
          </p:nvSpPr>
          <p:spPr>
            <a:xfrm>
              <a:off x="6179251" y="2342295"/>
              <a:ext cx="763275" cy="332133"/>
            </a:xfrm>
            <a:prstGeom prst="rect">
              <a:avLst/>
            </a:prstGeom>
            <a:noFill/>
            <a:ln w="1905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49" name="文本框 13"/>
            <p:cNvSpPr txBox="1"/>
            <p:nvPr/>
          </p:nvSpPr>
          <p:spPr>
            <a:xfrm>
              <a:off x="3083798" y="1914613"/>
              <a:ext cx="226349" cy="205513"/>
            </a:xfrm>
            <a:prstGeom prst="rect">
              <a:avLst/>
            </a:prstGeom>
            <a:noFill/>
          </p:spPr>
          <p:txBody>
            <a:bodyPr wrap="none" rtlCol="0">
              <a:spAutoFit/>
            </a:bodyPr>
            <a:lstStyle/>
            <a:p>
              <a:pPr>
                <a:lnSpc>
                  <a:spcPts val="2000"/>
                </a:lnSpc>
              </a:pPr>
              <a:r>
                <a:rPr lang="zh-CN" altLang="en-US" sz="1200" dirty="0" smtClean="0"/>
                <a:t>①</a:t>
              </a:r>
              <a:endParaRPr lang="zh-CN" altLang="en-US" sz="1200" dirty="0"/>
            </a:p>
          </p:txBody>
        </p:sp>
        <p:grpSp>
          <p:nvGrpSpPr>
            <p:cNvPr id="50" name="组合 49"/>
            <p:cNvGrpSpPr/>
            <p:nvPr/>
          </p:nvGrpSpPr>
          <p:grpSpPr>
            <a:xfrm rot="5156354">
              <a:off x="7296923" y="2107349"/>
              <a:ext cx="329204" cy="186043"/>
              <a:chOff x="5776954" y="1953506"/>
              <a:chExt cx="519721" cy="278268"/>
            </a:xfrm>
          </p:grpSpPr>
          <p:cxnSp>
            <p:nvCxnSpPr>
              <p:cNvPr id="54" name="直接箭头连接符 53"/>
              <p:cNvCxnSpPr/>
              <p:nvPr/>
            </p:nvCxnSpPr>
            <p:spPr>
              <a:xfrm flipH="1">
                <a:off x="6036815" y="1969746"/>
                <a:ext cx="2811" cy="262028"/>
              </a:xfrm>
              <a:prstGeom prst="straightConnector1">
                <a:avLst/>
              </a:prstGeom>
              <a:noFill/>
              <a:ln w="38100" cap="flat" cmpd="sng" algn="ctr">
                <a:solidFill>
                  <a:schemeClr val="tx1">
                    <a:lumMod val="75000"/>
                    <a:lumOff val="25000"/>
                  </a:schemeClr>
                </a:solidFill>
                <a:prstDash val="solid"/>
                <a:miter lim="800000"/>
                <a:headEnd type="none"/>
                <a:tailEnd type="triangle" w="med" len="med"/>
              </a:ln>
              <a:effectLst/>
            </p:spPr>
          </p:cxnSp>
          <p:sp>
            <p:nvSpPr>
              <p:cNvPr id="55" name="任意多边形 54"/>
              <p:cNvSpPr/>
              <p:nvPr/>
            </p:nvSpPr>
            <p:spPr>
              <a:xfrm>
                <a:off x="5776954" y="1953506"/>
                <a:ext cx="166785" cy="149909"/>
              </a:xfrm>
              <a:custGeom>
                <a:avLst/>
                <a:gdLst>
                  <a:gd name="connisteX0" fmla="*/ 445135 w 445135"/>
                  <a:gd name="connsiteY0" fmla="*/ 0 h 408305"/>
                  <a:gd name="connisteX1" fmla="*/ 317500 w 445135"/>
                  <a:gd name="connsiteY1" fmla="*/ 323215 h 408305"/>
                  <a:gd name="connisteX2" fmla="*/ 0 w 445135"/>
                  <a:gd name="connsiteY2" fmla="*/ 408305 h 408305"/>
                </a:gdLst>
                <a:ahLst/>
                <a:cxnLst>
                  <a:cxn ang="0">
                    <a:pos x="connisteX0" y="connsiteY0"/>
                  </a:cxn>
                  <a:cxn ang="0">
                    <a:pos x="connisteX1" y="connsiteY1"/>
                  </a:cxn>
                  <a:cxn ang="0">
                    <a:pos x="connisteX2" y="connsiteY2"/>
                  </a:cxn>
                </a:cxnLst>
                <a:rect l="l" t="t" r="r" b="b"/>
                <a:pathLst>
                  <a:path w="445135" h="408305">
                    <a:moveTo>
                      <a:pt x="445135" y="0"/>
                    </a:moveTo>
                    <a:cubicBezTo>
                      <a:pt x="426085" y="62865"/>
                      <a:pt x="406400" y="241300"/>
                      <a:pt x="317500" y="323215"/>
                    </a:cubicBezTo>
                    <a:cubicBezTo>
                      <a:pt x="228600" y="405130"/>
                      <a:pt x="60960" y="397510"/>
                      <a:pt x="0" y="408305"/>
                    </a:cubicBezTo>
                  </a:path>
                </a:pathLst>
              </a:custGeom>
              <a:noFill/>
              <a:ln w="38100" cap="flat" cmpd="sng" algn="ctr">
                <a:solidFill>
                  <a:srgbClr val="00B050"/>
                </a:solidFill>
                <a:prstDash val="solid"/>
                <a:miter lim="800000"/>
                <a:headEnd type="none"/>
                <a:tailEnd type="triangle" w="med" len="med"/>
              </a:ln>
              <a:effec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sp>
            <p:nvSpPr>
              <p:cNvPr id="56" name="任意多边形 55"/>
              <p:cNvSpPr/>
              <p:nvPr/>
            </p:nvSpPr>
            <p:spPr>
              <a:xfrm flipH="1">
                <a:off x="6129890" y="1961626"/>
                <a:ext cx="166785" cy="149909"/>
              </a:xfrm>
              <a:custGeom>
                <a:avLst/>
                <a:gdLst>
                  <a:gd name="connisteX0" fmla="*/ 445135 w 445135"/>
                  <a:gd name="connsiteY0" fmla="*/ 0 h 408305"/>
                  <a:gd name="connisteX1" fmla="*/ 317500 w 445135"/>
                  <a:gd name="connsiteY1" fmla="*/ 323215 h 408305"/>
                  <a:gd name="connisteX2" fmla="*/ 0 w 445135"/>
                  <a:gd name="connsiteY2" fmla="*/ 408305 h 408305"/>
                </a:gdLst>
                <a:ahLst/>
                <a:cxnLst>
                  <a:cxn ang="0">
                    <a:pos x="connisteX0" y="connsiteY0"/>
                  </a:cxn>
                  <a:cxn ang="0">
                    <a:pos x="connisteX1" y="connsiteY1"/>
                  </a:cxn>
                  <a:cxn ang="0">
                    <a:pos x="connisteX2" y="connsiteY2"/>
                  </a:cxn>
                </a:cxnLst>
                <a:rect l="l" t="t" r="r" b="b"/>
                <a:pathLst>
                  <a:path w="445135" h="408305">
                    <a:moveTo>
                      <a:pt x="445135" y="0"/>
                    </a:moveTo>
                    <a:cubicBezTo>
                      <a:pt x="426085" y="62865"/>
                      <a:pt x="406400" y="241300"/>
                      <a:pt x="317500" y="323215"/>
                    </a:cubicBezTo>
                    <a:cubicBezTo>
                      <a:pt x="228600" y="405130"/>
                      <a:pt x="60960" y="397510"/>
                      <a:pt x="0" y="408305"/>
                    </a:cubicBezTo>
                  </a:path>
                </a:pathLst>
              </a:custGeom>
              <a:noFill/>
              <a:ln w="38100" cap="flat" cmpd="sng" algn="ctr">
                <a:solidFill>
                  <a:schemeClr val="tx1">
                    <a:lumMod val="75000"/>
                    <a:lumOff val="25000"/>
                  </a:schemeClr>
                </a:solidFill>
                <a:prstDash val="solid"/>
                <a:miter lim="800000"/>
                <a:headEnd type="none"/>
                <a:tailEnd type="triangle" w="med" len="med"/>
              </a:ln>
              <a:effec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grpSp>
        <p:sp>
          <p:nvSpPr>
            <p:cNvPr id="51" name="文本框 13"/>
            <p:cNvSpPr txBox="1"/>
            <p:nvPr/>
          </p:nvSpPr>
          <p:spPr>
            <a:xfrm>
              <a:off x="6215409" y="2806326"/>
              <a:ext cx="2253110" cy="861774"/>
            </a:xfrm>
            <a:prstGeom prst="rect">
              <a:avLst/>
            </a:prstGeom>
            <a:noFill/>
          </p:spPr>
          <p:txBody>
            <a:bodyPr wrap="square" rtlCol="0">
              <a:spAutoFit/>
            </a:bodyPr>
            <a:lstStyle/>
            <a:p>
              <a:pPr>
                <a:lnSpc>
                  <a:spcPts val="2000"/>
                </a:lnSpc>
              </a:pPr>
              <a:r>
                <a:rPr lang="zh-CN" altLang="en-US" sz="1050" dirty="0" smtClean="0"/>
                <a:t>根据记忆地图信息及实时检测周边障碍物信息，给出可选方向与推荐方向</a:t>
              </a:r>
              <a:endParaRPr lang="zh-CN" altLang="en-US" sz="1050" dirty="0"/>
            </a:p>
          </p:txBody>
        </p:sp>
        <p:sp>
          <p:nvSpPr>
            <p:cNvPr id="52" name="右箭头 51"/>
            <p:cNvSpPr/>
            <p:nvPr/>
          </p:nvSpPr>
          <p:spPr>
            <a:xfrm>
              <a:off x="5780091" y="2170474"/>
              <a:ext cx="284849" cy="136739"/>
            </a:xfrm>
            <a:prstGeom prst="rightArrow">
              <a:avLst>
                <a:gd name="adj1" fmla="val 50000"/>
                <a:gd name="adj2" fmla="val 68510"/>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53" name="文本框 13"/>
            <p:cNvSpPr txBox="1"/>
            <p:nvPr/>
          </p:nvSpPr>
          <p:spPr>
            <a:xfrm>
              <a:off x="5827339" y="1944374"/>
              <a:ext cx="226349" cy="205513"/>
            </a:xfrm>
            <a:prstGeom prst="rect">
              <a:avLst/>
            </a:prstGeom>
            <a:noFill/>
          </p:spPr>
          <p:txBody>
            <a:bodyPr wrap="none" rtlCol="0">
              <a:spAutoFit/>
            </a:bodyPr>
            <a:lstStyle/>
            <a:p>
              <a:pPr>
                <a:lnSpc>
                  <a:spcPts val="2000"/>
                </a:lnSpc>
              </a:pPr>
              <a:r>
                <a:rPr lang="zh-CN" altLang="en-US" sz="1200" dirty="0" smtClean="0"/>
                <a:t>②</a:t>
              </a:r>
              <a:endParaRPr lang="zh-CN" altLang="en-US" sz="1200" dirty="0"/>
            </a:p>
          </p:txBody>
        </p:sp>
        <p:pic>
          <p:nvPicPr>
            <p:cNvPr id="700" name="currentImg" descr="https://timgsa.baidu.com/timg?image&amp;quality=80&amp;size=b9999_10000&amp;sec=1531200957594&amp;di=a486c93a2ec63cb6e9248afdb0c8a271&amp;imgtype=0&amp;src=http%3A%2F%2Fimg.jdzj.com%2FUserDocument%2F2015c%2Fanbomall%2FPicture%2F20164919148.jpg"/>
            <p:cNvPicPr/>
            <p:nvPr/>
          </p:nvPicPr>
          <p:blipFill rotWithShape="1">
            <a:blip r:embed="rId4" cstate="print">
              <a:extLst>
                <a:ext uri="{28A0092B-C50C-407E-A947-70E740481C1C}">
                  <a14:useLocalDpi xmlns:a14="http://schemas.microsoft.com/office/drawing/2010/main" val="0"/>
                </a:ext>
              </a:extLst>
            </a:blip>
            <a:srcRect l="30001" t="14614" r="34180" b="15389"/>
            <a:stretch/>
          </p:blipFill>
          <p:spPr>
            <a:xfrm>
              <a:off x="1394630" y="1392306"/>
              <a:ext cx="129826" cy="202632"/>
            </a:xfrm>
            <a:prstGeom prst="rect">
              <a:avLst/>
            </a:prstGeom>
            <a:noFill/>
          </p:spPr>
        </p:pic>
        <p:sp>
          <p:nvSpPr>
            <p:cNvPr id="701" name="椭圆 700"/>
            <p:cNvSpPr/>
            <p:nvPr/>
          </p:nvSpPr>
          <p:spPr>
            <a:xfrm>
              <a:off x="4068473" y="1501988"/>
              <a:ext cx="99352" cy="11311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2" name="椭圆 701"/>
            <p:cNvSpPr/>
            <p:nvPr/>
          </p:nvSpPr>
          <p:spPr>
            <a:xfrm>
              <a:off x="6794245" y="1463838"/>
              <a:ext cx="99352" cy="11311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3" name="椭圆 702"/>
            <p:cNvSpPr/>
            <p:nvPr/>
          </p:nvSpPr>
          <p:spPr>
            <a:xfrm>
              <a:off x="4844851" y="3649329"/>
              <a:ext cx="99352" cy="11311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ustDataLst>
      <p:tags r:id="rId1"/>
    </p:custDataLst>
    <p:extLst>
      <p:ext uri="{BB962C8B-B14F-4D97-AF65-F5344CB8AC3E}">
        <p14:creationId xmlns:p14="http://schemas.microsoft.com/office/powerpoint/2010/main" val="18493594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79202" y="233084"/>
            <a:ext cx="677732" cy="4034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1323" tIns="35662" rIns="71323" bIns="35662" rtlCol="0" anchor="ctr"/>
          <a:lstStyle/>
          <a:p>
            <a:pPr algn="ctr"/>
            <a:r>
              <a:rPr lang="en-US" altLang="zh-CN" sz="2200" b="1" dirty="0" smtClean="0">
                <a:solidFill>
                  <a:schemeClr val="tx1"/>
                </a:solidFill>
                <a:latin typeface="微软雅黑" panose="020B0503020204020204" pitchFamily="34" charset="-122"/>
                <a:ea typeface="微软雅黑" panose="020B0503020204020204" pitchFamily="34" charset="-122"/>
              </a:rPr>
              <a:t>02</a:t>
            </a:r>
            <a:endParaRPr lang="zh-CN" altLang="en-US" sz="2200" b="1" dirty="0">
              <a:solidFill>
                <a:schemeClr val="tx1"/>
              </a:solidFill>
              <a:latin typeface="微软雅黑" panose="020B0503020204020204" pitchFamily="34" charset="-122"/>
              <a:ea typeface="微软雅黑" panose="020B0503020204020204" pitchFamily="34" charset="-122"/>
            </a:endParaRPr>
          </a:p>
        </p:txBody>
      </p:sp>
      <p:sp>
        <p:nvSpPr>
          <p:cNvPr id="31" name="标题 1"/>
          <p:cNvSpPr txBox="1"/>
          <p:nvPr/>
        </p:nvSpPr>
        <p:spPr bwMode="auto">
          <a:xfrm>
            <a:off x="1056937" y="210144"/>
            <a:ext cx="3416007" cy="476250"/>
          </a:xfrm>
          <a:prstGeom prst="rect">
            <a:avLst/>
          </a:prstGeom>
          <a:noFill/>
          <a:ln w="9525">
            <a:noFill/>
            <a:miter lim="800000"/>
          </a:ln>
        </p:spPr>
        <p:txBody>
          <a:bodyPr lIns="91429" tIns="45714" rIns="91429" bIns="45714" anchor="ctr"/>
          <a:lstStyle/>
          <a:p>
            <a:r>
              <a:rPr lang="zh-CN" altLang="en-US" sz="2400" b="1" dirty="0" smtClean="0">
                <a:solidFill>
                  <a:srgbClr val="7F7F7F"/>
                </a:solidFill>
                <a:latin typeface="+mn-ea"/>
                <a:ea typeface="+mn-ea"/>
                <a:cs typeface="Arial Unicode MS" panose="020B0604020202020204" pitchFamily="34" charset="-122"/>
              </a:rPr>
              <a:t>完全泊出逻辑策略说明</a:t>
            </a:r>
            <a:endParaRPr lang="zh-CN" altLang="en-US" sz="2400" b="1" dirty="0">
              <a:solidFill>
                <a:srgbClr val="7F7F7F"/>
              </a:solidFill>
              <a:latin typeface="+mn-ea"/>
              <a:ea typeface="+mn-ea"/>
              <a:cs typeface="Arial Unicode MS" panose="020B0604020202020204" pitchFamily="34" charset="-122"/>
            </a:endParaRPr>
          </a:p>
        </p:txBody>
      </p:sp>
      <p:sp>
        <p:nvSpPr>
          <p:cNvPr id="13" name="TextBox 12"/>
          <p:cNvSpPr txBox="1"/>
          <p:nvPr/>
        </p:nvSpPr>
        <p:spPr>
          <a:xfrm>
            <a:off x="8618220" y="5345966"/>
            <a:ext cx="454732" cy="338554"/>
          </a:xfrm>
          <a:prstGeom prst="rect">
            <a:avLst/>
          </a:prstGeom>
          <a:solidFill>
            <a:schemeClr val="bg1"/>
          </a:solidFill>
          <a:ln>
            <a:solidFill>
              <a:schemeClr val="bg1"/>
            </a:solidFill>
          </a:ln>
        </p:spPr>
        <p:txBody>
          <a:bodyPr wrap="square" rtlCol="0">
            <a:spAutoFit/>
          </a:bodyPr>
          <a:lstStyle/>
          <a:p>
            <a:r>
              <a:rPr lang="en-US" altLang="zh-CN" sz="1600" dirty="0" smtClean="0">
                <a:latin typeface="+mn-ea"/>
                <a:ea typeface="+mn-ea"/>
              </a:rPr>
              <a:t>  </a:t>
            </a:r>
            <a:endParaRPr lang="zh-CN" altLang="en-US" sz="1600" dirty="0">
              <a:latin typeface="+mn-ea"/>
              <a:ea typeface="+mn-ea"/>
            </a:endParaRPr>
          </a:p>
        </p:txBody>
      </p:sp>
      <p:sp>
        <p:nvSpPr>
          <p:cNvPr id="5"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灯片编号占位符 2"/>
          <p:cNvSpPr txBox="1">
            <a:spLocks/>
          </p:cNvSpPr>
          <p:nvPr/>
        </p:nvSpPr>
        <p:spPr>
          <a:xfrm>
            <a:off x="5584611" y="6849318"/>
            <a:ext cx="1021191" cy="224284"/>
          </a:xfrm>
          <a:prstGeom prst="rect">
            <a:avLst/>
          </a:prstGeom>
        </p:spPr>
        <p:txBody>
          <a:bodyPr/>
          <a:lstStyle>
            <a:defPPr>
              <a:defRPr lang="zh-CN"/>
            </a:defPPr>
            <a:lvl1pPr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1pPr>
            <a:lvl2pPr marL="455930" indent="-444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2pPr>
            <a:lvl3pPr marL="913130" indent="-92075"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3pPr>
            <a:lvl4pPr marL="1370330" indent="-13843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4pPr>
            <a:lvl5pPr marL="1825625" indent="-1841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9pPr>
          </a:lstStyle>
          <a:p>
            <a:pPr>
              <a:defRPr/>
            </a:pPr>
            <a:fld id="{0D91A68C-EF75-448C-824C-11AEAA06B251}" type="slidenum">
              <a:rPr lang="en-GB" smtClean="0">
                <a:solidFill>
                  <a:prstClr val="black">
                    <a:tint val="75000"/>
                  </a:prstClr>
                </a:solidFill>
              </a:rPr>
              <a:pPr>
                <a:defRPr/>
              </a:pPr>
              <a:t>6</a:t>
            </a:fld>
            <a:endParaRPr lang="en-GB">
              <a:solidFill>
                <a:prstClr val="black">
                  <a:tint val="75000"/>
                </a:prstClr>
              </a:solidFill>
            </a:endParaRPr>
          </a:p>
        </p:txBody>
      </p:sp>
      <p:sp>
        <p:nvSpPr>
          <p:cNvPr id="8" name="页脚占位符 3"/>
          <p:cNvSpPr txBox="1">
            <a:spLocks/>
          </p:cNvSpPr>
          <p:nvPr/>
        </p:nvSpPr>
        <p:spPr>
          <a:xfrm>
            <a:off x="6928015" y="6848955"/>
            <a:ext cx="5242516" cy="224284"/>
          </a:xfrm>
          <a:prstGeom prst="rect">
            <a:avLst/>
          </a:prstGeom>
        </p:spPr>
        <p:txBody>
          <a:bodyPr/>
          <a:lstStyle>
            <a:defPPr>
              <a:defRPr lang="zh-CN"/>
            </a:defPPr>
            <a:lvl1pPr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1pPr>
            <a:lvl2pPr marL="455930" indent="-444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2pPr>
            <a:lvl3pPr marL="913130" indent="-92075"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3pPr>
            <a:lvl4pPr marL="1370330" indent="-13843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4pPr>
            <a:lvl5pPr marL="1825625" indent="-1841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9pPr>
          </a:lstStyle>
          <a:p>
            <a:pPr>
              <a:defRPr/>
            </a:pPr>
            <a:r>
              <a:rPr lang="en-US" altLang="zh-TW" smtClean="0">
                <a:solidFill>
                  <a:prstClr val="black">
                    <a:tint val="75000"/>
                  </a:prstClr>
                </a:solidFill>
              </a:rPr>
              <a:t>© 2024 TTE GROUP ALL RIGHT RESERVED | DO NOT FORWARD WITHOUT PERMISSION</a:t>
            </a:r>
            <a:endParaRPr lang="zh-TW" altLang="en-US" dirty="0">
              <a:solidFill>
                <a:prstClr val="black">
                  <a:tint val="75000"/>
                </a:prstClr>
              </a:solidFill>
            </a:endParaRPr>
          </a:p>
        </p:txBody>
      </p:sp>
      <p:graphicFrame>
        <p:nvGraphicFramePr>
          <p:cNvPr id="704" name="表格 703"/>
          <p:cNvGraphicFramePr>
            <a:graphicFrameLocks noGrp="1"/>
          </p:cNvGraphicFramePr>
          <p:nvPr>
            <p:extLst>
              <p:ext uri="{D42A27DB-BD31-4B8C-83A1-F6EECF244321}">
                <p14:modId xmlns:p14="http://schemas.microsoft.com/office/powerpoint/2010/main" val="4177962598"/>
              </p:ext>
            </p:extLst>
          </p:nvPr>
        </p:nvGraphicFramePr>
        <p:xfrm>
          <a:off x="407633" y="903594"/>
          <a:ext cx="8409131" cy="4054643"/>
        </p:xfrm>
        <a:graphic>
          <a:graphicData uri="http://schemas.openxmlformats.org/drawingml/2006/table">
            <a:tbl>
              <a:tblPr firstRow="1" bandRow="1">
                <a:tableStyleId>{5C22544A-7EE6-4342-B048-85BDC9FD1C3A}</a:tableStyleId>
              </a:tblPr>
              <a:tblGrid>
                <a:gridCol w="2468487">
                  <a:extLst>
                    <a:ext uri="{9D8B030D-6E8A-4147-A177-3AD203B41FA5}">
                      <a16:colId xmlns:a16="http://schemas.microsoft.com/office/drawing/2014/main" val="4111589464"/>
                    </a:ext>
                  </a:extLst>
                </a:gridCol>
                <a:gridCol w="472671">
                  <a:extLst>
                    <a:ext uri="{9D8B030D-6E8A-4147-A177-3AD203B41FA5}">
                      <a16:colId xmlns:a16="http://schemas.microsoft.com/office/drawing/2014/main" val="1463509918"/>
                    </a:ext>
                  </a:extLst>
                </a:gridCol>
                <a:gridCol w="4369361">
                  <a:extLst>
                    <a:ext uri="{9D8B030D-6E8A-4147-A177-3AD203B41FA5}">
                      <a16:colId xmlns:a16="http://schemas.microsoft.com/office/drawing/2014/main" val="2371054850"/>
                    </a:ext>
                  </a:extLst>
                </a:gridCol>
                <a:gridCol w="1098612">
                  <a:extLst>
                    <a:ext uri="{9D8B030D-6E8A-4147-A177-3AD203B41FA5}">
                      <a16:colId xmlns:a16="http://schemas.microsoft.com/office/drawing/2014/main" val="4044546619"/>
                    </a:ext>
                  </a:extLst>
                </a:gridCol>
              </a:tblGrid>
              <a:tr h="1504939">
                <a:tc rowSpan="3">
                  <a:txBody>
                    <a:bodyPr/>
                    <a:lstStyle/>
                    <a:p>
                      <a:pPr algn="ctr"/>
                      <a:endParaRPr lang="zh-CN" altLang="en-US" sz="1800" b="0" dirty="0">
                        <a:solidFill>
                          <a:schemeClr val="tx1"/>
                        </a:solidFill>
                      </a:endParaRPr>
                    </a:p>
                  </a:txBody>
                  <a:tcPr marL="91428" marR="91428" marT="45714" marB="457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b="0" dirty="0" smtClean="0">
                          <a:solidFill>
                            <a:schemeClr val="tx1"/>
                          </a:solidFill>
                          <a:latin typeface="宋体" panose="02010600030101010101" pitchFamily="2" charset="-122"/>
                          <a:ea typeface="宋体" panose="02010600030101010101" pitchFamily="2" charset="-122"/>
                        </a:rPr>
                        <a:t>垂直车位</a:t>
                      </a:r>
                      <a:endParaRPr lang="zh-CN" altLang="en-US" sz="1400" b="0" dirty="0">
                        <a:solidFill>
                          <a:schemeClr val="tx1"/>
                        </a:solidFill>
                        <a:latin typeface="宋体" panose="02010600030101010101" pitchFamily="2" charset="-122"/>
                        <a:ea typeface="宋体" panose="02010600030101010101" pitchFamily="2" charset="-122"/>
                      </a:endParaRPr>
                    </a:p>
                  </a:txBody>
                  <a:tcPr marL="91428" marR="91428" marT="45714" marB="457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800" dirty="0">
                        <a:solidFill>
                          <a:schemeClr val="tx1"/>
                        </a:solidFill>
                      </a:endParaRPr>
                    </a:p>
                  </a:txBody>
                  <a:tcPr marL="91428" marR="91428" marT="45714" marB="457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0" algn="l" defTabSz="1195558" rtl="0" eaLnBrk="1" latinLnBrk="0" hangingPunct="1">
                        <a:lnSpc>
                          <a:spcPts val="1500"/>
                        </a:lnSpc>
                      </a:pPr>
                      <a:r>
                        <a:rPr lang="zh-CN" altLang="en-US" sz="1050" b="0" kern="1200" dirty="0" smtClean="0">
                          <a:solidFill>
                            <a:schemeClr val="tx1"/>
                          </a:solidFill>
                          <a:latin typeface="宋体" panose="02010600030101010101" pitchFamily="2" charset="-122"/>
                          <a:ea typeface="宋体" panose="02010600030101010101" pitchFamily="2" charset="-122"/>
                          <a:cs typeface="+mn-cs"/>
                        </a:rPr>
                        <a:t>由于停车场的路线多样性，提供多个泊出方向选择；其推荐方向路线（绿色）与车辆泊入该车位方向相反；泊出后车辆与车道方向平行</a:t>
                      </a:r>
                      <a:r>
                        <a:rPr lang="en-US" altLang="zh-CN" sz="1050" b="0" kern="1200" dirty="0" smtClean="0">
                          <a:solidFill>
                            <a:schemeClr val="tx1"/>
                          </a:solidFill>
                          <a:latin typeface="宋体" panose="02010600030101010101" pitchFamily="2" charset="-122"/>
                          <a:ea typeface="宋体" panose="02010600030101010101" pitchFamily="2" charset="-122"/>
                          <a:cs typeface="+mn-cs"/>
                        </a:rPr>
                        <a:t>(</a:t>
                      </a:r>
                      <a:r>
                        <a:rPr lang="zh-CN" altLang="en-US" sz="1050" b="0" kern="1200" dirty="0" smtClean="0">
                          <a:solidFill>
                            <a:schemeClr val="tx1"/>
                          </a:solidFill>
                          <a:latin typeface="宋体" panose="02010600030101010101" pitchFamily="2" charset="-122"/>
                          <a:ea typeface="宋体" panose="02010600030101010101" pitchFamily="2" charset="-122"/>
                          <a:cs typeface="+mn-cs"/>
                        </a:rPr>
                        <a:t>除正向直出外</a:t>
                      </a:r>
                      <a:r>
                        <a:rPr lang="en-US" altLang="zh-CN" sz="1050" b="0" kern="1200" dirty="0" smtClean="0">
                          <a:solidFill>
                            <a:schemeClr val="tx1"/>
                          </a:solidFill>
                          <a:latin typeface="宋体" panose="02010600030101010101" pitchFamily="2" charset="-122"/>
                          <a:ea typeface="宋体" panose="02010600030101010101" pitchFamily="2" charset="-122"/>
                          <a:cs typeface="+mn-cs"/>
                        </a:rPr>
                        <a:t>)</a:t>
                      </a:r>
                      <a:endParaRPr lang="zh-CN" altLang="en-US" sz="1050" b="0" kern="1200" dirty="0">
                        <a:solidFill>
                          <a:schemeClr val="tx1"/>
                        </a:solidFill>
                        <a:latin typeface="宋体" panose="02010600030101010101" pitchFamily="2" charset="-122"/>
                        <a:ea typeface="宋体" panose="02010600030101010101" pitchFamily="2" charset="-122"/>
                        <a:cs typeface="+mn-cs"/>
                      </a:endParaRPr>
                    </a:p>
                  </a:txBody>
                  <a:tcPr marL="91428" marR="91428" marT="45714" marB="457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5726496"/>
                  </a:ext>
                </a:extLst>
              </a:tr>
              <a:tr h="1284736">
                <a:tc vMerge="1">
                  <a:txBody>
                    <a:bodyPr/>
                    <a:lstStyle/>
                    <a:p>
                      <a:pPr algn="ctr"/>
                      <a:endParaRPr lang="zh-CN" alt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smtClean="0">
                          <a:solidFill>
                            <a:schemeClr val="tx1"/>
                          </a:solidFill>
                          <a:latin typeface="宋体" panose="02010600030101010101" pitchFamily="2" charset="-122"/>
                          <a:ea typeface="宋体" panose="02010600030101010101" pitchFamily="2" charset="-122"/>
                        </a:rPr>
                        <a:t>斜列车位</a:t>
                      </a:r>
                      <a:endParaRPr lang="zh-CN" altLang="en-US" sz="1400" dirty="0">
                        <a:solidFill>
                          <a:schemeClr val="tx1"/>
                        </a:solidFill>
                        <a:latin typeface="宋体" panose="02010600030101010101" pitchFamily="2" charset="-122"/>
                        <a:ea typeface="宋体" panose="02010600030101010101" pitchFamily="2" charset="-122"/>
                      </a:endParaRPr>
                    </a:p>
                  </a:txBody>
                  <a:tcPr marL="91428" marR="91428" marT="45714" marB="457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800" dirty="0">
                        <a:solidFill>
                          <a:schemeClr val="tx1"/>
                        </a:solidFill>
                      </a:endParaRPr>
                    </a:p>
                  </a:txBody>
                  <a:tcPr marL="91428" marR="91428" marT="45714" marB="457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0328394"/>
                  </a:ext>
                </a:extLst>
              </a:tr>
              <a:tr h="1264968">
                <a:tc vMerge="1">
                  <a:txBody>
                    <a:bodyPr/>
                    <a:lstStyle/>
                    <a:p>
                      <a:pPr algn="ctr"/>
                      <a:endParaRPr lang="zh-CN" alt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smtClean="0">
                          <a:solidFill>
                            <a:schemeClr val="tx1"/>
                          </a:solidFill>
                          <a:latin typeface="宋体" panose="02010600030101010101" pitchFamily="2" charset="-122"/>
                          <a:ea typeface="宋体" panose="02010600030101010101" pitchFamily="2" charset="-122"/>
                        </a:rPr>
                        <a:t>水平车位</a:t>
                      </a:r>
                      <a:endParaRPr lang="zh-CN" altLang="en-US" sz="1400" dirty="0">
                        <a:solidFill>
                          <a:schemeClr val="tx1"/>
                        </a:solidFill>
                        <a:latin typeface="宋体" panose="02010600030101010101" pitchFamily="2" charset="-122"/>
                        <a:ea typeface="宋体" panose="02010600030101010101" pitchFamily="2" charset="-122"/>
                      </a:endParaRPr>
                    </a:p>
                  </a:txBody>
                  <a:tcPr marL="91428" marR="91428" marT="45714" marB="457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800" dirty="0">
                        <a:solidFill>
                          <a:schemeClr val="tx1"/>
                        </a:solidFill>
                      </a:endParaRPr>
                    </a:p>
                  </a:txBody>
                  <a:tcPr marL="91428" marR="91428" marT="45714" marB="457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6332007"/>
                  </a:ext>
                </a:extLst>
              </a:tr>
            </a:tbl>
          </a:graphicData>
        </a:graphic>
      </p:graphicFrame>
      <p:grpSp>
        <p:nvGrpSpPr>
          <p:cNvPr id="705" name="组合 704"/>
          <p:cNvGrpSpPr>
            <a:grpSpLocks noChangeAspect="1"/>
          </p:cNvGrpSpPr>
          <p:nvPr/>
        </p:nvGrpSpPr>
        <p:grpSpPr>
          <a:xfrm>
            <a:off x="3867260" y="1050901"/>
            <a:ext cx="890146" cy="776306"/>
            <a:chOff x="1271" y="1126"/>
            <a:chExt cx="3802" cy="3316"/>
          </a:xfrm>
        </p:grpSpPr>
        <p:sp>
          <p:nvSpPr>
            <p:cNvPr id="706" name="矩形 705"/>
            <p:cNvSpPr/>
            <p:nvPr/>
          </p:nvSpPr>
          <p:spPr>
            <a:xfrm>
              <a:off x="2547" y="1552"/>
              <a:ext cx="1255" cy="1982"/>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sp>
          <p:nvSpPr>
            <p:cNvPr id="707" name="矩形 706"/>
            <p:cNvSpPr/>
            <p:nvPr/>
          </p:nvSpPr>
          <p:spPr>
            <a:xfrm>
              <a:off x="3802" y="1552"/>
              <a:ext cx="1255" cy="1982"/>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sp>
          <p:nvSpPr>
            <p:cNvPr id="708" name="矩形 707"/>
            <p:cNvSpPr/>
            <p:nvPr/>
          </p:nvSpPr>
          <p:spPr>
            <a:xfrm>
              <a:off x="1292" y="1552"/>
              <a:ext cx="1255" cy="1982"/>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cxnSp>
          <p:nvCxnSpPr>
            <p:cNvPr id="709" name="直接连接符 708"/>
            <p:cNvCxnSpPr/>
            <p:nvPr/>
          </p:nvCxnSpPr>
          <p:spPr>
            <a:xfrm>
              <a:off x="1271" y="1401"/>
              <a:ext cx="3802" cy="0"/>
            </a:xfrm>
            <a:prstGeom prst="line">
              <a:avLst/>
            </a:prstGeom>
            <a:noFill/>
            <a:ln w="38100" cap="flat" cmpd="sng" algn="ctr">
              <a:solidFill>
                <a:srgbClr val="41719C"/>
              </a:solidFill>
              <a:prstDash val="solid"/>
              <a:miter lim="800000"/>
            </a:ln>
            <a:effectLst/>
          </p:spPr>
        </p:cxnSp>
        <p:cxnSp>
          <p:nvCxnSpPr>
            <p:cNvPr id="710" name="直接连接符 709"/>
            <p:cNvCxnSpPr/>
            <p:nvPr/>
          </p:nvCxnSpPr>
          <p:spPr>
            <a:xfrm flipV="1">
              <a:off x="1384" y="1126"/>
              <a:ext cx="306" cy="275"/>
            </a:xfrm>
            <a:prstGeom prst="line">
              <a:avLst/>
            </a:prstGeom>
            <a:noFill/>
            <a:ln w="38100" cap="flat" cmpd="sng" algn="ctr">
              <a:solidFill>
                <a:srgbClr val="41719C"/>
              </a:solidFill>
              <a:prstDash val="solid"/>
              <a:miter lim="800000"/>
            </a:ln>
            <a:effectLst/>
          </p:spPr>
        </p:cxnSp>
        <p:cxnSp>
          <p:nvCxnSpPr>
            <p:cNvPr id="711" name="直接连接符 710"/>
            <p:cNvCxnSpPr/>
            <p:nvPr/>
          </p:nvCxnSpPr>
          <p:spPr>
            <a:xfrm flipV="1">
              <a:off x="1917" y="1126"/>
              <a:ext cx="306" cy="275"/>
            </a:xfrm>
            <a:prstGeom prst="line">
              <a:avLst/>
            </a:prstGeom>
            <a:noFill/>
            <a:ln w="38100" cap="flat" cmpd="sng" algn="ctr">
              <a:solidFill>
                <a:srgbClr val="41719C"/>
              </a:solidFill>
              <a:prstDash val="solid"/>
              <a:miter lim="800000"/>
            </a:ln>
            <a:effectLst/>
          </p:spPr>
        </p:cxnSp>
        <p:cxnSp>
          <p:nvCxnSpPr>
            <p:cNvPr id="712" name="直接连接符 711"/>
            <p:cNvCxnSpPr/>
            <p:nvPr/>
          </p:nvCxnSpPr>
          <p:spPr>
            <a:xfrm flipV="1">
              <a:off x="2450" y="1126"/>
              <a:ext cx="306" cy="275"/>
            </a:xfrm>
            <a:prstGeom prst="line">
              <a:avLst/>
            </a:prstGeom>
            <a:noFill/>
            <a:ln w="38100" cap="flat" cmpd="sng" algn="ctr">
              <a:solidFill>
                <a:srgbClr val="41719C"/>
              </a:solidFill>
              <a:prstDash val="solid"/>
              <a:miter lim="800000"/>
            </a:ln>
            <a:effectLst/>
          </p:spPr>
        </p:cxnSp>
        <p:cxnSp>
          <p:nvCxnSpPr>
            <p:cNvPr id="713" name="直接连接符 712"/>
            <p:cNvCxnSpPr/>
            <p:nvPr/>
          </p:nvCxnSpPr>
          <p:spPr>
            <a:xfrm flipV="1">
              <a:off x="2983" y="1126"/>
              <a:ext cx="306" cy="275"/>
            </a:xfrm>
            <a:prstGeom prst="line">
              <a:avLst/>
            </a:prstGeom>
            <a:noFill/>
            <a:ln w="38100" cap="flat" cmpd="sng" algn="ctr">
              <a:solidFill>
                <a:srgbClr val="41719C"/>
              </a:solidFill>
              <a:prstDash val="solid"/>
              <a:miter lim="800000"/>
            </a:ln>
            <a:effectLst/>
          </p:spPr>
        </p:cxnSp>
        <p:cxnSp>
          <p:nvCxnSpPr>
            <p:cNvPr id="714" name="直接连接符 713"/>
            <p:cNvCxnSpPr/>
            <p:nvPr/>
          </p:nvCxnSpPr>
          <p:spPr>
            <a:xfrm flipV="1">
              <a:off x="3516" y="1126"/>
              <a:ext cx="306" cy="275"/>
            </a:xfrm>
            <a:prstGeom prst="line">
              <a:avLst/>
            </a:prstGeom>
            <a:noFill/>
            <a:ln w="38100" cap="flat" cmpd="sng" algn="ctr">
              <a:solidFill>
                <a:srgbClr val="41719C"/>
              </a:solidFill>
              <a:prstDash val="solid"/>
              <a:miter lim="800000"/>
            </a:ln>
            <a:effectLst/>
          </p:spPr>
        </p:cxnSp>
        <p:cxnSp>
          <p:nvCxnSpPr>
            <p:cNvPr id="715" name="直接连接符 714"/>
            <p:cNvCxnSpPr/>
            <p:nvPr/>
          </p:nvCxnSpPr>
          <p:spPr>
            <a:xfrm flipV="1">
              <a:off x="4049" y="1126"/>
              <a:ext cx="306" cy="275"/>
            </a:xfrm>
            <a:prstGeom prst="line">
              <a:avLst/>
            </a:prstGeom>
            <a:noFill/>
            <a:ln w="38100" cap="flat" cmpd="sng" algn="ctr">
              <a:solidFill>
                <a:srgbClr val="41719C"/>
              </a:solidFill>
              <a:prstDash val="solid"/>
              <a:miter lim="800000"/>
            </a:ln>
            <a:effectLst/>
          </p:spPr>
        </p:cxnSp>
        <p:cxnSp>
          <p:nvCxnSpPr>
            <p:cNvPr id="716" name="直接连接符 715"/>
            <p:cNvCxnSpPr/>
            <p:nvPr/>
          </p:nvCxnSpPr>
          <p:spPr>
            <a:xfrm flipV="1">
              <a:off x="4582" y="1126"/>
              <a:ext cx="306" cy="275"/>
            </a:xfrm>
            <a:prstGeom prst="line">
              <a:avLst/>
            </a:prstGeom>
            <a:noFill/>
            <a:ln w="38100" cap="flat" cmpd="sng" algn="ctr">
              <a:solidFill>
                <a:srgbClr val="41719C"/>
              </a:solidFill>
              <a:prstDash val="solid"/>
              <a:miter lim="800000"/>
            </a:ln>
            <a:effectLst/>
          </p:spPr>
        </p:cxnSp>
        <p:cxnSp>
          <p:nvCxnSpPr>
            <p:cNvPr id="717" name="直接箭头连接符 716"/>
            <p:cNvCxnSpPr/>
            <p:nvPr/>
          </p:nvCxnSpPr>
          <p:spPr>
            <a:xfrm flipH="1">
              <a:off x="3167" y="3603"/>
              <a:ext cx="9" cy="839"/>
            </a:xfrm>
            <a:prstGeom prst="straightConnector1">
              <a:avLst/>
            </a:prstGeom>
            <a:noFill/>
            <a:ln w="38100" cap="flat" cmpd="sng" algn="ctr">
              <a:solidFill>
                <a:srgbClr val="FFC000"/>
              </a:solidFill>
              <a:prstDash val="solid"/>
              <a:miter lim="800000"/>
              <a:headEnd type="none"/>
              <a:tailEnd type="triangle" w="med" len="med"/>
            </a:ln>
            <a:effectLst/>
          </p:spPr>
        </p:cxnSp>
        <p:sp>
          <p:nvSpPr>
            <p:cNvPr id="718" name="任意多边形 717"/>
            <p:cNvSpPr/>
            <p:nvPr/>
          </p:nvSpPr>
          <p:spPr>
            <a:xfrm>
              <a:off x="2335" y="3551"/>
              <a:ext cx="534" cy="480"/>
            </a:xfrm>
            <a:custGeom>
              <a:avLst/>
              <a:gdLst>
                <a:gd name="connisteX0" fmla="*/ 445135 w 445135"/>
                <a:gd name="connsiteY0" fmla="*/ 0 h 408305"/>
                <a:gd name="connisteX1" fmla="*/ 317500 w 445135"/>
                <a:gd name="connsiteY1" fmla="*/ 323215 h 408305"/>
                <a:gd name="connisteX2" fmla="*/ 0 w 445135"/>
                <a:gd name="connsiteY2" fmla="*/ 408305 h 408305"/>
              </a:gdLst>
              <a:ahLst/>
              <a:cxnLst>
                <a:cxn ang="0">
                  <a:pos x="connisteX0" y="connsiteY0"/>
                </a:cxn>
                <a:cxn ang="0">
                  <a:pos x="connisteX1" y="connsiteY1"/>
                </a:cxn>
                <a:cxn ang="0">
                  <a:pos x="connisteX2" y="connsiteY2"/>
                </a:cxn>
              </a:cxnLst>
              <a:rect l="l" t="t" r="r" b="b"/>
              <a:pathLst>
                <a:path w="445135" h="408305">
                  <a:moveTo>
                    <a:pt x="445135" y="0"/>
                  </a:moveTo>
                  <a:cubicBezTo>
                    <a:pt x="426085" y="62865"/>
                    <a:pt x="406400" y="241300"/>
                    <a:pt x="317500" y="323215"/>
                  </a:cubicBezTo>
                  <a:cubicBezTo>
                    <a:pt x="228600" y="405130"/>
                    <a:pt x="60960" y="397510"/>
                    <a:pt x="0" y="408305"/>
                  </a:cubicBezTo>
                </a:path>
              </a:pathLst>
            </a:custGeom>
            <a:noFill/>
            <a:ln w="38100" cap="flat" cmpd="sng" algn="ctr">
              <a:solidFill>
                <a:srgbClr val="00B050"/>
              </a:solidFill>
              <a:prstDash val="solid"/>
              <a:miter lim="800000"/>
              <a:headEnd type="none"/>
              <a:tailEnd type="triangle" w="med" len="med"/>
            </a:ln>
            <a:effec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sp>
          <p:nvSpPr>
            <p:cNvPr id="719" name="任意多边形 718"/>
            <p:cNvSpPr/>
            <p:nvPr/>
          </p:nvSpPr>
          <p:spPr>
            <a:xfrm flipH="1">
              <a:off x="3465" y="3577"/>
              <a:ext cx="534" cy="480"/>
            </a:xfrm>
            <a:custGeom>
              <a:avLst/>
              <a:gdLst>
                <a:gd name="connisteX0" fmla="*/ 445135 w 445135"/>
                <a:gd name="connsiteY0" fmla="*/ 0 h 408305"/>
                <a:gd name="connisteX1" fmla="*/ 317500 w 445135"/>
                <a:gd name="connsiteY1" fmla="*/ 323215 h 408305"/>
                <a:gd name="connisteX2" fmla="*/ 0 w 445135"/>
                <a:gd name="connsiteY2" fmla="*/ 408305 h 408305"/>
              </a:gdLst>
              <a:ahLst/>
              <a:cxnLst>
                <a:cxn ang="0">
                  <a:pos x="connisteX0" y="connsiteY0"/>
                </a:cxn>
                <a:cxn ang="0">
                  <a:pos x="connisteX1" y="connsiteY1"/>
                </a:cxn>
                <a:cxn ang="0">
                  <a:pos x="connisteX2" y="connsiteY2"/>
                </a:cxn>
              </a:cxnLst>
              <a:rect l="l" t="t" r="r" b="b"/>
              <a:pathLst>
                <a:path w="445135" h="408305">
                  <a:moveTo>
                    <a:pt x="445135" y="0"/>
                  </a:moveTo>
                  <a:cubicBezTo>
                    <a:pt x="426085" y="62865"/>
                    <a:pt x="406400" y="241300"/>
                    <a:pt x="317500" y="323215"/>
                  </a:cubicBezTo>
                  <a:cubicBezTo>
                    <a:pt x="228600" y="405130"/>
                    <a:pt x="60960" y="397510"/>
                    <a:pt x="0" y="408305"/>
                  </a:cubicBezTo>
                </a:path>
              </a:pathLst>
            </a:custGeom>
            <a:noFill/>
            <a:ln w="38100" cap="flat" cmpd="sng" algn="ctr">
              <a:solidFill>
                <a:srgbClr val="FFC000"/>
              </a:solidFill>
              <a:prstDash val="solid"/>
              <a:miter lim="800000"/>
              <a:headEnd type="none"/>
              <a:tailEnd type="triangle" w="med" len="med"/>
            </a:ln>
            <a:effec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pic>
          <p:nvPicPr>
            <p:cNvPr id="720" name="图片 719"/>
            <p:cNvPicPr>
              <a:picLocks noChangeAspect="1"/>
            </p:cNvPicPr>
            <p:nvPr/>
          </p:nvPicPr>
          <p:blipFill>
            <a:blip r:embed="rId4"/>
            <a:srcRect l="8936" t="15826" r="65159" b="27365"/>
            <a:stretch>
              <a:fillRect/>
            </a:stretch>
          </p:blipFill>
          <p:spPr>
            <a:xfrm>
              <a:off x="2716" y="1563"/>
              <a:ext cx="844" cy="1778"/>
            </a:xfrm>
            <a:prstGeom prst="rect">
              <a:avLst/>
            </a:prstGeom>
            <a:effectLst>
              <a:softEdge rad="31750"/>
            </a:effectLst>
          </p:spPr>
        </p:pic>
      </p:grpSp>
      <p:sp>
        <p:nvSpPr>
          <p:cNvPr id="721" name="文本框 720"/>
          <p:cNvSpPr txBox="1"/>
          <p:nvPr/>
        </p:nvSpPr>
        <p:spPr>
          <a:xfrm>
            <a:off x="3593502" y="1988036"/>
            <a:ext cx="2230797" cy="248338"/>
          </a:xfrm>
          <a:prstGeom prst="rect">
            <a:avLst/>
          </a:prstGeom>
          <a:noFill/>
        </p:spPr>
        <p:txBody>
          <a:bodyPr wrap="square" rtlCol="0">
            <a:spAutoFit/>
          </a:bodyPr>
          <a:lstStyle/>
          <a:p>
            <a:pPr>
              <a:lnSpc>
                <a:spcPct val="110000"/>
              </a:lnSpc>
            </a:pPr>
            <a:r>
              <a:rPr lang="zh-CN" altLang="en-US" sz="1000" dirty="0">
                <a:latin typeface="宋体" panose="02010600030101010101" pitchFamily="2" charset="-122"/>
                <a:sym typeface="+mn-ea"/>
              </a:rPr>
              <a:t>车头朝外的垂直车位</a:t>
            </a:r>
          </a:p>
        </p:txBody>
      </p:sp>
      <p:sp>
        <p:nvSpPr>
          <p:cNvPr id="722" name="文本框 721"/>
          <p:cNvSpPr txBox="1"/>
          <p:nvPr/>
        </p:nvSpPr>
        <p:spPr>
          <a:xfrm>
            <a:off x="3318617" y="1630789"/>
            <a:ext cx="1121908" cy="248338"/>
          </a:xfrm>
          <a:prstGeom prst="rect">
            <a:avLst/>
          </a:prstGeom>
          <a:noFill/>
        </p:spPr>
        <p:txBody>
          <a:bodyPr wrap="square" rtlCol="0">
            <a:spAutoFit/>
          </a:bodyPr>
          <a:lstStyle/>
          <a:p>
            <a:pPr>
              <a:lnSpc>
                <a:spcPct val="110000"/>
              </a:lnSpc>
            </a:pPr>
            <a:r>
              <a:rPr lang="zh-CN" altLang="en-US" sz="1000" dirty="0">
                <a:latin typeface="宋体" panose="02010600030101010101" pitchFamily="2" charset="-122"/>
                <a:sym typeface="+mn-ea"/>
              </a:rPr>
              <a:t>垂直右泊出</a:t>
            </a:r>
          </a:p>
        </p:txBody>
      </p:sp>
      <p:sp>
        <p:nvSpPr>
          <p:cNvPr id="723" name="文本框 722"/>
          <p:cNvSpPr txBox="1"/>
          <p:nvPr/>
        </p:nvSpPr>
        <p:spPr>
          <a:xfrm>
            <a:off x="3774471" y="1783555"/>
            <a:ext cx="1525691" cy="248338"/>
          </a:xfrm>
          <a:prstGeom prst="rect">
            <a:avLst/>
          </a:prstGeom>
          <a:noFill/>
        </p:spPr>
        <p:txBody>
          <a:bodyPr wrap="square" rtlCol="0">
            <a:spAutoFit/>
          </a:bodyPr>
          <a:lstStyle/>
          <a:p>
            <a:pPr>
              <a:lnSpc>
                <a:spcPct val="110000"/>
              </a:lnSpc>
            </a:pPr>
            <a:r>
              <a:rPr lang="zh-CN" altLang="en-US" sz="1000" dirty="0">
                <a:latin typeface="宋体" panose="02010600030101010101" pitchFamily="2" charset="-122"/>
                <a:sym typeface="+mn-ea"/>
              </a:rPr>
              <a:t>垂直正向直出</a:t>
            </a:r>
          </a:p>
        </p:txBody>
      </p:sp>
      <p:sp>
        <p:nvSpPr>
          <p:cNvPr id="724" name="文本框 723"/>
          <p:cNvSpPr txBox="1"/>
          <p:nvPr/>
        </p:nvSpPr>
        <p:spPr>
          <a:xfrm>
            <a:off x="4489239" y="1630789"/>
            <a:ext cx="1177704" cy="248338"/>
          </a:xfrm>
          <a:prstGeom prst="rect">
            <a:avLst/>
          </a:prstGeom>
          <a:noFill/>
        </p:spPr>
        <p:txBody>
          <a:bodyPr wrap="square" rtlCol="0">
            <a:spAutoFit/>
          </a:bodyPr>
          <a:lstStyle/>
          <a:p>
            <a:pPr>
              <a:lnSpc>
                <a:spcPct val="110000"/>
              </a:lnSpc>
            </a:pPr>
            <a:r>
              <a:rPr lang="zh-CN" altLang="en-US" sz="1000" dirty="0">
                <a:latin typeface="宋体" panose="02010600030101010101" pitchFamily="2" charset="-122"/>
                <a:sym typeface="+mn-ea"/>
              </a:rPr>
              <a:t>垂直左泊出</a:t>
            </a:r>
          </a:p>
        </p:txBody>
      </p:sp>
      <p:grpSp>
        <p:nvGrpSpPr>
          <p:cNvPr id="725" name="组合 724"/>
          <p:cNvGrpSpPr/>
          <p:nvPr/>
        </p:nvGrpSpPr>
        <p:grpSpPr>
          <a:xfrm>
            <a:off x="5307062" y="1041560"/>
            <a:ext cx="2179471" cy="1247979"/>
            <a:chOff x="7334495" y="1030922"/>
            <a:chExt cx="3277863" cy="2006103"/>
          </a:xfrm>
        </p:grpSpPr>
        <p:grpSp>
          <p:nvGrpSpPr>
            <p:cNvPr id="726" name="组合 725"/>
            <p:cNvGrpSpPr/>
            <p:nvPr/>
          </p:nvGrpSpPr>
          <p:grpSpPr>
            <a:xfrm>
              <a:off x="8175508" y="1030922"/>
              <a:ext cx="1503251" cy="1158789"/>
              <a:chOff x="8175508" y="1030922"/>
              <a:chExt cx="1503251" cy="1158789"/>
            </a:xfrm>
          </p:grpSpPr>
          <p:pic>
            <p:nvPicPr>
              <p:cNvPr id="732" name="图片 731"/>
              <p:cNvPicPr>
                <a:picLocks noChangeAspect="1"/>
              </p:cNvPicPr>
              <p:nvPr/>
            </p:nvPicPr>
            <p:blipFill>
              <a:blip r:embed="rId4"/>
              <a:srcRect l="8936" t="15826" r="65159" b="27365"/>
              <a:stretch>
                <a:fillRect/>
              </a:stretch>
            </p:blipFill>
            <p:spPr>
              <a:xfrm rot="10800000">
                <a:off x="8763444" y="1240065"/>
                <a:ext cx="333704" cy="702943"/>
              </a:xfrm>
              <a:prstGeom prst="rect">
                <a:avLst/>
              </a:prstGeom>
              <a:effectLst>
                <a:softEdge rad="31750"/>
              </a:effectLst>
            </p:spPr>
          </p:pic>
          <p:sp>
            <p:nvSpPr>
              <p:cNvPr id="733" name="矩形 732"/>
              <p:cNvSpPr/>
              <p:nvPr/>
            </p:nvSpPr>
            <p:spPr>
              <a:xfrm>
                <a:off x="8680018" y="1199344"/>
                <a:ext cx="496207" cy="783596"/>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sp>
            <p:nvSpPr>
              <p:cNvPr id="734" name="矩形 733"/>
              <p:cNvSpPr/>
              <p:nvPr/>
            </p:nvSpPr>
            <p:spPr>
              <a:xfrm>
                <a:off x="9176226" y="1199344"/>
                <a:ext cx="496207" cy="783596"/>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sp>
            <p:nvSpPr>
              <p:cNvPr id="735" name="矩形 734"/>
              <p:cNvSpPr/>
              <p:nvPr/>
            </p:nvSpPr>
            <p:spPr>
              <a:xfrm>
                <a:off x="8183811" y="1199344"/>
                <a:ext cx="496207" cy="783596"/>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cxnSp>
            <p:nvCxnSpPr>
              <p:cNvPr id="736" name="直接连接符 735"/>
              <p:cNvCxnSpPr/>
              <p:nvPr/>
            </p:nvCxnSpPr>
            <p:spPr>
              <a:xfrm>
                <a:off x="8175508" y="1139645"/>
                <a:ext cx="1503251" cy="0"/>
              </a:xfrm>
              <a:prstGeom prst="line">
                <a:avLst/>
              </a:prstGeom>
              <a:noFill/>
              <a:ln w="38100" cap="flat" cmpd="sng" algn="ctr">
                <a:solidFill>
                  <a:srgbClr val="41719C"/>
                </a:solidFill>
                <a:prstDash val="solid"/>
                <a:miter lim="800000"/>
              </a:ln>
              <a:effectLst/>
            </p:spPr>
          </p:cxnSp>
          <p:cxnSp>
            <p:nvCxnSpPr>
              <p:cNvPr id="737" name="直接连接符 736"/>
              <p:cNvCxnSpPr/>
              <p:nvPr/>
            </p:nvCxnSpPr>
            <p:spPr>
              <a:xfrm flipV="1">
                <a:off x="8220186" y="1030922"/>
                <a:ext cx="120988" cy="108723"/>
              </a:xfrm>
              <a:prstGeom prst="line">
                <a:avLst/>
              </a:prstGeom>
              <a:noFill/>
              <a:ln w="38100" cap="flat" cmpd="sng" algn="ctr">
                <a:solidFill>
                  <a:srgbClr val="41719C"/>
                </a:solidFill>
                <a:prstDash val="solid"/>
                <a:miter lim="800000"/>
              </a:ln>
              <a:effectLst/>
            </p:spPr>
          </p:cxnSp>
          <p:cxnSp>
            <p:nvCxnSpPr>
              <p:cNvPr id="738" name="直接连接符 737"/>
              <p:cNvCxnSpPr/>
              <p:nvPr/>
            </p:nvCxnSpPr>
            <p:spPr>
              <a:xfrm flipV="1">
                <a:off x="8430926" y="1030922"/>
                <a:ext cx="120988" cy="108723"/>
              </a:xfrm>
              <a:prstGeom prst="line">
                <a:avLst/>
              </a:prstGeom>
              <a:noFill/>
              <a:ln w="38100" cap="flat" cmpd="sng" algn="ctr">
                <a:solidFill>
                  <a:srgbClr val="41719C"/>
                </a:solidFill>
                <a:prstDash val="solid"/>
                <a:miter lim="800000"/>
              </a:ln>
              <a:effectLst/>
            </p:spPr>
          </p:cxnSp>
          <p:cxnSp>
            <p:nvCxnSpPr>
              <p:cNvPr id="739" name="直接连接符 738"/>
              <p:cNvCxnSpPr/>
              <p:nvPr/>
            </p:nvCxnSpPr>
            <p:spPr>
              <a:xfrm flipV="1">
                <a:off x="8641666" y="1030922"/>
                <a:ext cx="120988" cy="108723"/>
              </a:xfrm>
              <a:prstGeom prst="line">
                <a:avLst/>
              </a:prstGeom>
              <a:noFill/>
              <a:ln w="38100" cap="flat" cmpd="sng" algn="ctr">
                <a:solidFill>
                  <a:srgbClr val="41719C"/>
                </a:solidFill>
                <a:prstDash val="solid"/>
                <a:miter lim="800000"/>
              </a:ln>
              <a:effectLst/>
            </p:spPr>
          </p:cxnSp>
          <p:cxnSp>
            <p:nvCxnSpPr>
              <p:cNvPr id="740" name="直接连接符 739"/>
              <p:cNvCxnSpPr/>
              <p:nvPr/>
            </p:nvCxnSpPr>
            <p:spPr>
              <a:xfrm flipV="1">
                <a:off x="8852406" y="1030922"/>
                <a:ext cx="120988" cy="108723"/>
              </a:xfrm>
              <a:prstGeom prst="line">
                <a:avLst/>
              </a:prstGeom>
              <a:noFill/>
              <a:ln w="38100" cap="flat" cmpd="sng" algn="ctr">
                <a:solidFill>
                  <a:srgbClr val="41719C"/>
                </a:solidFill>
                <a:prstDash val="solid"/>
                <a:miter lim="800000"/>
              </a:ln>
              <a:effectLst/>
            </p:spPr>
          </p:cxnSp>
          <p:cxnSp>
            <p:nvCxnSpPr>
              <p:cNvPr id="741" name="直接连接符 740"/>
              <p:cNvCxnSpPr/>
              <p:nvPr/>
            </p:nvCxnSpPr>
            <p:spPr>
              <a:xfrm flipV="1">
                <a:off x="9063146" y="1030922"/>
                <a:ext cx="120988" cy="108723"/>
              </a:xfrm>
              <a:prstGeom prst="line">
                <a:avLst/>
              </a:prstGeom>
              <a:noFill/>
              <a:ln w="38100" cap="flat" cmpd="sng" algn="ctr">
                <a:solidFill>
                  <a:srgbClr val="41719C"/>
                </a:solidFill>
                <a:prstDash val="solid"/>
                <a:miter lim="800000"/>
              </a:ln>
              <a:effectLst/>
            </p:spPr>
          </p:cxnSp>
          <p:cxnSp>
            <p:nvCxnSpPr>
              <p:cNvPr id="742" name="直接连接符 741"/>
              <p:cNvCxnSpPr/>
              <p:nvPr/>
            </p:nvCxnSpPr>
            <p:spPr>
              <a:xfrm flipV="1">
                <a:off x="9273886" y="1030922"/>
                <a:ext cx="120988" cy="108723"/>
              </a:xfrm>
              <a:prstGeom prst="line">
                <a:avLst/>
              </a:prstGeom>
              <a:noFill/>
              <a:ln w="38100" cap="flat" cmpd="sng" algn="ctr">
                <a:solidFill>
                  <a:srgbClr val="41719C"/>
                </a:solidFill>
                <a:prstDash val="solid"/>
                <a:miter lim="800000"/>
              </a:ln>
              <a:effectLst/>
            </p:spPr>
          </p:cxnSp>
          <p:cxnSp>
            <p:nvCxnSpPr>
              <p:cNvPr id="743" name="直接连接符 742"/>
              <p:cNvCxnSpPr/>
              <p:nvPr/>
            </p:nvCxnSpPr>
            <p:spPr>
              <a:xfrm flipV="1">
                <a:off x="9484625" y="1030922"/>
                <a:ext cx="120988" cy="108723"/>
              </a:xfrm>
              <a:prstGeom prst="line">
                <a:avLst/>
              </a:prstGeom>
              <a:noFill/>
              <a:ln w="38100" cap="flat" cmpd="sng" algn="ctr">
                <a:solidFill>
                  <a:srgbClr val="41719C"/>
                </a:solidFill>
                <a:prstDash val="solid"/>
                <a:miter lim="800000"/>
              </a:ln>
              <a:effectLst/>
            </p:spPr>
          </p:cxnSp>
          <p:sp>
            <p:nvSpPr>
              <p:cNvPr id="744" name="任意多边形 743"/>
              <p:cNvSpPr/>
              <p:nvPr/>
            </p:nvSpPr>
            <p:spPr>
              <a:xfrm>
                <a:off x="8596197" y="1989661"/>
                <a:ext cx="211135" cy="189771"/>
              </a:xfrm>
              <a:custGeom>
                <a:avLst/>
                <a:gdLst>
                  <a:gd name="connisteX0" fmla="*/ 445135 w 445135"/>
                  <a:gd name="connsiteY0" fmla="*/ 0 h 408305"/>
                  <a:gd name="connisteX1" fmla="*/ 317500 w 445135"/>
                  <a:gd name="connsiteY1" fmla="*/ 323215 h 408305"/>
                  <a:gd name="connisteX2" fmla="*/ 0 w 445135"/>
                  <a:gd name="connsiteY2" fmla="*/ 408305 h 408305"/>
                </a:gdLst>
                <a:ahLst/>
                <a:cxnLst>
                  <a:cxn ang="0">
                    <a:pos x="connisteX0" y="connsiteY0"/>
                  </a:cxn>
                  <a:cxn ang="0">
                    <a:pos x="connisteX1" y="connsiteY1"/>
                  </a:cxn>
                  <a:cxn ang="0">
                    <a:pos x="connisteX2" y="connsiteY2"/>
                  </a:cxn>
                </a:cxnLst>
                <a:rect l="l" t="t" r="r" b="b"/>
                <a:pathLst>
                  <a:path w="445135" h="408305">
                    <a:moveTo>
                      <a:pt x="445135" y="0"/>
                    </a:moveTo>
                    <a:cubicBezTo>
                      <a:pt x="426085" y="62865"/>
                      <a:pt x="406400" y="241300"/>
                      <a:pt x="317500" y="323215"/>
                    </a:cubicBezTo>
                    <a:cubicBezTo>
                      <a:pt x="228600" y="405130"/>
                      <a:pt x="60960" y="397510"/>
                      <a:pt x="0" y="408305"/>
                    </a:cubicBezTo>
                  </a:path>
                </a:pathLst>
              </a:custGeom>
              <a:noFill/>
              <a:ln w="38100" cap="flat" cmpd="sng" algn="ctr">
                <a:solidFill>
                  <a:srgbClr val="00B050"/>
                </a:solidFill>
                <a:prstDash val="solid"/>
                <a:miter lim="800000"/>
                <a:headEnd type="none"/>
                <a:tailEnd type="triangle" w="med" len="med"/>
              </a:ln>
              <a:effec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sp>
            <p:nvSpPr>
              <p:cNvPr id="745" name="任意多边形 744"/>
              <p:cNvSpPr/>
              <p:nvPr/>
            </p:nvSpPr>
            <p:spPr>
              <a:xfrm flipH="1">
                <a:off x="9042981" y="1999940"/>
                <a:ext cx="211135" cy="189771"/>
              </a:xfrm>
              <a:custGeom>
                <a:avLst/>
                <a:gdLst>
                  <a:gd name="connisteX0" fmla="*/ 445135 w 445135"/>
                  <a:gd name="connsiteY0" fmla="*/ 0 h 408305"/>
                  <a:gd name="connisteX1" fmla="*/ 317500 w 445135"/>
                  <a:gd name="connsiteY1" fmla="*/ 323215 h 408305"/>
                  <a:gd name="connisteX2" fmla="*/ 0 w 445135"/>
                  <a:gd name="connsiteY2" fmla="*/ 408305 h 408305"/>
                </a:gdLst>
                <a:ahLst/>
                <a:cxnLst>
                  <a:cxn ang="0">
                    <a:pos x="connisteX0" y="connsiteY0"/>
                  </a:cxn>
                  <a:cxn ang="0">
                    <a:pos x="connisteX1" y="connsiteY1"/>
                  </a:cxn>
                  <a:cxn ang="0">
                    <a:pos x="connisteX2" y="connsiteY2"/>
                  </a:cxn>
                </a:cxnLst>
                <a:rect l="l" t="t" r="r" b="b"/>
                <a:pathLst>
                  <a:path w="445135" h="408305">
                    <a:moveTo>
                      <a:pt x="445135" y="0"/>
                    </a:moveTo>
                    <a:cubicBezTo>
                      <a:pt x="426085" y="62865"/>
                      <a:pt x="406400" y="241300"/>
                      <a:pt x="317500" y="323215"/>
                    </a:cubicBezTo>
                    <a:cubicBezTo>
                      <a:pt x="228600" y="405130"/>
                      <a:pt x="60960" y="397510"/>
                      <a:pt x="0" y="408305"/>
                    </a:cubicBezTo>
                  </a:path>
                </a:pathLst>
              </a:custGeom>
              <a:noFill/>
              <a:ln w="38100" cap="flat" cmpd="sng" algn="ctr">
                <a:solidFill>
                  <a:srgbClr val="FFC000"/>
                </a:solidFill>
                <a:prstDash val="solid"/>
                <a:miter lim="800000"/>
                <a:headEnd type="none"/>
                <a:tailEnd type="triangle" w="med" len="med"/>
              </a:ln>
              <a:effec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grpSp>
        <p:cxnSp>
          <p:nvCxnSpPr>
            <p:cNvPr id="727" name="直接箭头连接符 726"/>
            <p:cNvCxnSpPr/>
            <p:nvPr/>
          </p:nvCxnSpPr>
          <p:spPr>
            <a:xfrm flipH="1">
              <a:off x="8923377" y="2010219"/>
              <a:ext cx="3558" cy="331704"/>
            </a:xfrm>
            <a:prstGeom prst="straightConnector1">
              <a:avLst/>
            </a:prstGeom>
            <a:noFill/>
            <a:ln w="38100" cap="flat" cmpd="sng" algn="ctr">
              <a:solidFill>
                <a:srgbClr val="FFC000"/>
              </a:solidFill>
              <a:prstDash val="solid"/>
              <a:miter lim="800000"/>
              <a:headEnd type="none"/>
              <a:tailEnd type="triangle" w="med" len="med"/>
            </a:ln>
            <a:effectLst/>
          </p:spPr>
        </p:cxnSp>
        <p:sp>
          <p:nvSpPr>
            <p:cNvPr id="728" name="文本框 727"/>
            <p:cNvSpPr txBox="1"/>
            <p:nvPr/>
          </p:nvSpPr>
          <p:spPr>
            <a:xfrm>
              <a:off x="7334495" y="2042321"/>
              <a:ext cx="1345143" cy="387242"/>
            </a:xfrm>
            <a:prstGeom prst="rect">
              <a:avLst/>
            </a:prstGeom>
            <a:noFill/>
          </p:spPr>
          <p:txBody>
            <a:bodyPr wrap="square" rtlCol="0">
              <a:spAutoFit/>
            </a:bodyPr>
            <a:lstStyle/>
            <a:p>
              <a:pPr>
                <a:lnSpc>
                  <a:spcPct val="110000"/>
                </a:lnSpc>
              </a:pPr>
              <a:r>
                <a:rPr lang="zh-CN" altLang="en-US" sz="1000" dirty="0">
                  <a:latin typeface="宋体" panose="02010600030101010101" pitchFamily="2" charset="-122"/>
                  <a:sym typeface="+mn-ea"/>
                </a:rPr>
                <a:t>垂直左泊出</a:t>
              </a:r>
            </a:p>
          </p:txBody>
        </p:sp>
        <p:sp>
          <p:nvSpPr>
            <p:cNvPr id="729" name="文本框 728"/>
            <p:cNvSpPr txBox="1"/>
            <p:nvPr/>
          </p:nvSpPr>
          <p:spPr>
            <a:xfrm>
              <a:off x="9185206" y="2042321"/>
              <a:ext cx="1427152" cy="387242"/>
            </a:xfrm>
            <a:prstGeom prst="rect">
              <a:avLst/>
            </a:prstGeom>
            <a:noFill/>
          </p:spPr>
          <p:txBody>
            <a:bodyPr wrap="square" rtlCol="0">
              <a:spAutoFit/>
            </a:bodyPr>
            <a:lstStyle/>
            <a:p>
              <a:pPr>
                <a:lnSpc>
                  <a:spcPct val="110000"/>
                </a:lnSpc>
              </a:pPr>
              <a:r>
                <a:rPr lang="zh-CN" altLang="en-US" sz="1000" dirty="0">
                  <a:latin typeface="宋体" panose="02010600030101010101" pitchFamily="2" charset="-122"/>
                  <a:sym typeface="+mn-ea"/>
                </a:rPr>
                <a:t>垂直右泊出</a:t>
              </a:r>
            </a:p>
          </p:txBody>
        </p:sp>
        <p:sp>
          <p:nvSpPr>
            <p:cNvPr id="730" name="文本框 729"/>
            <p:cNvSpPr txBox="1"/>
            <p:nvPr/>
          </p:nvSpPr>
          <p:spPr>
            <a:xfrm>
              <a:off x="8251155" y="2315141"/>
              <a:ext cx="1813710" cy="387242"/>
            </a:xfrm>
            <a:prstGeom prst="rect">
              <a:avLst/>
            </a:prstGeom>
            <a:noFill/>
          </p:spPr>
          <p:txBody>
            <a:bodyPr wrap="square" rtlCol="0">
              <a:spAutoFit/>
            </a:bodyPr>
            <a:lstStyle/>
            <a:p>
              <a:pPr>
                <a:lnSpc>
                  <a:spcPct val="110000"/>
                </a:lnSpc>
              </a:pPr>
              <a:r>
                <a:rPr lang="zh-CN" altLang="en-US" sz="1000" dirty="0">
                  <a:latin typeface="宋体" panose="02010600030101010101" pitchFamily="2" charset="-122"/>
                  <a:sym typeface="+mn-ea"/>
                </a:rPr>
                <a:t>垂直正向直出</a:t>
              </a:r>
            </a:p>
          </p:txBody>
        </p:sp>
        <p:sp>
          <p:nvSpPr>
            <p:cNvPr id="731" name="文本框 730"/>
            <p:cNvSpPr txBox="1"/>
            <p:nvPr/>
          </p:nvSpPr>
          <p:spPr>
            <a:xfrm>
              <a:off x="7800732" y="2649783"/>
              <a:ext cx="2410310" cy="387242"/>
            </a:xfrm>
            <a:prstGeom prst="rect">
              <a:avLst/>
            </a:prstGeom>
            <a:noFill/>
          </p:spPr>
          <p:txBody>
            <a:bodyPr wrap="square" rtlCol="0">
              <a:spAutoFit/>
            </a:bodyPr>
            <a:lstStyle/>
            <a:p>
              <a:pPr>
                <a:lnSpc>
                  <a:spcPct val="110000"/>
                </a:lnSpc>
              </a:pPr>
              <a:r>
                <a:rPr lang="zh-CN" altLang="en-US" sz="1000" dirty="0">
                  <a:latin typeface="宋体" panose="02010600030101010101" pitchFamily="2" charset="-122"/>
                  <a:sym typeface="+mn-ea"/>
                </a:rPr>
                <a:t>车尾朝外的垂直车位</a:t>
              </a:r>
            </a:p>
          </p:txBody>
        </p:sp>
      </p:grpSp>
      <p:pic>
        <p:nvPicPr>
          <p:cNvPr id="746" name="图片 745"/>
          <p:cNvPicPr>
            <a:picLocks noChangeAspect="1"/>
          </p:cNvPicPr>
          <p:nvPr/>
        </p:nvPicPr>
        <p:blipFill>
          <a:blip r:embed="rId5"/>
          <a:stretch>
            <a:fillRect/>
          </a:stretch>
        </p:blipFill>
        <p:spPr>
          <a:xfrm>
            <a:off x="793960" y="1103320"/>
            <a:ext cx="1545104" cy="2180900"/>
          </a:xfrm>
          <a:prstGeom prst="rect">
            <a:avLst/>
          </a:prstGeom>
        </p:spPr>
      </p:pic>
      <p:sp>
        <p:nvSpPr>
          <p:cNvPr id="747" name="文本框 746"/>
          <p:cNvSpPr txBox="1"/>
          <p:nvPr/>
        </p:nvSpPr>
        <p:spPr>
          <a:xfrm>
            <a:off x="428623" y="3312733"/>
            <a:ext cx="2258875" cy="1514261"/>
          </a:xfrm>
          <a:prstGeom prst="rect">
            <a:avLst/>
          </a:prstGeom>
          <a:noFill/>
        </p:spPr>
        <p:txBody>
          <a:bodyPr wrap="square" rtlCol="0">
            <a:spAutoFit/>
          </a:bodyPr>
          <a:lstStyle/>
          <a:p>
            <a:pPr>
              <a:lnSpc>
                <a:spcPct val="110000"/>
              </a:lnSpc>
            </a:pPr>
            <a:r>
              <a:rPr lang="en-US" altLang="zh-CN" sz="1050" dirty="0">
                <a:latin typeface="宋体" panose="02010600030101010101" pitchFamily="2" charset="-122"/>
                <a:sym typeface="+mn-ea"/>
              </a:rPr>
              <a:t>8</a:t>
            </a:r>
            <a:r>
              <a:rPr lang="zh-CN" altLang="en-US" sz="1050" dirty="0">
                <a:latin typeface="宋体" panose="02010600030101010101" pitchFamily="2" charset="-122"/>
                <a:sym typeface="+mn-ea"/>
              </a:rPr>
              <a:t>个方向智能泊出</a:t>
            </a:r>
            <a:endParaRPr lang="en-US" altLang="zh-CN" sz="1050" dirty="0">
              <a:latin typeface="宋体" panose="02010600030101010101" pitchFamily="2" charset="-122"/>
              <a:sym typeface="+mn-ea"/>
            </a:endParaRPr>
          </a:p>
          <a:p>
            <a:pPr marL="285721" indent="-285721">
              <a:lnSpc>
                <a:spcPct val="110000"/>
              </a:lnSpc>
              <a:buFont typeface="Wingdings" panose="05000000000000000000" pitchFamily="2" charset="2"/>
              <a:buChar char="p"/>
            </a:pPr>
            <a:r>
              <a:rPr lang="zh-CN" altLang="en-US" sz="1050" dirty="0">
                <a:latin typeface="宋体" panose="02010600030101010101" pitchFamily="2" charset="-122"/>
                <a:sym typeface="+mn-ea"/>
              </a:rPr>
              <a:t>所有车位泊出类型均有一个推荐泊出方向，不可泊出方向不显示；</a:t>
            </a:r>
            <a:endParaRPr lang="en-US" altLang="zh-CN" sz="1050" dirty="0">
              <a:latin typeface="宋体" panose="02010600030101010101" pitchFamily="2" charset="-122"/>
              <a:sym typeface="+mn-ea"/>
            </a:endParaRPr>
          </a:p>
          <a:p>
            <a:pPr marL="285721" indent="-285721">
              <a:lnSpc>
                <a:spcPct val="110000"/>
              </a:lnSpc>
              <a:buFont typeface="Wingdings" panose="05000000000000000000" pitchFamily="2" charset="2"/>
              <a:buChar char="p"/>
            </a:pPr>
            <a:r>
              <a:rPr lang="zh-CN" altLang="en-US" sz="1050" dirty="0">
                <a:latin typeface="宋体" panose="02010600030101010101" pitchFamily="2" charset="-122"/>
                <a:sym typeface="+mn-ea"/>
              </a:rPr>
              <a:t>车辆记忆上次泊入方向，泊出时推荐原泊入方向泊出（高亮（绿色）显示）；</a:t>
            </a:r>
            <a:endParaRPr lang="en-US" altLang="zh-CN" sz="1050" dirty="0">
              <a:latin typeface="宋体" panose="02010600030101010101" pitchFamily="2" charset="-122"/>
              <a:sym typeface="+mn-ea"/>
            </a:endParaRPr>
          </a:p>
          <a:p>
            <a:pPr marL="285721" indent="-285721">
              <a:lnSpc>
                <a:spcPct val="110000"/>
              </a:lnSpc>
              <a:buFont typeface="Wingdings" panose="05000000000000000000" pitchFamily="2" charset="2"/>
              <a:buChar char="p"/>
            </a:pPr>
            <a:r>
              <a:rPr lang="zh-CN" altLang="en-US" sz="1050" dirty="0">
                <a:latin typeface="宋体" panose="02010600030101010101" pitchFamily="2" charset="-122"/>
                <a:sym typeface="+mn-ea"/>
              </a:rPr>
              <a:t>用户可以点选其它泊出方向。</a:t>
            </a:r>
          </a:p>
        </p:txBody>
      </p:sp>
      <p:grpSp>
        <p:nvGrpSpPr>
          <p:cNvPr id="748" name="组合 747"/>
          <p:cNvGrpSpPr>
            <a:grpSpLocks noChangeAspect="1"/>
          </p:cNvGrpSpPr>
          <p:nvPr/>
        </p:nvGrpSpPr>
        <p:grpSpPr>
          <a:xfrm>
            <a:off x="3391412" y="3956093"/>
            <a:ext cx="1268104" cy="463416"/>
            <a:chOff x="1457" y="5634"/>
            <a:chExt cx="5946" cy="2173"/>
          </a:xfrm>
        </p:grpSpPr>
        <p:sp>
          <p:nvSpPr>
            <p:cNvPr id="749" name="矩形 748"/>
            <p:cNvSpPr/>
            <p:nvPr/>
          </p:nvSpPr>
          <p:spPr>
            <a:xfrm rot="5400000">
              <a:off x="3802" y="5700"/>
              <a:ext cx="1255" cy="1982"/>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sp>
          <p:nvSpPr>
            <p:cNvPr id="750" name="矩形 749"/>
            <p:cNvSpPr/>
            <p:nvPr/>
          </p:nvSpPr>
          <p:spPr>
            <a:xfrm rot="5400000">
              <a:off x="5784" y="5700"/>
              <a:ext cx="1255" cy="1982"/>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sp>
          <p:nvSpPr>
            <p:cNvPr id="751" name="矩形 750"/>
            <p:cNvSpPr/>
            <p:nvPr/>
          </p:nvSpPr>
          <p:spPr>
            <a:xfrm rot="5400000">
              <a:off x="1820" y="5700"/>
              <a:ext cx="1255" cy="1982"/>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pic>
          <p:nvPicPr>
            <p:cNvPr id="752" name="图片 751"/>
            <p:cNvPicPr>
              <a:picLocks noChangeAspect="1"/>
            </p:cNvPicPr>
            <p:nvPr/>
          </p:nvPicPr>
          <p:blipFill>
            <a:blip r:embed="rId4"/>
            <a:srcRect l="8936" t="15826" r="65159" b="27365"/>
            <a:stretch>
              <a:fillRect/>
            </a:stretch>
          </p:blipFill>
          <p:spPr>
            <a:xfrm rot="5400000">
              <a:off x="4007" y="5803"/>
              <a:ext cx="844" cy="1778"/>
            </a:xfrm>
            <a:prstGeom prst="rect">
              <a:avLst/>
            </a:prstGeom>
            <a:effectLst>
              <a:softEdge rad="31750"/>
            </a:effectLst>
          </p:spPr>
        </p:pic>
        <p:cxnSp>
          <p:nvCxnSpPr>
            <p:cNvPr id="753" name="直接连接符 752"/>
            <p:cNvCxnSpPr/>
            <p:nvPr/>
          </p:nvCxnSpPr>
          <p:spPr>
            <a:xfrm>
              <a:off x="1457" y="5909"/>
              <a:ext cx="5911" cy="0"/>
            </a:xfrm>
            <a:prstGeom prst="line">
              <a:avLst/>
            </a:prstGeom>
            <a:noFill/>
            <a:ln w="38100" cap="flat" cmpd="sng" algn="ctr">
              <a:solidFill>
                <a:srgbClr val="41719C"/>
              </a:solidFill>
              <a:prstDash val="solid"/>
              <a:miter lim="800000"/>
            </a:ln>
            <a:effectLst/>
          </p:spPr>
        </p:cxnSp>
        <p:cxnSp>
          <p:nvCxnSpPr>
            <p:cNvPr id="754" name="直接连接符 753"/>
            <p:cNvCxnSpPr/>
            <p:nvPr/>
          </p:nvCxnSpPr>
          <p:spPr>
            <a:xfrm flipV="1">
              <a:off x="1570" y="5634"/>
              <a:ext cx="306" cy="275"/>
            </a:xfrm>
            <a:prstGeom prst="line">
              <a:avLst/>
            </a:prstGeom>
            <a:noFill/>
            <a:ln w="38100" cap="flat" cmpd="sng" algn="ctr">
              <a:solidFill>
                <a:srgbClr val="41719C"/>
              </a:solidFill>
              <a:prstDash val="solid"/>
              <a:miter lim="800000"/>
            </a:ln>
            <a:effectLst/>
          </p:spPr>
        </p:cxnSp>
        <p:cxnSp>
          <p:nvCxnSpPr>
            <p:cNvPr id="755" name="直接连接符 754"/>
            <p:cNvCxnSpPr/>
            <p:nvPr/>
          </p:nvCxnSpPr>
          <p:spPr>
            <a:xfrm flipV="1">
              <a:off x="2103" y="5634"/>
              <a:ext cx="306" cy="275"/>
            </a:xfrm>
            <a:prstGeom prst="line">
              <a:avLst/>
            </a:prstGeom>
            <a:noFill/>
            <a:ln w="38100" cap="flat" cmpd="sng" algn="ctr">
              <a:solidFill>
                <a:srgbClr val="41719C"/>
              </a:solidFill>
              <a:prstDash val="solid"/>
              <a:miter lim="800000"/>
            </a:ln>
            <a:effectLst/>
          </p:spPr>
        </p:cxnSp>
        <p:cxnSp>
          <p:nvCxnSpPr>
            <p:cNvPr id="756" name="直接连接符 755"/>
            <p:cNvCxnSpPr/>
            <p:nvPr/>
          </p:nvCxnSpPr>
          <p:spPr>
            <a:xfrm flipV="1">
              <a:off x="2636" y="5634"/>
              <a:ext cx="306" cy="275"/>
            </a:xfrm>
            <a:prstGeom prst="line">
              <a:avLst/>
            </a:prstGeom>
            <a:noFill/>
            <a:ln w="38100" cap="flat" cmpd="sng" algn="ctr">
              <a:solidFill>
                <a:srgbClr val="41719C"/>
              </a:solidFill>
              <a:prstDash val="solid"/>
              <a:miter lim="800000"/>
            </a:ln>
            <a:effectLst/>
          </p:spPr>
        </p:cxnSp>
        <p:cxnSp>
          <p:nvCxnSpPr>
            <p:cNvPr id="757" name="直接连接符 756"/>
            <p:cNvCxnSpPr/>
            <p:nvPr/>
          </p:nvCxnSpPr>
          <p:spPr>
            <a:xfrm flipV="1">
              <a:off x="3169" y="5634"/>
              <a:ext cx="306" cy="275"/>
            </a:xfrm>
            <a:prstGeom prst="line">
              <a:avLst/>
            </a:prstGeom>
            <a:noFill/>
            <a:ln w="38100" cap="flat" cmpd="sng" algn="ctr">
              <a:solidFill>
                <a:srgbClr val="41719C"/>
              </a:solidFill>
              <a:prstDash val="solid"/>
              <a:miter lim="800000"/>
            </a:ln>
            <a:effectLst/>
          </p:spPr>
        </p:cxnSp>
        <p:cxnSp>
          <p:nvCxnSpPr>
            <p:cNvPr id="758" name="直接连接符 757"/>
            <p:cNvCxnSpPr/>
            <p:nvPr/>
          </p:nvCxnSpPr>
          <p:spPr>
            <a:xfrm flipV="1">
              <a:off x="3702" y="5634"/>
              <a:ext cx="306" cy="275"/>
            </a:xfrm>
            <a:prstGeom prst="line">
              <a:avLst/>
            </a:prstGeom>
            <a:noFill/>
            <a:ln w="38100" cap="flat" cmpd="sng" algn="ctr">
              <a:solidFill>
                <a:srgbClr val="41719C"/>
              </a:solidFill>
              <a:prstDash val="solid"/>
              <a:miter lim="800000"/>
            </a:ln>
            <a:effectLst/>
          </p:spPr>
        </p:cxnSp>
        <p:cxnSp>
          <p:nvCxnSpPr>
            <p:cNvPr id="759" name="直接连接符 758"/>
            <p:cNvCxnSpPr/>
            <p:nvPr/>
          </p:nvCxnSpPr>
          <p:spPr>
            <a:xfrm flipV="1">
              <a:off x="4235" y="5634"/>
              <a:ext cx="306" cy="275"/>
            </a:xfrm>
            <a:prstGeom prst="line">
              <a:avLst/>
            </a:prstGeom>
            <a:noFill/>
            <a:ln w="38100" cap="flat" cmpd="sng" algn="ctr">
              <a:solidFill>
                <a:srgbClr val="41719C"/>
              </a:solidFill>
              <a:prstDash val="solid"/>
              <a:miter lim="800000"/>
            </a:ln>
            <a:effectLst/>
          </p:spPr>
        </p:cxnSp>
        <p:cxnSp>
          <p:nvCxnSpPr>
            <p:cNvPr id="760" name="直接连接符 759"/>
            <p:cNvCxnSpPr/>
            <p:nvPr/>
          </p:nvCxnSpPr>
          <p:spPr>
            <a:xfrm flipV="1">
              <a:off x="4768" y="5634"/>
              <a:ext cx="306" cy="275"/>
            </a:xfrm>
            <a:prstGeom prst="line">
              <a:avLst/>
            </a:prstGeom>
            <a:noFill/>
            <a:ln w="38100" cap="flat" cmpd="sng" algn="ctr">
              <a:solidFill>
                <a:srgbClr val="41719C"/>
              </a:solidFill>
              <a:prstDash val="solid"/>
              <a:miter lim="800000"/>
            </a:ln>
            <a:effectLst/>
          </p:spPr>
        </p:cxnSp>
        <p:cxnSp>
          <p:nvCxnSpPr>
            <p:cNvPr id="761" name="直接连接符 760"/>
            <p:cNvCxnSpPr/>
            <p:nvPr/>
          </p:nvCxnSpPr>
          <p:spPr>
            <a:xfrm flipV="1">
              <a:off x="5254" y="5634"/>
              <a:ext cx="306" cy="275"/>
            </a:xfrm>
            <a:prstGeom prst="line">
              <a:avLst/>
            </a:prstGeom>
            <a:noFill/>
            <a:ln w="38100" cap="flat" cmpd="sng" algn="ctr">
              <a:solidFill>
                <a:srgbClr val="41719C"/>
              </a:solidFill>
              <a:prstDash val="solid"/>
              <a:miter lim="800000"/>
            </a:ln>
            <a:effectLst/>
          </p:spPr>
        </p:cxnSp>
        <p:cxnSp>
          <p:nvCxnSpPr>
            <p:cNvPr id="762" name="直接连接符 761"/>
            <p:cNvCxnSpPr/>
            <p:nvPr/>
          </p:nvCxnSpPr>
          <p:spPr>
            <a:xfrm flipV="1">
              <a:off x="5787" y="5634"/>
              <a:ext cx="306" cy="275"/>
            </a:xfrm>
            <a:prstGeom prst="line">
              <a:avLst/>
            </a:prstGeom>
            <a:noFill/>
            <a:ln w="38100" cap="flat" cmpd="sng" algn="ctr">
              <a:solidFill>
                <a:srgbClr val="41719C"/>
              </a:solidFill>
              <a:prstDash val="solid"/>
              <a:miter lim="800000"/>
            </a:ln>
            <a:effectLst/>
          </p:spPr>
        </p:cxnSp>
        <p:cxnSp>
          <p:nvCxnSpPr>
            <p:cNvPr id="763" name="直接连接符 762"/>
            <p:cNvCxnSpPr/>
            <p:nvPr/>
          </p:nvCxnSpPr>
          <p:spPr>
            <a:xfrm flipV="1">
              <a:off x="6320" y="5634"/>
              <a:ext cx="306" cy="275"/>
            </a:xfrm>
            <a:prstGeom prst="line">
              <a:avLst/>
            </a:prstGeom>
            <a:noFill/>
            <a:ln w="38100" cap="flat" cmpd="sng" algn="ctr">
              <a:solidFill>
                <a:srgbClr val="41719C"/>
              </a:solidFill>
              <a:prstDash val="solid"/>
              <a:miter lim="800000"/>
            </a:ln>
            <a:effectLst/>
          </p:spPr>
        </p:cxnSp>
        <p:cxnSp>
          <p:nvCxnSpPr>
            <p:cNvPr id="764" name="直接连接符 763"/>
            <p:cNvCxnSpPr/>
            <p:nvPr/>
          </p:nvCxnSpPr>
          <p:spPr>
            <a:xfrm flipV="1">
              <a:off x="6853" y="5634"/>
              <a:ext cx="306" cy="275"/>
            </a:xfrm>
            <a:prstGeom prst="line">
              <a:avLst/>
            </a:prstGeom>
            <a:noFill/>
            <a:ln w="38100" cap="flat" cmpd="sng" algn="ctr">
              <a:solidFill>
                <a:srgbClr val="41719C"/>
              </a:solidFill>
              <a:prstDash val="solid"/>
              <a:miter lim="800000"/>
            </a:ln>
            <a:effectLst/>
          </p:spPr>
        </p:cxnSp>
        <p:sp>
          <p:nvSpPr>
            <p:cNvPr id="765" name="任意多边形 764"/>
            <p:cNvSpPr/>
            <p:nvPr/>
          </p:nvSpPr>
          <p:spPr>
            <a:xfrm>
              <a:off x="2814" y="7459"/>
              <a:ext cx="1432" cy="348"/>
            </a:xfrm>
            <a:custGeom>
              <a:avLst/>
              <a:gdLst>
                <a:gd name="connisteX0" fmla="*/ 445135 w 445135"/>
                <a:gd name="connsiteY0" fmla="*/ 0 h 408305"/>
                <a:gd name="connisteX1" fmla="*/ 317500 w 445135"/>
                <a:gd name="connsiteY1" fmla="*/ 323215 h 408305"/>
                <a:gd name="connisteX2" fmla="*/ 0 w 445135"/>
                <a:gd name="connsiteY2" fmla="*/ 408305 h 408305"/>
              </a:gdLst>
              <a:ahLst/>
              <a:cxnLst>
                <a:cxn ang="0">
                  <a:pos x="connisteX0" y="connsiteY0"/>
                </a:cxn>
                <a:cxn ang="0">
                  <a:pos x="connisteX1" y="connsiteY1"/>
                </a:cxn>
                <a:cxn ang="0">
                  <a:pos x="connisteX2" y="connsiteY2"/>
                </a:cxn>
              </a:cxnLst>
              <a:rect l="l" t="t" r="r" b="b"/>
              <a:pathLst>
                <a:path w="445135" h="408305">
                  <a:moveTo>
                    <a:pt x="445135" y="0"/>
                  </a:moveTo>
                  <a:cubicBezTo>
                    <a:pt x="426085" y="62865"/>
                    <a:pt x="406400" y="241300"/>
                    <a:pt x="317500" y="323215"/>
                  </a:cubicBezTo>
                  <a:cubicBezTo>
                    <a:pt x="228600" y="405130"/>
                    <a:pt x="60960" y="397510"/>
                    <a:pt x="0" y="408305"/>
                  </a:cubicBezTo>
                </a:path>
              </a:pathLst>
            </a:custGeom>
            <a:noFill/>
            <a:ln w="38100" cap="flat" cmpd="sng" algn="ctr">
              <a:solidFill>
                <a:srgbClr val="00B050"/>
              </a:solidFill>
              <a:prstDash val="solid"/>
              <a:miter lim="800000"/>
              <a:headEnd type="none"/>
              <a:tailEnd type="triangle" w="med" len="med"/>
            </a:ln>
            <a:effec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grpSp>
      <p:grpSp>
        <p:nvGrpSpPr>
          <p:cNvPr id="766" name="组合 765"/>
          <p:cNvGrpSpPr>
            <a:grpSpLocks noChangeAspect="1"/>
          </p:cNvGrpSpPr>
          <p:nvPr/>
        </p:nvGrpSpPr>
        <p:grpSpPr>
          <a:xfrm>
            <a:off x="4818290" y="3945790"/>
            <a:ext cx="1222072" cy="446594"/>
            <a:chOff x="1456" y="5634"/>
            <a:chExt cx="5946" cy="2173"/>
          </a:xfrm>
        </p:grpSpPr>
        <p:sp>
          <p:nvSpPr>
            <p:cNvPr id="767" name="矩形 766"/>
            <p:cNvSpPr/>
            <p:nvPr/>
          </p:nvSpPr>
          <p:spPr>
            <a:xfrm rot="5400000">
              <a:off x="3802" y="5700"/>
              <a:ext cx="1255" cy="1982"/>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sp>
          <p:nvSpPr>
            <p:cNvPr id="768" name="矩形 767"/>
            <p:cNvSpPr/>
            <p:nvPr/>
          </p:nvSpPr>
          <p:spPr>
            <a:xfrm rot="5400000">
              <a:off x="5784" y="5700"/>
              <a:ext cx="1255" cy="1982"/>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sp>
          <p:nvSpPr>
            <p:cNvPr id="769" name="矩形 768"/>
            <p:cNvSpPr/>
            <p:nvPr/>
          </p:nvSpPr>
          <p:spPr>
            <a:xfrm rot="5400000">
              <a:off x="1820" y="5700"/>
              <a:ext cx="1255" cy="1982"/>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pic>
          <p:nvPicPr>
            <p:cNvPr id="770" name="图片 769"/>
            <p:cNvPicPr>
              <a:picLocks noChangeAspect="1"/>
            </p:cNvPicPr>
            <p:nvPr/>
          </p:nvPicPr>
          <p:blipFill>
            <a:blip r:embed="rId4"/>
            <a:srcRect l="8936" t="15826" r="65159" b="27365"/>
            <a:stretch>
              <a:fillRect/>
            </a:stretch>
          </p:blipFill>
          <p:spPr>
            <a:xfrm rot="16200000">
              <a:off x="4007" y="5803"/>
              <a:ext cx="844" cy="1778"/>
            </a:xfrm>
            <a:prstGeom prst="rect">
              <a:avLst/>
            </a:prstGeom>
            <a:effectLst>
              <a:softEdge rad="31750"/>
            </a:effectLst>
          </p:spPr>
        </p:pic>
        <p:cxnSp>
          <p:nvCxnSpPr>
            <p:cNvPr id="771" name="直接连接符 770"/>
            <p:cNvCxnSpPr/>
            <p:nvPr/>
          </p:nvCxnSpPr>
          <p:spPr>
            <a:xfrm>
              <a:off x="1457" y="5909"/>
              <a:ext cx="5911" cy="0"/>
            </a:xfrm>
            <a:prstGeom prst="line">
              <a:avLst/>
            </a:prstGeom>
            <a:noFill/>
            <a:ln w="38100" cap="flat" cmpd="sng" algn="ctr">
              <a:solidFill>
                <a:srgbClr val="41719C"/>
              </a:solidFill>
              <a:prstDash val="solid"/>
              <a:miter lim="800000"/>
            </a:ln>
            <a:effectLst/>
          </p:spPr>
        </p:cxnSp>
        <p:cxnSp>
          <p:nvCxnSpPr>
            <p:cNvPr id="772" name="直接连接符 771"/>
            <p:cNvCxnSpPr/>
            <p:nvPr/>
          </p:nvCxnSpPr>
          <p:spPr>
            <a:xfrm flipV="1">
              <a:off x="1570" y="5634"/>
              <a:ext cx="306" cy="275"/>
            </a:xfrm>
            <a:prstGeom prst="line">
              <a:avLst/>
            </a:prstGeom>
            <a:noFill/>
            <a:ln w="38100" cap="flat" cmpd="sng" algn="ctr">
              <a:solidFill>
                <a:srgbClr val="41719C"/>
              </a:solidFill>
              <a:prstDash val="solid"/>
              <a:miter lim="800000"/>
            </a:ln>
            <a:effectLst/>
          </p:spPr>
        </p:cxnSp>
        <p:cxnSp>
          <p:nvCxnSpPr>
            <p:cNvPr id="773" name="直接连接符 772"/>
            <p:cNvCxnSpPr/>
            <p:nvPr/>
          </p:nvCxnSpPr>
          <p:spPr>
            <a:xfrm flipV="1">
              <a:off x="2103" y="5634"/>
              <a:ext cx="306" cy="275"/>
            </a:xfrm>
            <a:prstGeom prst="line">
              <a:avLst/>
            </a:prstGeom>
            <a:noFill/>
            <a:ln w="38100" cap="flat" cmpd="sng" algn="ctr">
              <a:solidFill>
                <a:srgbClr val="41719C"/>
              </a:solidFill>
              <a:prstDash val="solid"/>
              <a:miter lim="800000"/>
            </a:ln>
            <a:effectLst/>
          </p:spPr>
        </p:cxnSp>
        <p:cxnSp>
          <p:nvCxnSpPr>
            <p:cNvPr id="774" name="直接连接符 773"/>
            <p:cNvCxnSpPr/>
            <p:nvPr/>
          </p:nvCxnSpPr>
          <p:spPr>
            <a:xfrm flipV="1">
              <a:off x="2636" y="5634"/>
              <a:ext cx="306" cy="275"/>
            </a:xfrm>
            <a:prstGeom prst="line">
              <a:avLst/>
            </a:prstGeom>
            <a:noFill/>
            <a:ln w="38100" cap="flat" cmpd="sng" algn="ctr">
              <a:solidFill>
                <a:srgbClr val="41719C"/>
              </a:solidFill>
              <a:prstDash val="solid"/>
              <a:miter lim="800000"/>
            </a:ln>
            <a:effectLst/>
          </p:spPr>
        </p:cxnSp>
        <p:cxnSp>
          <p:nvCxnSpPr>
            <p:cNvPr id="775" name="直接连接符 774"/>
            <p:cNvCxnSpPr/>
            <p:nvPr/>
          </p:nvCxnSpPr>
          <p:spPr>
            <a:xfrm flipV="1">
              <a:off x="3169" y="5634"/>
              <a:ext cx="306" cy="275"/>
            </a:xfrm>
            <a:prstGeom prst="line">
              <a:avLst/>
            </a:prstGeom>
            <a:noFill/>
            <a:ln w="38100" cap="flat" cmpd="sng" algn="ctr">
              <a:solidFill>
                <a:srgbClr val="41719C"/>
              </a:solidFill>
              <a:prstDash val="solid"/>
              <a:miter lim="800000"/>
            </a:ln>
            <a:effectLst/>
          </p:spPr>
        </p:cxnSp>
        <p:cxnSp>
          <p:nvCxnSpPr>
            <p:cNvPr id="776" name="直接连接符 775"/>
            <p:cNvCxnSpPr/>
            <p:nvPr/>
          </p:nvCxnSpPr>
          <p:spPr>
            <a:xfrm flipV="1">
              <a:off x="3702" y="5634"/>
              <a:ext cx="306" cy="275"/>
            </a:xfrm>
            <a:prstGeom prst="line">
              <a:avLst/>
            </a:prstGeom>
            <a:noFill/>
            <a:ln w="38100" cap="flat" cmpd="sng" algn="ctr">
              <a:solidFill>
                <a:srgbClr val="41719C"/>
              </a:solidFill>
              <a:prstDash val="solid"/>
              <a:miter lim="800000"/>
            </a:ln>
            <a:effectLst/>
          </p:spPr>
        </p:cxnSp>
        <p:cxnSp>
          <p:nvCxnSpPr>
            <p:cNvPr id="777" name="直接连接符 776"/>
            <p:cNvCxnSpPr/>
            <p:nvPr/>
          </p:nvCxnSpPr>
          <p:spPr>
            <a:xfrm flipV="1">
              <a:off x="4235" y="5634"/>
              <a:ext cx="306" cy="275"/>
            </a:xfrm>
            <a:prstGeom prst="line">
              <a:avLst/>
            </a:prstGeom>
            <a:noFill/>
            <a:ln w="38100" cap="flat" cmpd="sng" algn="ctr">
              <a:solidFill>
                <a:srgbClr val="41719C"/>
              </a:solidFill>
              <a:prstDash val="solid"/>
              <a:miter lim="800000"/>
            </a:ln>
            <a:effectLst/>
          </p:spPr>
        </p:cxnSp>
        <p:cxnSp>
          <p:nvCxnSpPr>
            <p:cNvPr id="778" name="直接连接符 777"/>
            <p:cNvCxnSpPr/>
            <p:nvPr/>
          </p:nvCxnSpPr>
          <p:spPr>
            <a:xfrm flipV="1">
              <a:off x="4768" y="5634"/>
              <a:ext cx="306" cy="275"/>
            </a:xfrm>
            <a:prstGeom prst="line">
              <a:avLst/>
            </a:prstGeom>
            <a:noFill/>
            <a:ln w="38100" cap="flat" cmpd="sng" algn="ctr">
              <a:solidFill>
                <a:srgbClr val="41719C"/>
              </a:solidFill>
              <a:prstDash val="solid"/>
              <a:miter lim="800000"/>
            </a:ln>
            <a:effectLst/>
          </p:spPr>
        </p:cxnSp>
        <p:cxnSp>
          <p:nvCxnSpPr>
            <p:cNvPr id="779" name="直接连接符 778"/>
            <p:cNvCxnSpPr/>
            <p:nvPr/>
          </p:nvCxnSpPr>
          <p:spPr>
            <a:xfrm flipV="1">
              <a:off x="5254" y="5634"/>
              <a:ext cx="306" cy="275"/>
            </a:xfrm>
            <a:prstGeom prst="line">
              <a:avLst/>
            </a:prstGeom>
            <a:noFill/>
            <a:ln w="38100" cap="flat" cmpd="sng" algn="ctr">
              <a:solidFill>
                <a:srgbClr val="41719C"/>
              </a:solidFill>
              <a:prstDash val="solid"/>
              <a:miter lim="800000"/>
            </a:ln>
            <a:effectLst/>
          </p:spPr>
        </p:cxnSp>
        <p:cxnSp>
          <p:nvCxnSpPr>
            <p:cNvPr id="780" name="直接连接符 779"/>
            <p:cNvCxnSpPr/>
            <p:nvPr/>
          </p:nvCxnSpPr>
          <p:spPr>
            <a:xfrm flipV="1">
              <a:off x="5787" y="5634"/>
              <a:ext cx="306" cy="275"/>
            </a:xfrm>
            <a:prstGeom prst="line">
              <a:avLst/>
            </a:prstGeom>
            <a:noFill/>
            <a:ln w="38100" cap="flat" cmpd="sng" algn="ctr">
              <a:solidFill>
                <a:srgbClr val="41719C"/>
              </a:solidFill>
              <a:prstDash val="solid"/>
              <a:miter lim="800000"/>
            </a:ln>
            <a:effectLst/>
          </p:spPr>
        </p:cxnSp>
        <p:cxnSp>
          <p:nvCxnSpPr>
            <p:cNvPr id="781" name="直接连接符 780"/>
            <p:cNvCxnSpPr/>
            <p:nvPr/>
          </p:nvCxnSpPr>
          <p:spPr>
            <a:xfrm flipV="1">
              <a:off x="6320" y="5634"/>
              <a:ext cx="306" cy="275"/>
            </a:xfrm>
            <a:prstGeom prst="line">
              <a:avLst/>
            </a:prstGeom>
            <a:noFill/>
            <a:ln w="38100" cap="flat" cmpd="sng" algn="ctr">
              <a:solidFill>
                <a:srgbClr val="41719C"/>
              </a:solidFill>
              <a:prstDash val="solid"/>
              <a:miter lim="800000"/>
            </a:ln>
            <a:effectLst/>
          </p:spPr>
        </p:cxnSp>
        <p:cxnSp>
          <p:nvCxnSpPr>
            <p:cNvPr id="782" name="直接连接符 781"/>
            <p:cNvCxnSpPr/>
            <p:nvPr/>
          </p:nvCxnSpPr>
          <p:spPr>
            <a:xfrm flipV="1">
              <a:off x="6853" y="5634"/>
              <a:ext cx="306" cy="275"/>
            </a:xfrm>
            <a:prstGeom prst="line">
              <a:avLst/>
            </a:prstGeom>
            <a:noFill/>
            <a:ln w="38100" cap="flat" cmpd="sng" algn="ctr">
              <a:solidFill>
                <a:srgbClr val="41719C"/>
              </a:solidFill>
              <a:prstDash val="solid"/>
              <a:miter lim="800000"/>
            </a:ln>
            <a:effectLst/>
          </p:spPr>
        </p:cxnSp>
        <p:sp>
          <p:nvSpPr>
            <p:cNvPr id="783" name="任意多边形 782"/>
            <p:cNvSpPr/>
            <p:nvPr/>
          </p:nvSpPr>
          <p:spPr>
            <a:xfrm flipH="1">
              <a:off x="4582" y="7459"/>
              <a:ext cx="1432" cy="348"/>
            </a:xfrm>
            <a:custGeom>
              <a:avLst/>
              <a:gdLst>
                <a:gd name="connisteX0" fmla="*/ 445135 w 445135"/>
                <a:gd name="connsiteY0" fmla="*/ 0 h 408305"/>
                <a:gd name="connisteX1" fmla="*/ 317500 w 445135"/>
                <a:gd name="connsiteY1" fmla="*/ 323215 h 408305"/>
                <a:gd name="connisteX2" fmla="*/ 0 w 445135"/>
                <a:gd name="connsiteY2" fmla="*/ 408305 h 408305"/>
              </a:gdLst>
              <a:ahLst/>
              <a:cxnLst>
                <a:cxn ang="0">
                  <a:pos x="connisteX0" y="connsiteY0"/>
                </a:cxn>
                <a:cxn ang="0">
                  <a:pos x="connisteX1" y="connsiteY1"/>
                </a:cxn>
                <a:cxn ang="0">
                  <a:pos x="connisteX2" y="connsiteY2"/>
                </a:cxn>
              </a:cxnLst>
              <a:rect l="l" t="t" r="r" b="b"/>
              <a:pathLst>
                <a:path w="445135" h="408305">
                  <a:moveTo>
                    <a:pt x="445135" y="0"/>
                  </a:moveTo>
                  <a:cubicBezTo>
                    <a:pt x="426085" y="62865"/>
                    <a:pt x="406400" y="241300"/>
                    <a:pt x="317500" y="323215"/>
                  </a:cubicBezTo>
                  <a:cubicBezTo>
                    <a:pt x="228600" y="405130"/>
                    <a:pt x="60960" y="397510"/>
                    <a:pt x="0" y="408305"/>
                  </a:cubicBezTo>
                </a:path>
              </a:pathLst>
            </a:custGeom>
            <a:noFill/>
            <a:ln w="38100" cap="flat" cmpd="sng" algn="ctr">
              <a:solidFill>
                <a:srgbClr val="00B050"/>
              </a:solidFill>
              <a:prstDash val="solid"/>
              <a:miter lim="800000"/>
              <a:headEnd type="none"/>
              <a:tailEnd type="triangle" w="med" len="med"/>
            </a:ln>
            <a:effec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grpSp>
      <p:sp>
        <p:nvSpPr>
          <p:cNvPr id="784" name="文本框 783"/>
          <p:cNvSpPr txBox="1"/>
          <p:nvPr/>
        </p:nvSpPr>
        <p:spPr>
          <a:xfrm>
            <a:off x="3415512" y="4430209"/>
            <a:ext cx="1442838" cy="410177"/>
          </a:xfrm>
          <a:prstGeom prst="rect">
            <a:avLst/>
          </a:prstGeom>
          <a:noFill/>
        </p:spPr>
        <p:txBody>
          <a:bodyPr wrap="square" rtlCol="0">
            <a:spAutoFit/>
          </a:bodyPr>
          <a:lstStyle/>
          <a:p>
            <a:pPr>
              <a:lnSpc>
                <a:spcPct val="110000"/>
              </a:lnSpc>
            </a:pPr>
            <a:r>
              <a:rPr lang="zh-CN" altLang="en-US" sz="1000" dirty="0">
                <a:latin typeface="宋体" panose="02010600030101010101" pitchFamily="2" charset="-122"/>
                <a:sym typeface="+mn-ea"/>
              </a:rPr>
              <a:t>原右侧泊入，</a:t>
            </a:r>
            <a:endParaRPr lang="en-US" altLang="zh-CN" sz="1000" dirty="0">
              <a:latin typeface="宋体" panose="02010600030101010101" pitchFamily="2" charset="-122"/>
              <a:sym typeface="+mn-ea"/>
            </a:endParaRPr>
          </a:p>
          <a:p>
            <a:pPr>
              <a:lnSpc>
                <a:spcPct val="110000"/>
              </a:lnSpc>
            </a:pPr>
            <a:r>
              <a:rPr lang="zh-CN" altLang="en-US" sz="1000" dirty="0">
                <a:latin typeface="宋体" panose="02010600030101010101" pitchFamily="2" charset="-122"/>
                <a:sym typeface="+mn-ea"/>
              </a:rPr>
              <a:t>推荐左侧泊出</a:t>
            </a:r>
          </a:p>
        </p:txBody>
      </p:sp>
      <p:sp>
        <p:nvSpPr>
          <p:cNvPr id="785" name="文本框 784"/>
          <p:cNvSpPr txBox="1"/>
          <p:nvPr/>
        </p:nvSpPr>
        <p:spPr>
          <a:xfrm>
            <a:off x="4740504" y="4424424"/>
            <a:ext cx="1340973" cy="410177"/>
          </a:xfrm>
          <a:prstGeom prst="rect">
            <a:avLst/>
          </a:prstGeom>
          <a:noFill/>
        </p:spPr>
        <p:txBody>
          <a:bodyPr wrap="square" rtlCol="0">
            <a:spAutoFit/>
          </a:bodyPr>
          <a:lstStyle/>
          <a:p>
            <a:pPr>
              <a:lnSpc>
                <a:spcPct val="110000"/>
              </a:lnSpc>
            </a:pPr>
            <a:r>
              <a:rPr lang="zh-CN" altLang="en-US" sz="1000" dirty="0">
                <a:latin typeface="宋体" panose="02010600030101010101" pitchFamily="2" charset="-122"/>
                <a:sym typeface="+mn-ea"/>
              </a:rPr>
              <a:t>原左侧泊入，推荐右侧泊出</a:t>
            </a:r>
          </a:p>
        </p:txBody>
      </p:sp>
      <p:grpSp>
        <p:nvGrpSpPr>
          <p:cNvPr id="786" name="组合 785"/>
          <p:cNvGrpSpPr/>
          <p:nvPr/>
        </p:nvGrpSpPr>
        <p:grpSpPr>
          <a:xfrm>
            <a:off x="3364727" y="2472879"/>
            <a:ext cx="1072485" cy="1133921"/>
            <a:chOff x="4388972" y="3143943"/>
            <a:chExt cx="1341148" cy="1552512"/>
          </a:xfrm>
        </p:grpSpPr>
        <p:grpSp>
          <p:nvGrpSpPr>
            <p:cNvPr id="787" name="组合 786"/>
            <p:cNvGrpSpPr/>
            <p:nvPr/>
          </p:nvGrpSpPr>
          <p:grpSpPr>
            <a:xfrm>
              <a:off x="4388972" y="3143943"/>
              <a:ext cx="1341148" cy="1552512"/>
              <a:chOff x="4388972" y="3048693"/>
              <a:chExt cx="1341148" cy="1552512"/>
            </a:xfrm>
          </p:grpSpPr>
          <p:grpSp>
            <p:nvGrpSpPr>
              <p:cNvPr id="789" name="组合 788"/>
              <p:cNvGrpSpPr>
                <a:grpSpLocks noChangeAspect="1"/>
              </p:cNvGrpSpPr>
              <p:nvPr/>
            </p:nvGrpSpPr>
            <p:grpSpPr>
              <a:xfrm>
                <a:off x="4527924" y="3048693"/>
                <a:ext cx="1169569" cy="895410"/>
                <a:chOff x="11366" y="4565"/>
                <a:chExt cx="4235" cy="3242"/>
              </a:xfrm>
            </p:grpSpPr>
            <p:sp>
              <p:nvSpPr>
                <p:cNvPr id="791" name="矩形 790"/>
                <p:cNvSpPr/>
                <p:nvPr/>
              </p:nvSpPr>
              <p:spPr>
                <a:xfrm rot="1320000">
                  <a:off x="11534" y="5243"/>
                  <a:ext cx="1255" cy="1982"/>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sp>
              <p:nvSpPr>
                <p:cNvPr id="792" name="矩形 791"/>
                <p:cNvSpPr/>
                <p:nvPr/>
              </p:nvSpPr>
              <p:spPr>
                <a:xfrm rot="1320000">
                  <a:off x="12886" y="5243"/>
                  <a:ext cx="1255" cy="1982"/>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sp>
              <p:nvSpPr>
                <p:cNvPr id="793" name="矩形 792"/>
                <p:cNvSpPr/>
                <p:nvPr/>
              </p:nvSpPr>
              <p:spPr>
                <a:xfrm rot="1320000">
                  <a:off x="14238" y="5243"/>
                  <a:ext cx="1255" cy="1982"/>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pic>
              <p:nvPicPr>
                <p:cNvPr id="794" name="图片 793"/>
                <p:cNvPicPr>
                  <a:picLocks noChangeAspect="1"/>
                </p:cNvPicPr>
                <p:nvPr/>
              </p:nvPicPr>
              <p:blipFill>
                <a:blip r:embed="rId4"/>
                <a:srcRect l="8936" t="15826" r="65159" b="27365"/>
                <a:stretch>
                  <a:fillRect/>
                </a:stretch>
              </p:blipFill>
              <p:spPr>
                <a:xfrm rot="1380000">
                  <a:off x="13092" y="5345"/>
                  <a:ext cx="844" cy="1778"/>
                </a:xfrm>
                <a:prstGeom prst="rect">
                  <a:avLst/>
                </a:prstGeom>
                <a:effectLst>
                  <a:softEdge rad="31750"/>
                </a:effectLst>
              </p:spPr>
            </p:pic>
            <p:cxnSp>
              <p:nvCxnSpPr>
                <p:cNvPr id="795" name="直接连接符 794"/>
                <p:cNvCxnSpPr/>
                <p:nvPr/>
              </p:nvCxnSpPr>
              <p:spPr>
                <a:xfrm>
                  <a:off x="11426" y="4840"/>
                  <a:ext cx="4175" cy="0"/>
                </a:xfrm>
                <a:prstGeom prst="line">
                  <a:avLst/>
                </a:prstGeom>
                <a:noFill/>
                <a:ln w="38100" cap="flat" cmpd="sng" algn="ctr">
                  <a:solidFill>
                    <a:srgbClr val="41719C"/>
                  </a:solidFill>
                  <a:prstDash val="solid"/>
                  <a:miter lim="800000"/>
                </a:ln>
                <a:effectLst/>
              </p:spPr>
            </p:cxnSp>
            <p:cxnSp>
              <p:nvCxnSpPr>
                <p:cNvPr id="796" name="直接连接符 795"/>
                <p:cNvCxnSpPr/>
                <p:nvPr/>
              </p:nvCxnSpPr>
              <p:spPr>
                <a:xfrm flipV="1">
                  <a:off x="11539" y="4565"/>
                  <a:ext cx="306" cy="275"/>
                </a:xfrm>
                <a:prstGeom prst="line">
                  <a:avLst/>
                </a:prstGeom>
                <a:noFill/>
                <a:ln w="38100" cap="flat" cmpd="sng" algn="ctr">
                  <a:solidFill>
                    <a:srgbClr val="41719C"/>
                  </a:solidFill>
                  <a:prstDash val="solid"/>
                  <a:miter lim="800000"/>
                </a:ln>
                <a:effectLst/>
              </p:spPr>
            </p:cxnSp>
            <p:cxnSp>
              <p:nvCxnSpPr>
                <p:cNvPr id="797" name="直接连接符 796"/>
                <p:cNvCxnSpPr/>
                <p:nvPr/>
              </p:nvCxnSpPr>
              <p:spPr>
                <a:xfrm flipV="1">
                  <a:off x="12072" y="4565"/>
                  <a:ext cx="306" cy="275"/>
                </a:xfrm>
                <a:prstGeom prst="line">
                  <a:avLst/>
                </a:prstGeom>
                <a:noFill/>
                <a:ln w="38100" cap="flat" cmpd="sng" algn="ctr">
                  <a:solidFill>
                    <a:srgbClr val="41719C"/>
                  </a:solidFill>
                  <a:prstDash val="solid"/>
                  <a:miter lim="800000"/>
                </a:ln>
                <a:effectLst/>
              </p:spPr>
            </p:cxnSp>
            <p:cxnSp>
              <p:nvCxnSpPr>
                <p:cNvPr id="798" name="直接连接符 797"/>
                <p:cNvCxnSpPr/>
                <p:nvPr/>
              </p:nvCxnSpPr>
              <p:spPr>
                <a:xfrm flipV="1">
                  <a:off x="12605" y="4565"/>
                  <a:ext cx="306" cy="275"/>
                </a:xfrm>
                <a:prstGeom prst="line">
                  <a:avLst/>
                </a:prstGeom>
                <a:noFill/>
                <a:ln w="38100" cap="flat" cmpd="sng" algn="ctr">
                  <a:solidFill>
                    <a:srgbClr val="41719C"/>
                  </a:solidFill>
                  <a:prstDash val="solid"/>
                  <a:miter lim="800000"/>
                </a:ln>
                <a:effectLst/>
              </p:spPr>
            </p:cxnSp>
            <p:cxnSp>
              <p:nvCxnSpPr>
                <p:cNvPr id="799" name="直接连接符 798"/>
                <p:cNvCxnSpPr/>
                <p:nvPr/>
              </p:nvCxnSpPr>
              <p:spPr>
                <a:xfrm flipV="1">
                  <a:off x="13138" y="4565"/>
                  <a:ext cx="306" cy="275"/>
                </a:xfrm>
                <a:prstGeom prst="line">
                  <a:avLst/>
                </a:prstGeom>
                <a:noFill/>
                <a:ln w="38100" cap="flat" cmpd="sng" algn="ctr">
                  <a:solidFill>
                    <a:srgbClr val="41719C"/>
                  </a:solidFill>
                  <a:prstDash val="solid"/>
                  <a:miter lim="800000"/>
                </a:ln>
                <a:effectLst/>
              </p:spPr>
            </p:cxnSp>
            <p:cxnSp>
              <p:nvCxnSpPr>
                <p:cNvPr id="800" name="直接连接符 799"/>
                <p:cNvCxnSpPr/>
                <p:nvPr/>
              </p:nvCxnSpPr>
              <p:spPr>
                <a:xfrm flipV="1">
                  <a:off x="13671" y="4565"/>
                  <a:ext cx="306" cy="275"/>
                </a:xfrm>
                <a:prstGeom prst="line">
                  <a:avLst/>
                </a:prstGeom>
                <a:noFill/>
                <a:ln w="38100" cap="flat" cmpd="sng" algn="ctr">
                  <a:solidFill>
                    <a:srgbClr val="41719C"/>
                  </a:solidFill>
                  <a:prstDash val="solid"/>
                  <a:miter lim="800000"/>
                </a:ln>
                <a:effectLst/>
              </p:spPr>
            </p:cxnSp>
            <p:cxnSp>
              <p:nvCxnSpPr>
                <p:cNvPr id="801" name="直接连接符 800"/>
                <p:cNvCxnSpPr/>
                <p:nvPr/>
              </p:nvCxnSpPr>
              <p:spPr>
                <a:xfrm flipV="1">
                  <a:off x="14204" y="4565"/>
                  <a:ext cx="306" cy="275"/>
                </a:xfrm>
                <a:prstGeom prst="line">
                  <a:avLst/>
                </a:prstGeom>
                <a:noFill/>
                <a:ln w="38100" cap="flat" cmpd="sng" algn="ctr">
                  <a:solidFill>
                    <a:srgbClr val="41719C"/>
                  </a:solidFill>
                  <a:prstDash val="solid"/>
                  <a:miter lim="800000"/>
                </a:ln>
                <a:effectLst/>
              </p:spPr>
            </p:cxnSp>
            <p:cxnSp>
              <p:nvCxnSpPr>
                <p:cNvPr id="802" name="直接连接符 801"/>
                <p:cNvCxnSpPr/>
                <p:nvPr/>
              </p:nvCxnSpPr>
              <p:spPr>
                <a:xfrm flipV="1">
                  <a:off x="14737" y="4565"/>
                  <a:ext cx="306" cy="275"/>
                </a:xfrm>
                <a:prstGeom prst="line">
                  <a:avLst/>
                </a:prstGeom>
                <a:noFill/>
                <a:ln w="38100" cap="flat" cmpd="sng" algn="ctr">
                  <a:solidFill>
                    <a:srgbClr val="41719C"/>
                  </a:solidFill>
                  <a:prstDash val="solid"/>
                  <a:miter lim="800000"/>
                </a:ln>
                <a:effectLst/>
              </p:spPr>
            </p:cxnSp>
            <p:cxnSp>
              <p:nvCxnSpPr>
                <p:cNvPr id="803" name="直接连接符 802"/>
                <p:cNvCxnSpPr/>
                <p:nvPr/>
              </p:nvCxnSpPr>
              <p:spPr>
                <a:xfrm flipV="1">
                  <a:off x="15295" y="4565"/>
                  <a:ext cx="306" cy="275"/>
                </a:xfrm>
                <a:prstGeom prst="line">
                  <a:avLst/>
                </a:prstGeom>
                <a:noFill/>
                <a:ln w="38100" cap="flat" cmpd="sng" algn="ctr">
                  <a:solidFill>
                    <a:srgbClr val="41719C"/>
                  </a:solidFill>
                  <a:prstDash val="solid"/>
                  <a:miter lim="800000"/>
                </a:ln>
                <a:effectLst/>
              </p:spPr>
            </p:cxnSp>
            <p:sp>
              <p:nvSpPr>
                <p:cNvPr id="804" name="任意多边形 803"/>
                <p:cNvSpPr/>
                <p:nvPr/>
              </p:nvSpPr>
              <p:spPr>
                <a:xfrm>
                  <a:off x="11366" y="7230"/>
                  <a:ext cx="1432" cy="577"/>
                </a:xfrm>
                <a:custGeom>
                  <a:avLst/>
                  <a:gdLst>
                    <a:gd name="connisteX0" fmla="*/ 445135 w 445135"/>
                    <a:gd name="connsiteY0" fmla="*/ 0 h 408305"/>
                    <a:gd name="connisteX1" fmla="*/ 317500 w 445135"/>
                    <a:gd name="connsiteY1" fmla="*/ 323215 h 408305"/>
                    <a:gd name="connisteX2" fmla="*/ 0 w 445135"/>
                    <a:gd name="connsiteY2" fmla="*/ 408305 h 408305"/>
                  </a:gdLst>
                  <a:ahLst/>
                  <a:cxnLst>
                    <a:cxn ang="0">
                      <a:pos x="connisteX0" y="connsiteY0"/>
                    </a:cxn>
                    <a:cxn ang="0">
                      <a:pos x="connisteX1" y="connsiteY1"/>
                    </a:cxn>
                    <a:cxn ang="0">
                      <a:pos x="connisteX2" y="connsiteY2"/>
                    </a:cxn>
                  </a:cxnLst>
                  <a:rect l="l" t="t" r="r" b="b"/>
                  <a:pathLst>
                    <a:path w="445135" h="408305">
                      <a:moveTo>
                        <a:pt x="445135" y="0"/>
                      </a:moveTo>
                      <a:cubicBezTo>
                        <a:pt x="426085" y="62865"/>
                        <a:pt x="406400" y="241300"/>
                        <a:pt x="317500" y="323215"/>
                      </a:cubicBezTo>
                      <a:cubicBezTo>
                        <a:pt x="228600" y="405130"/>
                        <a:pt x="60960" y="397510"/>
                        <a:pt x="0" y="408305"/>
                      </a:cubicBezTo>
                    </a:path>
                  </a:pathLst>
                </a:custGeom>
                <a:noFill/>
                <a:ln w="38100" cap="flat" cmpd="sng" algn="ctr">
                  <a:solidFill>
                    <a:srgbClr val="00B050"/>
                  </a:solidFill>
                  <a:prstDash val="solid"/>
                  <a:miter lim="800000"/>
                  <a:headEnd type="none"/>
                  <a:tailEnd type="triangle" w="med" len="med"/>
                </a:ln>
                <a:effec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grpSp>
          <p:sp>
            <p:nvSpPr>
              <p:cNvPr id="790" name="文本框 789"/>
              <p:cNvSpPr txBox="1"/>
              <p:nvPr/>
            </p:nvSpPr>
            <p:spPr>
              <a:xfrm>
                <a:off x="4388972" y="4094097"/>
                <a:ext cx="1341148" cy="507108"/>
              </a:xfrm>
              <a:prstGeom prst="rect">
                <a:avLst/>
              </a:prstGeom>
              <a:noFill/>
            </p:spPr>
            <p:txBody>
              <a:bodyPr wrap="square" rtlCol="0">
                <a:spAutoFit/>
              </a:bodyPr>
              <a:lstStyle/>
              <a:p>
                <a:pPr>
                  <a:lnSpc>
                    <a:spcPct val="110000"/>
                  </a:lnSpc>
                </a:pPr>
                <a:r>
                  <a:rPr lang="zh-CN" altLang="en-US" sz="1000" dirty="0">
                    <a:latin typeface="宋体" panose="02010600030101010101" pitchFamily="2" charset="-122"/>
                    <a:sym typeface="+mn-ea"/>
                  </a:rPr>
                  <a:t>车尾泊入（右）</a:t>
                </a:r>
                <a:endParaRPr lang="en-US" altLang="zh-CN" sz="1000" dirty="0">
                  <a:latin typeface="宋体" panose="02010600030101010101" pitchFamily="2" charset="-122"/>
                  <a:sym typeface="+mn-ea"/>
                </a:endParaRPr>
              </a:p>
              <a:p>
                <a:pPr>
                  <a:lnSpc>
                    <a:spcPct val="110000"/>
                  </a:lnSpc>
                </a:pPr>
                <a:r>
                  <a:rPr lang="zh-CN" altLang="en-US" sz="1000" dirty="0">
                    <a:latin typeface="宋体" panose="02010600030101010101" pitchFamily="2" charset="-122"/>
                    <a:sym typeface="+mn-ea"/>
                  </a:rPr>
                  <a:t>推荐车头右泊出</a:t>
                </a:r>
              </a:p>
            </p:txBody>
          </p:sp>
        </p:grpSp>
        <p:cxnSp>
          <p:nvCxnSpPr>
            <p:cNvPr id="788" name="直接箭头连接符 787"/>
            <p:cNvCxnSpPr/>
            <p:nvPr/>
          </p:nvCxnSpPr>
          <p:spPr>
            <a:xfrm flipH="1">
              <a:off x="4883386" y="3921546"/>
              <a:ext cx="116506" cy="262062"/>
            </a:xfrm>
            <a:prstGeom prst="straightConnector1">
              <a:avLst/>
            </a:prstGeom>
            <a:noFill/>
            <a:ln w="38100" cap="flat" cmpd="sng" algn="ctr">
              <a:solidFill>
                <a:srgbClr val="FFC000"/>
              </a:solidFill>
              <a:prstDash val="solid"/>
              <a:miter lim="800000"/>
              <a:headEnd type="none"/>
              <a:tailEnd type="triangle" w="med" len="med"/>
            </a:ln>
            <a:effectLst/>
          </p:spPr>
        </p:cxnSp>
      </p:grpSp>
      <p:grpSp>
        <p:nvGrpSpPr>
          <p:cNvPr id="805" name="组合 804"/>
          <p:cNvGrpSpPr/>
          <p:nvPr/>
        </p:nvGrpSpPr>
        <p:grpSpPr>
          <a:xfrm>
            <a:off x="6184060" y="3881789"/>
            <a:ext cx="1375142" cy="542635"/>
            <a:chOff x="8499283" y="4994824"/>
            <a:chExt cx="1794528" cy="690130"/>
          </a:xfrm>
        </p:grpSpPr>
        <p:grpSp>
          <p:nvGrpSpPr>
            <p:cNvPr id="806" name="组合 805"/>
            <p:cNvGrpSpPr>
              <a:grpSpLocks noChangeAspect="1"/>
            </p:cNvGrpSpPr>
            <p:nvPr/>
          </p:nvGrpSpPr>
          <p:grpSpPr>
            <a:xfrm>
              <a:off x="8499283" y="5158631"/>
              <a:ext cx="1794528" cy="526323"/>
              <a:chOff x="1457" y="6063"/>
              <a:chExt cx="5946" cy="1744"/>
            </a:xfrm>
          </p:grpSpPr>
          <p:sp>
            <p:nvSpPr>
              <p:cNvPr id="808" name="矩形 807"/>
              <p:cNvSpPr/>
              <p:nvPr/>
            </p:nvSpPr>
            <p:spPr>
              <a:xfrm rot="5400000">
                <a:off x="3802" y="5700"/>
                <a:ext cx="1255" cy="1982"/>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sp>
            <p:nvSpPr>
              <p:cNvPr id="809" name="矩形 808"/>
              <p:cNvSpPr/>
              <p:nvPr/>
            </p:nvSpPr>
            <p:spPr>
              <a:xfrm rot="5400000">
                <a:off x="5784" y="5700"/>
                <a:ext cx="1255" cy="1982"/>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sp>
            <p:nvSpPr>
              <p:cNvPr id="810" name="矩形 809"/>
              <p:cNvSpPr/>
              <p:nvPr/>
            </p:nvSpPr>
            <p:spPr>
              <a:xfrm rot="5400000">
                <a:off x="1820" y="5700"/>
                <a:ext cx="1255" cy="1982"/>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pic>
            <p:nvPicPr>
              <p:cNvPr id="811" name="图片 810"/>
              <p:cNvPicPr>
                <a:picLocks noChangeAspect="1"/>
              </p:cNvPicPr>
              <p:nvPr/>
            </p:nvPicPr>
            <p:blipFill>
              <a:blip r:embed="rId4"/>
              <a:srcRect l="8936" t="15826" r="65159" b="27365"/>
              <a:stretch>
                <a:fillRect/>
              </a:stretch>
            </p:blipFill>
            <p:spPr>
              <a:xfrm rot="16200000">
                <a:off x="4007" y="5803"/>
                <a:ext cx="844" cy="1778"/>
              </a:xfrm>
              <a:prstGeom prst="rect">
                <a:avLst/>
              </a:prstGeom>
              <a:effectLst>
                <a:softEdge rad="31750"/>
              </a:effectLst>
            </p:spPr>
          </p:pic>
          <p:sp>
            <p:nvSpPr>
              <p:cNvPr id="812" name="任意多边形 811"/>
              <p:cNvSpPr/>
              <p:nvPr/>
            </p:nvSpPr>
            <p:spPr>
              <a:xfrm flipH="1">
                <a:off x="4582" y="7459"/>
                <a:ext cx="1432" cy="348"/>
              </a:xfrm>
              <a:custGeom>
                <a:avLst/>
                <a:gdLst>
                  <a:gd name="connisteX0" fmla="*/ 445135 w 445135"/>
                  <a:gd name="connsiteY0" fmla="*/ 0 h 408305"/>
                  <a:gd name="connisteX1" fmla="*/ 317500 w 445135"/>
                  <a:gd name="connsiteY1" fmla="*/ 323215 h 408305"/>
                  <a:gd name="connisteX2" fmla="*/ 0 w 445135"/>
                  <a:gd name="connsiteY2" fmla="*/ 408305 h 408305"/>
                </a:gdLst>
                <a:ahLst/>
                <a:cxnLst>
                  <a:cxn ang="0">
                    <a:pos x="connisteX0" y="connsiteY0"/>
                  </a:cxn>
                  <a:cxn ang="0">
                    <a:pos x="connisteX1" y="connsiteY1"/>
                  </a:cxn>
                  <a:cxn ang="0">
                    <a:pos x="connisteX2" y="connsiteY2"/>
                  </a:cxn>
                </a:cxnLst>
                <a:rect l="l" t="t" r="r" b="b"/>
                <a:pathLst>
                  <a:path w="445135" h="408305">
                    <a:moveTo>
                      <a:pt x="445135" y="0"/>
                    </a:moveTo>
                    <a:cubicBezTo>
                      <a:pt x="426085" y="62865"/>
                      <a:pt x="406400" y="241300"/>
                      <a:pt x="317500" y="323215"/>
                    </a:cubicBezTo>
                    <a:cubicBezTo>
                      <a:pt x="228600" y="405130"/>
                      <a:pt x="60960" y="397510"/>
                      <a:pt x="0" y="408305"/>
                    </a:cubicBezTo>
                  </a:path>
                </a:pathLst>
              </a:custGeom>
              <a:noFill/>
              <a:ln w="38100" cap="flat" cmpd="sng" algn="ctr">
                <a:solidFill>
                  <a:srgbClr val="00B050"/>
                </a:solidFill>
                <a:prstDash val="solid"/>
                <a:miter lim="800000"/>
                <a:headEnd type="none"/>
                <a:tailEnd type="triangle" w="med" len="med"/>
              </a:ln>
              <a:effec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grpSp>
        <p:sp>
          <p:nvSpPr>
            <p:cNvPr id="807" name="任意多边形 806"/>
            <p:cNvSpPr/>
            <p:nvPr/>
          </p:nvSpPr>
          <p:spPr>
            <a:xfrm rot="10800000">
              <a:off x="9463911" y="4994824"/>
              <a:ext cx="442561" cy="107545"/>
            </a:xfrm>
            <a:custGeom>
              <a:avLst/>
              <a:gdLst>
                <a:gd name="connisteX0" fmla="*/ 445135 w 445135"/>
                <a:gd name="connsiteY0" fmla="*/ 0 h 408305"/>
                <a:gd name="connisteX1" fmla="*/ 317500 w 445135"/>
                <a:gd name="connsiteY1" fmla="*/ 323215 h 408305"/>
                <a:gd name="connisteX2" fmla="*/ 0 w 445135"/>
                <a:gd name="connsiteY2" fmla="*/ 408305 h 408305"/>
              </a:gdLst>
              <a:ahLst/>
              <a:cxnLst>
                <a:cxn ang="0">
                  <a:pos x="connisteX0" y="connsiteY0"/>
                </a:cxn>
                <a:cxn ang="0">
                  <a:pos x="connisteX1" y="connsiteY1"/>
                </a:cxn>
                <a:cxn ang="0">
                  <a:pos x="connisteX2" y="connsiteY2"/>
                </a:cxn>
              </a:cxnLst>
              <a:rect l="l" t="t" r="r" b="b"/>
              <a:pathLst>
                <a:path w="445135" h="408305">
                  <a:moveTo>
                    <a:pt x="445135" y="0"/>
                  </a:moveTo>
                  <a:cubicBezTo>
                    <a:pt x="426085" y="62865"/>
                    <a:pt x="406400" y="241300"/>
                    <a:pt x="317500" y="323215"/>
                  </a:cubicBezTo>
                  <a:cubicBezTo>
                    <a:pt x="228600" y="405130"/>
                    <a:pt x="60960" y="397510"/>
                    <a:pt x="0" y="408305"/>
                  </a:cubicBezTo>
                </a:path>
              </a:pathLst>
            </a:custGeom>
            <a:noFill/>
            <a:ln w="38100" cap="flat" cmpd="sng" algn="ctr">
              <a:solidFill>
                <a:srgbClr val="FFC000"/>
              </a:solidFill>
              <a:prstDash val="solid"/>
              <a:miter lim="800000"/>
              <a:headEnd type="none"/>
              <a:tailEnd type="triangle" w="med" len="med"/>
            </a:ln>
            <a:effec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grpSp>
      <p:grpSp>
        <p:nvGrpSpPr>
          <p:cNvPr id="813" name="组合 812"/>
          <p:cNvGrpSpPr/>
          <p:nvPr/>
        </p:nvGrpSpPr>
        <p:grpSpPr>
          <a:xfrm>
            <a:off x="4536674" y="2464254"/>
            <a:ext cx="1107918" cy="1214612"/>
            <a:chOff x="5793437" y="3135399"/>
            <a:chExt cx="1624273" cy="1648165"/>
          </a:xfrm>
        </p:grpSpPr>
        <p:grpSp>
          <p:nvGrpSpPr>
            <p:cNvPr id="814" name="组合 813"/>
            <p:cNvGrpSpPr/>
            <p:nvPr/>
          </p:nvGrpSpPr>
          <p:grpSpPr>
            <a:xfrm>
              <a:off x="5793437" y="3135399"/>
              <a:ext cx="1624273" cy="1648165"/>
              <a:chOff x="5793437" y="3040149"/>
              <a:chExt cx="1624273" cy="1648165"/>
            </a:xfrm>
          </p:grpSpPr>
          <p:grpSp>
            <p:nvGrpSpPr>
              <p:cNvPr id="816" name="组合 815"/>
              <p:cNvGrpSpPr/>
              <p:nvPr/>
            </p:nvGrpSpPr>
            <p:grpSpPr>
              <a:xfrm>
                <a:off x="5953124" y="3040149"/>
                <a:ext cx="1247276" cy="958063"/>
                <a:chOff x="3179873" y="1732228"/>
                <a:chExt cx="1632670" cy="1254093"/>
              </a:xfrm>
            </p:grpSpPr>
            <p:sp>
              <p:nvSpPr>
                <p:cNvPr id="818" name="矩形 817"/>
                <p:cNvSpPr/>
                <p:nvPr/>
              </p:nvSpPr>
              <p:spPr>
                <a:xfrm rot="20152638">
                  <a:off x="3221856" y="1995813"/>
                  <a:ext cx="487863" cy="770540"/>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sp>
              <p:nvSpPr>
                <p:cNvPr id="819" name="矩形 818"/>
                <p:cNvSpPr/>
                <p:nvPr/>
              </p:nvSpPr>
              <p:spPr>
                <a:xfrm rot="9328774">
                  <a:off x="3764143" y="1992314"/>
                  <a:ext cx="470370" cy="770540"/>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sp>
              <p:nvSpPr>
                <p:cNvPr id="820" name="矩形 819"/>
                <p:cNvSpPr/>
                <p:nvPr/>
              </p:nvSpPr>
              <p:spPr>
                <a:xfrm rot="9291579">
                  <a:off x="4279606" y="1994258"/>
                  <a:ext cx="481255" cy="770540"/>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pic>
              <p:nvPicPr>
                <p:cNvPr id="821" name="图片 820"/>
                <p:cNvPicPr>
                  <a:picLocks noChangeAspect="1"/>
                </p:cNvPicPr>
                <p:nvPr/>
              </p:nvPicPr>
              <p:blipFill>
                <a:blip r:embed="rId4"/>
                <a:srcRect l="8936" t="15826" r="65159" b="27365"/>
                <a:stretch>
                  <a:fillRect/>
                </a:stretch>
              </p:blipFill>
              <p:spPr>
                <a:xfrm rot="20086979">
                  <a:off x="3827506" y="2035468"/>
                  <a:ext cx="328093" cy="691231"/>
                </a:xfrm>
                <a:prstGeom prst="rect">
                  <a:avLst/>
                </a:prstGeom>
                <a:effectLst>
                  <a:softEdge rad="31750"/>
                </a:effectLst>
              </p:spPr>
            </p:pic>
            <p:cxnSp>
              <p:nvCxnSpPr>
                <p:cNvPr id="822" name="直接连接符 821"/>
                <p:cNvCxnSpPr/>
                <p:nvPr/>
              </p:nvCxnSpPr>
              <p:spPr>
                <a:xfrm>
                  <a:off x="3179873" y="1839139"/>
                  <a:ext cx="1622971" cy="0"/>
                </a:xfrm>
                <a:prstGeom prst="line">
                  <a:avLst/>
                </a:prstGeom>
                <a:noFill/>
                <a:ln w="38100" cap="flat" cmpd="sng" algn="ctr">
                  <a:solidFill>
                    <a:srgbClr val="41719C"/>
                  </a:solidFill>
                  <a:prstDash val="solid"/>
                  <a:miter lim="800000"/>
                </a:ln>
                <a:effectLst/>
              </p:spPr>
            </p:cxnSp>
            <p:cxnSp>
              <p:nvCxnSpPr>
                <p:cNvPr id="823" name="直接连接符 822"/>
                <p:cNvCxnSpPr/>
                <p:nvPr/>
              </p:nvCxnSpPr>
              <p:spPr>
                <a:xfrm flipV="1">
                  <a:off x="3223800" y="1732228"/>
                  <a:ext cx="118953" cy="106911"/>
                </a:xfrm>
                <a:prstGeom prst="line">
                  <a:avLst/>
                </a:prstGeom>
                <a:noFill/>
                <a:ln w="38100" cap="flat" cmpd="sng" algn="ctr">
                  <a:solidFill>
                    <a:srgbClr val="41719C"/>
                  </a:solidFill>
                  <a:prstDash val="solid"/>
                  <a:miter lim="800000"/>
                </a:ln>
                <a:effectLst/>
              </p:spPr>
            </p:cxnSp>
            <p:cxnSp>
              <p:nvCxnSpPr>
                <p:cNvPr id="824" name="直接连接符 823"/>
                <p:cNvCxnSpPr/>
                <p:nvPr/>
              </p:nvCxnSpPr>
              <p:spPr>
                <a:xfrm flipV="1">
                  <a:off x="3430996" y="1732228"/>
                  <a:ext cx="118953" cy="106911"/>
                </a:xfrm>
                <a:prstGeom prst="line">
                  <a:avLst/>
                </a:prstGeom>
                <a:noFill/>
                <a:ln w="38100" cap="flat" cmpd="sng" algn="ctr">
                  <a:solidFill>
                    <a:srgbClr val="41719C"/>
                  </a:solidFill>
                  <a:prstDash val="solid"/>
                  <a:miter lim="800000"/>
                </a:ln>
                <a:effectLst/>
              </p:spPr>
            </p:cxnSp>
            <p:cxnSp>
              <p:nvCxnSpPr>
                <p:cNvPr id="825" name="直接连接符 824"/>
                <p:cNvCxnSpPr/>
                <p:nvPr/>
              </p:nvCxnSpPr>
              <p:spPr>
                <a:xfrm flipV="1">
                  <a:off x="3638192" y="1732228"/>
                  <a:ext cx="118953" cy="106911"/>
                </a:xfrm>
                <a:prstGeom prst="line">
                  <a:avLst/>
                </a:prstGeom>
                <a:noFill/>
                <a:ln w="38100" cap="flat" cmpd="sng" algn="ctr">
                  <a:solidFill>
                    <a:srgbClr val="41719C"/>
                  </a:solidFill>
                  <a:prstDash val="solid"/>
                  <a:miter lim="800000"/>
                </a:ln>
                <a:effectLst/>
              </p:spPr>
            </p:cxnSp>
            <p:cxnSp>
              <p:nvCxnSpPr>
                <p:cNvPr id="826" name="直接连接符 825"/>
                <p:cNvCxnSpPr/>
                <p:nvPr/>
              </p:nvCxnSpPr>
              <p:spPr>
                <a:xfrm flipV="1">
                  <a:off x="3845388" y="1732228"/>
                  <a:ext cx="118953" cy="106911"/>
                </a:xfrm>
                <a:prstGeom prst="line">
                  <a:avLst/>
                </a:prstGeom>
                <a:noFill/>
                <a:ln w="38100" cap="flat" cmpd="sng" algn="ctr">
                  <a:solidFill>
                    <a:srgbClr val="41719C"/>
                  </a:solidFill>
                  <a:prstDash val="solid"/>
                  <a:miter lim="800000"/>
                </a:ln>
                <a:effectLst/>
              </p:spPr>
            </p:cxnSp>
            <p:cxnSp>
              <p:nvCxnSpPr>
                <p:cNvPr id="827" name="直接连接符 826"/>
                <p:cNvCxnSpPr/>
                <p:nvPr/>
              </p:nvCxnSpPr>
              <p:spPr>
                <a:xfrm flipV="1">
                  <a:off x="4052584" y="1732228"/>
                  <a:ext cx="118953" cy="106911"/>
                </a:xfrm>
                <a:prstGeom prst="line">
                  <a:avLst/>
                </a:prstGeom>
                <a:noFill/>
                <a:ln w="38100" cap="flat" cmpd="sng" algn="ctr">
                  <a:solidFill>
                    <a:srgbClr val="41719C"/>
                  </a:solidFill>
                  <a:prstDash val="solid"/>
                  <a:miter lim="800000"/>
                </a:ln>
                <a:effectLst/>
              </p:spPr>
            </p:cxnSp>
            <p:cxnSp>
              <p:nvCxnSpPr>
                <p:cNvPr id="828" name="直接连接符 827"/>
                <p:cNvCxnSpPr/>
                <p:nvPr/>
              </p:nvCxnSpPr>
              <p:spPr>
                <a:xfrm flipV="1">
                  <a:off x="4259780" y="1732228"/>
                  <a:ext cx="118953" cy="106911"/>
                </a:xfrm>
                <a:prstGeom prst="line">
                  <a:avLst/>
                </a:prstGeom>
                <a:noFill/>
                <a:ln w="38100" cap="flat" cmpd="sng" algn="ctr">
                  <a:solidFill>
                    <a:srgbClr val="41719C"/>
                  </a:solidFill>
                  <a:prstDash val="solid"/>
                  <a:miter lim="800000"/>
                </a:ln>
                <a:effectLst/>
              </p:spPr>
            </p:cxnSp>
            <p:cxnSp>
              <p:nvCxnSpPr>
                <p:cNvPr id="829" name="直接连接符 828"/>
                <p:cNvCxnSpPr/>
                <p:nvPr/>
              </p:nvCxnSpPr>
              <p:spPr>
                <a:xfrm flipV="1">
                  <a:off x="4466976" y="1732228"/>
                  <a:ext cx="118953" cy="106911"/>
                </a:xfrm>
                <a:prstGeom prst="line">
                  <a:avLst/>
                </a:prstGeom>
                <a:noFill/>
                <a:ln w="38100" cap="flat" cmpd="sng" algn="ctr">
                  <a:solidFill>
                    <a:srgbClr val="41719C"/>
                  </a:solidFill>
                  <a:prstDash val="solid"/>
                  <a:miter lim="800000"/>
                </a:ln>
                <a:effectLst/>
              </p:spPr>
            </p:cxnSp>
            <p:cxnSp>
              <p:nvCxnSpPr>
                <p:cNvPr id="830" name="直接连接符 829"/>
                <p:cNvCxnSpPr/>
                <p:nvPr/>
              </p:nvCxnSpPr>
              <p:spPr>
                <a:xfrm flipV="1">
                  <a:off x="4683891" y="1732228"/>
                  <a:ext cx="118953" cy="106911"/>
                </a:xfrm>
                <a:prstGeom prst="line">
                  <a:avLst/>
                </a:prstGeom>
                <a:noFill/>
                <a:ln w="38100" cap="flat" cmpd="sng" algn="ctr">
                  <a:solidFill>
                    <a:srgbClr val="41719C"/>
                  </a:solidFill>
                  <a:prstDash val="solid"/>
                  <a:miter lim="800000"/>
                </a:ln>
                <a:effectLst/>
              </p:spPr>
            </p:cxnSp>
            <p:sp>
              <p:nvSpPr>
                <p:cNvPr id="831" name="任意多边形 830"/>
                <p:cNvSpPr/>
                <p:nvPr/>
              </p:nvSpPr>
              <p:spPr>
                <a:xfrm flipH="1">
                  <a:off x="4219420" y="2777954"/>
                  <a:ext cx="593123" cy="208367"/>
                </a:xfrm>
                <a:custGeom>
                  <a:avLst/>
                  <a:gdLst>
                    <a:gd name="connisteX0" fmla="*/ 445135 w 445135"/>
                    <a:gd name="connsiteY0" fmla="*/ 0 h 408305"/>
                    <a:gd name="connisteX1" fmla="*/ 317500 w 445135"/>
                    <a:gd name="connsiteY1" fmla="*/ 323215 h 408305"/>
                    <a:gd name="connisteX2" fmla="*/ 0 w 445135"/>
                    <a:gd name="connsiteY2" fmla="*/ 408305 h 408305"/>
                  </a:gdLst>
                  <a:ahLst/>
                  <a:cxnLst>
                    <a:cxn ang="0">
                      <a:pos x="connisteX0" y="connsiteY0"/>
                    </a:cxn>
                    <a:cxn ang="0">
                      <a:pos x="connisteX1" y="connsiteY1"/>
                    </a:cxn>
                    <a:cxn ang="0">
                      <a:pos x="connisteX2" y="connsiteY2"/>
                    </a:cxn>
                  </a:cxnLst>
                  <a:rect l="l" t="t" r="r" b="b"/>
                  <a:pathLst>
                    <a:path w="445135" h="408305">
                      <a:moveTo>
                        <a:pt x="445135" y="0"/>
                      </a:moveTo>
                      <a:cubicBezTo>
                        <a:pt x="426085" y="62865"/>
                        <a:pt x="406400" y="241300"/>
                        <a:pt x="317500" y="323215"/>
                      </a:cubicBezTo>
                      <a:cubicBezTo>
                        <a:pt x="228600" y="405130"/>
                        <a:pt x="60960" y="397510"/>
                        <a:pt x="0" y="408305"/>
                      </a:cubicBezTo>
                    </a:path>
                  </a:pathLst>
                </a:custGeom>
                <a:noFill/>
                <a:ln w="38100" cap="flat" cmpd="sng" algn="ctr">
                  <a:solidFill>
                    <a:srgbClr val="00B050"/>
                  </a:solidFill>
                  <a:prstDash val="solid"/>
                  <a:miter lim="800000"/>
                  <a:headEnd type="none"/>
                  <a:tailEnd type="triangle" w="med" len="med"/>
                </a:ln>
                <a:effec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grpSp>
          <p:sp>
            <p:nvSpPr>
              <p:cNvPr id="817" name="文本框 816"/>
              <p:cNvSpPr txBox="1"/>
              <p:nvPr/>
            </p:nvSpPr>
            <p:spPr>
              <a:xfrm>
                <a:off x="5793437" y="4103623"/>
                <a:ext cx="1624273" cy="584691"/>
              </a:xfrm>
              <a:prstGeom prst="rect">
                <a:avLst/>
              </a:prstGeom>
              <a:noFill/>
            </p:spPr>
            <p:txBody>
              <a:bodyPr wrap="square" rtlCol="0">
                <a:spAutoFit/>
              </a:bodyPr>
              <a:lstStyle/>
              <a:p>
                <a:pPr>
                  <a:lnSpc>
                    <a:spcPct val="110000"/>
                  </a:lnSpc>
                </a:pPr>
                <a:r>
                  <a:rPr lang="zh-CN" altLang="en-US" sz="1000" dirty="0">
                    <a:latin typeface="宋体" panose="02010600030101010101" pitchFamily="2" charset="-122"/>
                    <a:sym typeface="+mn-ea"/>
                  </a:rPr>
                  <a:t>车尾泊入（左）</a:t>
                </a:r>
                <a:endParaRPr lang="en-US" altLang="zh-CN" sz="1000" dirty="0">
                  <a:latin typeface="宋体" panose="02010600030101010101" pitchFamily="2" charset="-122"/>
                  <a:sym typeface="+mn-ea"/>
                </a:endParaRPr>
              </a:p>
              <a:p>
                <a:pPr>
                  <a:lnSpc>
                    <a:spcPct val="110000"/>
                  </a:lnSpc>
                </a:pPr>
                <a:r>
                  <a:rPr lang="zh-CN" altLang="en-US" sz="1000" dirty="0">
                    <a:latin typeface="宋体" panose="02010600030101010101" pitchFamily="2" charset="-122"/>
                    <a:sym typeface="+mn-ea"/>
                  </a:rPr>
                  <a:t>推荐车头左泊出</a:t>
                </a:r>
              </a:p>
            </p:txBody>
          </p:sp>
        </p:grpSp>
        <p:cxnSp>
          <p:nvCxnSpPr>
            <p:cNvPr id="815" name="直接箭头连接符 814"/>
            <p:cNvCxnSpPr/>
            <p:nvPr/>
          </p:nvCxnSpPr>
          <p:spPr>
            <a:xfrm>
              <a:off x="6692932" y="3963006"/>
              <a:ext cx="133011" cy="245466"/>
            </a:xfrm>
            <a:prstGeom prst="straightConnector1">
              <a:avLst/>
            </a:prstGeom>
            <a:noFill/>
            <a:ln w="38100" cap="flat" cmpd="sng" algn="ctr">
              <a:solidFill>
                <a:srgbClr val="FFC000"/>
              </a:solidFill>
              <a:prstDash val="solid"/>
              <a:miter lim="800000"/>
              <a:headEnd type="none"/>
              <a:tailEnd type="triangle" w="med" len="med"/>
            </a:ln>
            <a:effectLst/>
          </p:spPr>
        </p:cxnSp>
      </p:grpSp>
      <p:grpSp>
        <p:nvGrpSpPr>
          <p:cNvPr id="832" name="组合 831"/>
          <p:cNvGrpSpPr/>
          <p:nvPr/>
        </p:nvGrpSpPr>
        <p:grpSpPr>
          <a:xfrm>
            <a:off x="5617066" y="2486960"/>
            <a:ext cx="1119630" cy="1180209"/>
            <a:chOff x="7383699" y="3140645"/>
            <a:chExt cx="1720093" cy="1677604"/>
          </a:xfrm>
        </p:grpSpPr>
        <p:grpSp>
          <p:nvGrpSpPr>
            <p:cNvPr id="833" name="组合 832"/>
            <p:cNvGrpSpPr/>
            <p:nvPr/>
          </p:nvGrpSpPr>
          <p:grpSpPr>
            <a:xfrm>
              <a:off x="7383699" y="3140645"/>
              <a:ext cx="1720093" cy="1677604"/>
              <a:chOff x="7383699" y="3045395"/>
              <a:chExt cx="1720093" cy="1677604"/>
            </a:xfrm>
          </p:grpSpPr>
          <p:grpSp>
            <p:nvGrpSpPr>
              <p:cNvPr id="835" name="组合 834"/>
              <p:cNvGrpSpPr>
                <a:grpSpLocks noChangeAspect="1"/>
              </p:cNvGrpSpPr>
              <p:nvPr/>
            </p:nvGrpSpPr>
            <p:grpSpPr>
              <a:xfrm>
                <a:off x="7578213" y="3045395"/>
                <a:ext cx="1227297" cy="952817"/>
                <a:chOff x="11426" y="4565"/>
                <a:chExt cx="4175" cy="3241"/>
              </a:xfrm>
            </p:grpSpPr>
            <p:sp>
              <p:nvSpPr>
                <p:cNvPr id="837" name="矩形 836"/>
                <p:cNvSpPr/>
                <p:nvPr/>
              </p:nvSpPr>
              <p:spPr>
                <a:xfrm rot="1320000">
                  <a:off x="11534" y="5243"/>
                  <a:ext cx="1255" cy="1982"/>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sp>
              <p:nvSpPr>
                <p:cNvPr id="838" name="矩形 837"/>
                <p:cNvSpPr/>
                <p:nvPr/>
              </p:nvSpPr>
              <p:spPr>
                <a:xfrm rot="1320000">
                  <a:off x="12886" y="5243"/>
                  <a:ext cx="1255" cy="1982"/>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sp>
              <p:nvSpPr>
                <p:cNvPr id="839" name="矩形 838"/>
                <p:cNvSpPr/>
                <p:nvPr/>
              </p:nvSpPr>
              <p:spPr>
                <a:xfrm rot="1320000">
                  <a:off x="14238" y="5243"/>
                  <a:ext cx="1255" cy="1982"/>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pic>
              <p:nvPicPr>
                <p:cNvPr id="840" name="图片 839"/>
                <p:cNvPicPr>
                  <a:picLocks noChangeAspect="1"/>
                </p:cNvPicPr>
                <p:nvPr/>
              </p:nvPicPr>
              <p:blipFill>
                <a:blip r:embed="rId4"/>
                <a:srcRect l="8936" t="15826" r="65159" b="27365"/>
                <a:stretch>
                  <a:fillRect/>
                </a:stretch>
              </p:blipFill>
              <p:spPr>
                <a:xfrm rot="12120000">
                  <a:off x="13092" y="5345"/>
                  <a:ext cx="844" cy="1778"/>
                </a:xfrm>
                <a:prstGeom prst="rect">
                  <a:avLst/>
                </a:prstGeom>
                <a:effectLst>
                  <a:softEdge rad="31750"/>
                </a:effectLst>
              </p:spPr>
            </p:pic>
            <p:cxnSp>
              <p:nvCxnSpPr>
                <p:cNvPr id="841" name="直接连接符 840"/>
                <p:cNvCxnSpPr/>
                <p:nvPr/>
              </p:nvCxnSpPr>
              <p:spPr>
                <a:xfrm>
                  <a:off x="11426" y="4840"/>
                  <a:ext cx="4175" cy="0"/>
                </a:xfrm>
                <a:prstGeom prst="line">
                  <a:avLst/>
                </a:prstGeom>
                <a:noFill/>
                <a:ln w="38100" cap="flat" cmpd="sng" algn="ctr">
                  <a:solidFill>
                    <a:srgbClr val="41719C"/>
                  </a:solidFill>
                  <a:prstDash val="solid"/>
                  <a:miter lim="800000"/>
                </a:ln>
                <a:effectLst/>
              </p:spPr>
            </p:cxnSp>
            <p:cxnSp>
              <p:nvCxnSpPr>
                <p:cNvPr id="842" name="直接连接符 841"/>
                <p:cNvCxnSpPr/>
                <p:nvPr/>
              </p:nvCxnSpPr>
              <p:spPr>
                <a:xfrm flipV="1">
                  <a:off x="11539" y="4565"/>
                  <a:ext cx="306" cy="275"/>
                </a:xfrm>
                <a:prstGeom prst="line">
                  <a:avLst/>
                </a:prstGeom>
                <a:noFill/>
                <a:ln w="38100" cap="flat" cmpd="sng" algn="ctr">
                  <a:solidFill>
                    <a:srgbClr val="41719C"/>
                  </a:solidFill>
                  <a:prstDash val="solid"/>
                  <a:miter lim="800000"/>
                </a:ln>
                <a:effectLst/>
              </p:spPr>
            </p:cxnSp>
            <p:cxnSp>
              <p:nvCxnSpPr>
                <p:cNvPr id="843" name="直接连接符 842"/>
                <p:cNvCxnSpPr/>
                <p:nvPr/>
              </p:nvCxnSpPr>
              <p:spPr>
                <a:xfrm flipV="1">
                  <a:off x="12072" y="4565"/>
                  <a:ext cx="306" cy="275"/>
                </a:xfrm>
                <a:prstGeom prst="line">
                  <a:avLst/>
                </a:prstGeom>
                <a:noFill/>
                <a:ln w="38100" cap="flat" cmpd="sng" algn="ctr">
                  <a:solidFill>
                    <a:srgbClr val="41719C"/>
                  </a:solidFill>
                  <a:prstDash val="solid"/>
                  <a:miter lim="800000"/>
                </a:ln>
                <a:effectLst/>
              </p:spPr>
            </p:cxnSp>
            <p:cxnSp>
              <p:nvCxnSpPr>
                <p:cNvPr id="844" name="直接连接符 843"/>
                <p:cNvCxnSpPr/>
                <p:nvPr/>
              </p:nvCxnSpPr>
              <p:spPr>
                <a:xfrm flipV="1">
                  <a:off x="12605" y="4565"/>
                  <a:ext cx="306" cy="275"/>
                </a:xfrm>
                <a:prstGeom prst="line">
                  <a:avLst/>
                </a:prstGeom>
                <a:noFill/>
                <a:ln w="38100" cap="flat" cmpd="sng" algn="ctr">
                  <a:solidFill>
                    <a:srgbClr val="41719C"/>
                  </a:solidFill>
                  <a:prstDash val="solid"/>
                  <a:miter lim="800000"/>
                </a:ln>
                <a:effectLst/>
              </p:spPr>
            </p:cxnSp>
            <p:cxnSp>
              <p:nvCxnSpPr>
                <p:cNvPr id="845" name="直接连接符 844"/>
                <p:cNvCxnSpPr/>
                <p:nvPr/>
              </p:nvCxnSpPr>
              <p:spPr>
                <a:xfrm flipV="1">
                  <a:off x="13138" y="4565"/>
                  <a:ext cx="306" cy="275"/>
                </a:xfrm>
                <a:prstGeom prst="line">
                  <a:avLst/>
                </a:prstGeom>
                <a:noFill/>
                <a:ln w="38100" cap="flat" cmpd="sng" algn="ctr">
                  <a:solidFill>
                    <a:srgbClr val="41719C"/>
                  </a:solidFill>
                  <a:prstDash val="solid"/>
                  <a:miter lim="800000"/>
                </a:ln>
                <a:effectLst/>
              </p:spPr>
            </p:cxnSp>
            <p:cxnSp>
              <p:nvCxnSpPr>
                <p:cNvPr id="846" name="直接连接符 845"/>
                <p:cNvCxnSpPr/>
                <p:nvPr/>
              </p:nvCxnSpPr>
              <p:spPr>
                <a:xfrm flipV="1">
                  <a:off x="13671" y="4565"/>
                  <a:ext cx="306" cy="275"/>
                </a:xfrm>
                <a:prstGeom prst="line">
                  <a:avLst/>
                </a:prstGeom>
                <a:noFill/>
                <a:ln w="38100" cap="flat" cmpd="sng" algn="ctr">
                  <a:solidFill>
                    <a:srgbClr val="41719C"/>
                  </a:solidFill>
                  <a:prstDash val="solid"/>
                  <a:miter lim="800000"/>
                </a:ln>
                <a:effectLst/>
              </p:spPr>
            </p:cxnSp>
            <p:cxnSp>
              <p:nvCxnSpPr>
                <p:cNvPr id="847" name="直接连接符 846"/>
                <p:cNvCxnSpPr/>
                <p:nvPr/>
              </p:nvCxnSpPr>
              <p:spPr>
                <a:xfrm flipV="1">
                  <a:off x="14204" y="4565"/>
                  <a:ext cx="306" cy="275"/>
                </a:xfrm>
                <a:prstGeom prst="line">
                  <a:avLst/>
                </a:prstGeom>
                <a:noFill/>
                <a:ln w="38100" cap="flat" cmpd="sng" algn="ctr">
                  <a:solidFill>
                    <a:srgbClr val="41719C"/>
                  </a:solidFill>
                  <a:prstDash val="solid"/>
                  <a:miter lim="800000"/>
                </a:ln>
                <a:effectLst/>
              </p:spPr>
            </p:cxnSp>
            <p:cxnSp>
              <p:nvCxnSpPr>
                <p:cNvPr id="848" name="直接连接符 847"/>
                <p:cNvCxnSpPr/>
                <p:nvPr/>
              </p:nvCxnSpPr>
              <p:spPr>
                <a:xfrm flipV="1">
                  <a:off x="14737" y="4565"/>
                  <a:ext cx="306" cy="275"/>
                </a:xfrm>
                <a:prstGeom prst="line">
                  <a:avLst/>
                </a:prstGeom>
                <a:noFill/>
                <a:ln w="38100" cap="flat" cmpd="sng" algn="ctr">
                  <a:solidFill>
                    <a:srgbClr val="41719C"/>
                  </a:solidFill>
                  <a:prstDash val="solid"/>
                  <a:miter lim="800000"/>
                </a:ln>
                <a:effectLst/>
              </p:spPr>
            </p:cxnSp>
            <p:cxnSp>
              <p:nvCxnSpPr>
                <p:cNvPr id="849" name="直接连接符 848"/>
                <p:cNvCxnSpPr/>
                <p:nvPr/>
              </p:nvCxnSpPr>
              <p:spPr>
                <a:xfrm flipV="1">
                  <a:off x="15295" y="4565"/>
                  <a:ext cx="306" cy="275"/>
                </a:xfrm>
                <a:prstGeom prst="line">
                  <a:avLst/>
                </a:prstGeom>
                <a:noFill/>
                <a:ln w="38100" cap="flat" cmpd="sng" algn="ctr">
                  <a:solidFill>
                    <a:srgbClr val="41719C"/>
                  </a:solidFill>
                  <a:prstDash val="solid"/>
                  <a:miter lim="800000"/>
                </a:ln>
                <a:effectLst/>
              </p:spPr>
            </p:cxnSp>
            <p:sp>
              <p:nvSpPr>
                <p:cNvPr id="850" name="任意多边形 849"/>
                <p:cNvSpPr/>
                <p:nvPr/>
              </p:nvSpPr>
              <p:spPr>
                <a:xfrm>
                  <a:off x="11596" y="7230"/>
                  <a:ext cx="1432" cy="577"/>
                </a:xfrm>
                <a:custGeom>
                  <a:avLst/>
                  <a:gdLst>
                    <a:gd name="connisteX0" fmla="*/ 445135 w 445135"/>
                    <a:gd name="connsiteY0" fmla="*/ 0 h 408305"/>
                    <a:gd name="connisteX1" fmla="*/ 317500 w 445135"/>
                    <a:gd name="connsiteY1" fmla="*/ 323215 h 408305"/>
                    <a:gd name="connisteX2" fmla="*/ 0 w 445135"/>
                    <a:gd name="connsiteY2" fmla="*/ 408305 h 408305"/>
                  </a:gdLst>
                  <a:ahLst/>
                  <a:cxnLst>
                    <a:cxn ang="0">
                      <a:pos x="connisteX0" y="connsiteY0"/>
                    </a:cxn>
                    <a:cxn ang="0">
                      <a:pos x="connisteX1" y="connsiteY1"/>
                    </a:cxn>
                    <a:cxn ang="0">
                      <a:pos x="connisteX2" y="connsiteY2"/>
                    </a:cxn>
                  </a:cxnLst>
                  <a:rect l="l" t="t" r="r" b="b"/>
                  <a:pathLst>
                    <a:path w="445135" h="408305">
                      <a:moveTo>
                        <a:pt x="445135" y="0"/>
                      </a:moveTo>
                      <a:cubicBezTo>
                        <a:pt x="426085" y="62865"/>
                        <a:pt x="406400" y="241300"/>
                        <a:pt x="317500" y="323215"/>
                      </a:cubicBezTo>
                      <a:cubicBezTo>
                        <a:pt x="228600" y="405130"/>
                        <a:pt x="60960" y="397510"/>
                        <a:pt x="0" y="408305"/>
                      </a:cubicBezTo>
                    </a:path>
                  </a:pathLst>
                </a:custGeom>
                <a:noFill/>
                <a:ln w="38100" cap="flat" cmpd="sng" algn="ctr">
                  <a:solidFill>
                    <a:srgbClr val="00B050"/>
                  </a:solidFill>
                  <a:prstDash val="solid"/>
                  <a:miter lim="800000"/>
                  <a:headEnd type="none"/>
                  <a:tailEnd type="triangle" w="med" len="med"/>
                </a:ln>
                <a:effec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grpSp>
          <p:sp>
            <p:nvSpPr>
              <p:cNvPr id="836" name="文本框 835"/>
              <p:cNvSpPr txBox="1"/>
              <p:nvPr/>
            </p:nvSpPr>
            <p:spPr>
              <a:xfrm>
                <a:off x="7383699" y="4110516"/>
                <a:ext cx="1720093" cy="612483"/>
              </a:xfrm>
              <a:prstGeom prst="rect">
                <a:avLst/>
              </a:prstGeom>
              <a:noFill/>
            </p:spPr>
            <p:txBody>
              <a:bodyPr wrap="square" rtlCol="0">
                <a:spAutoFit/>
              </a:bodyPr>
              <a:lstStyle/>
              <a:p>
                <a:pPr>
                  <a:lnSpc>
                    <a:spcPct val="110000"/>
                  </a:lnSpc>
                </a:pPr>
                <a:r>
                  <a:rPr lang="zh-CN" altLang="en-US" sz="1000" dirty="0">
                    <a:latin typeface="宋体" panose="02010600030101010101" pitchFamily="2" charset="-122"/>
                    <a:sym typeface="+mn-ea"/>
                  </a:rPr>
                  <a:t>车头泊入（左）</a:t>
                </a:r>
                <a:endParaRPr lang="en-US" altLang="zh-CN" sz="1000" dirty="0">
                  <a:latin typeface="宋体" panose="02010600030101010101" pitchFamily="2" charset="-122"/>
                  <a:sym typeface="+mn-ea"/>
                </a:endParaRPr>
              </a:p>
              <a:p>
                <a:pPr>
                  <a:lnSpc>
                    <a:spcPct val="110000"/>
                  </a:lnSpc>
                </a:pPr>
                <a:r>
                  <a:rPr lang="zh-CN" altLang="en-US" sz="1000" dirty="0">
                    <a:latin typeface="宋体" panose="02010600030101010101" pitchFamily="2" charset="-122"/>
                    <a:sym typeface="+mn-ea"/>
                  </a:rPr>
                  <a:t>推荐车尾左泊出</a:t>
                </a:r>
              </a:p>
            </p:txBody>
          </p:sp>
        </p:grpSp>
        <p:cxnSp>
          <p:nvCxnSpPr>
            <p:cNvPr id="834" name="直接箭头连接符 833"/>
            <p:cNvCxnSpPr/>
            <p:nvPr/>
          </p:nvCxnSpPr>
          <p:spPr>
            <a:xfrm flipH="1">
              <a:off x="7973024" y="3955036"/>
              <a:ext cx="116506" cy="262062"/>
            </a:xfrm>
            <a:prstGeom prst="straightConnector1">
              <a:avLst/>
            </a:prstGeom>
            <a:noFill/>
            <a:ln w="38100" cap="flat" cmpd="sng" algn="ctr">
              <a:solidFill>
                <a:srgbClr val="FFC000"/>
              </a:solidFill>
              <a:prstDash val="solid"/>
              <a:miter lim="800000"/>
              <a:headEnd type="none"/>
              <a:tailEnd type="triangle" w="med" len="med"/>
            </a:ln>
            <a:effectLst/>
          </p:spPr>
        </p:cxnSp>
      </p:grpSp>
      <p:grpSp>
        <p:nvGrpSpPr>
          <p:cNvPr id="851" name="组合 850"/>
          <p:cNvGrpSpPr/>
          <p:nvPr/>
        </p:nvGrpSpPr>
        <p:grpSpPr>
          <a:xfrm>
            <a:off x="6694402" y="2491602"/>
            <a:ext cx="1090947" cy="1151124"/>
            <a:chOff x="8960777" y="3145255"/>
            <a:chExt cx="1714333" cy="1683951"/>
          </a:xfrm>
        </p:grpSpPr>
        <p:grpSp>
          <p:nvGrpSpPr>
            <p:cNvPr id="852" name="组合 851"/>
            <p:cNvGrpSpPr/>
            <p:nvPr/>
          </p:nvGrpSpPr>
          <p:grpSpPr>
            <a:xfrm>
              <a:off x="8960777" y="3145255"/>
              <a:ext cx="1714333" cy="1683951"/>
              <a:chOff x="8960777" y="3050005"/>
              <a:chExt cx="1714333" cy="1683951"/>
            </a:xfrm>
          </p:grpSpPr>
          <p:grpSp>
            <p:nvGrpSpPr>
              <p:cNvPr id="854" name="组合 853"/>
              <p:cNvGrpSpPr/>
              <p:nvPr/>
            </p:nvGrpSpPr>
            <p:grpSpPr>
              <a:xfrm>
                <a:off x="9044371" y="3050005"/>
                <a:ext cx="1281642" cy="1006889"/>
                <a:chOff x="3179873" y="1732228"/>
                <a:chExt cx="1622971" cy="1275046"/>
              </a:xfrm>
            </p:grpSpPr>
            <p:sp>
              <p:nvSpPr>
                <p:cNvPr id="856" name="矩形 855"/>
                <p:cNvSpPr/>
                <p:nvPr/>
              </p:nvSpPr>
              <p:spPr>
                <a:xfrm rot="20152638">
                  <a:off x="3221856" y="1995813"/>
                  <a:ext cx="487863" cy="770540"/>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sp>
              <p:nvSpPr>
                <p:cNvPr id="857" name="矩形 856"/>
                <p:cNvSpPr/>
                <p:nvPr/>
              </p:nvSpPr>
              <p:spPr>
                <a:xfrm rot="9328774">
                  <a:off x="3764143" y="1992314"/>
                  <a:ext cx="470370" cy="770540"/>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sp>
              <p:nvSpPr>
                <p:cNvPr id="858" name="矩形 857"/>
                <p:cNvSpPr/>
                <p:nvPr/>
              </p:nvSpPr>
              <p:spPr>
                <a:xfrm rot="9291579">
                  <a:off x="4279606" y="1994258"/>
                  <a:ext cx="481255" cy="770540"/>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pic>
              <p:nvPicPr>
                <p:cNvPr id="859" name="图片 858"/>
                <p:cNvPicPr>
                  <a:picLocks noChangeAspect="1"/>
                </p:cNvPicPr>
                <p:nvPr/>
              </p:nvPicPr>
              <p:blipFill>
                <a:blip r:embed="rId4"/>
                <a:srcRect l="8936" t="15826" r="65159" b="27365"/>
                <a:stretch>
                  <a:fillRect/>
                </a:stretch>
              </p:blipFill>
              <p:spPr>
                <a:xfrm rot="9395859">
                  <a:off x="3827506" y="2035468"/>
                  <a:ext cx="328093" cy="691231"/>
                </a:xfrm>
                <a:prstGeom prst="rect">
                  <a:avLst/>
                </a:prstGeom>
                <a:effectLst>
                  <a:softEdge rad="31750"/>
                </a:effectLst>
              </p:spPr>
            </p:pic>
            <p:cxnSp>
              <p:nvCxnSpPr>
                <p:cNvPr id="860" name="直接连接符 859"/>
                <p:cNvCxnSpPr/>
                <p:nvPr/>
              </p:nvCxnSpPr>
              <p:spPr>
                <a:xfrm>
                  <a:off x="3179873" y="1839139"/>
                  <a:ext cx="1622971" cy="0"/>
                </a:xfrm>
                <a:prstGeom prst="line">
                  <a:avLst/>
                </a:prstGeom>
                <a:noFill/>
                <a:ln w="38100" cap="flat" cmpd="sng" algn="ctr">
                  <a:solidFill>
                    <a:srgbClr val="41719C"/>
                  </a:solidFill>
                  <a:prstDash val="solid"/>
                  <a:miter lim="800000"/>
                </a:ln>
                <a:effectLst/>
              </p:spPr>
            </p:cxnSp>
            <p:cxnSp>
              <p:nvCxnSpPr>
                <p:cNvPr id="861" name="直接连接符 860"/>
                <p:cNvCxnSpPr/>
                <p:nvPr/>
              </p:nvCxnSpPr>
              <p:spPr>
                <a:xfrm flipV="1">
                  <a:off x="3223800" y="1732228"/>
                  <a:ext cx="118953" cy="106911"/>
                </a:xfrm>
                <a:prstGeom prst="line">
                  <a:avLst/>
                </a:prstGeom>
                <a:noFill/>
                <a:ln w="38100" cap="flat" cmpd="sng" algn="ctr">
                  <a:solidFill>
                    <a:srgbClr val="41719C"/>
                  </a:solidFill>
                  <a:prstDash val="solid"/>
                  <a:miter lim="800000"/>
                </a:ln>
                <a:effectLst/>
              </p:spPr>
            </p:cxnSp>
            <p:cxnSp>
              <p:nvCxnSpPr>
                <p:cNvPr id="862" name="直接连接符 861"/>
                <p:cNvCxnSpPr/>
                <p:nvPr/>
              </p:nvCxnSpPr>
              <p:spPr>
                <a:xfrm flipV="1">
                  <a:off x="3430996" y="1732228"/>
                  <a:ext cx="118953" cy="106911"/>
                </a:xfrm>
                <a:prstGeom prst="line">
                  <a:avLst/>
                </a:prstGeom>
                <a:noFill/>
                <a:ln w="38100" cap="flat" cmpd="sng" algn="ctr">
                  <a:solidFill>
                    <a:srgbClr val="41719C"/>
                  </a:solidFill>
                  <a:prstDash val="solid"/>
                  <a:miter lim="800000"/>
                </a:ln>
                <a:effectLst/>
              </p:spPr>
            </p:cxnSp>
            <p:cxnSp>
              <p:nvCxnSpPr>
                <p:cNvPr id="863" name="直接连接符 862"/>
                <p:cNvCxnSpPr/>
                <p:nvPr/>
              </p:nvCxnSpPr>
              <p:spPr>
                <a:xfrm flipV="1">
                  <a:off x="3638192" y="1732228"/>
                  <a:ext cx="118953" cy="106911"/>
                </a:xfrm>
                <a:prstGeom prst="line">
                  <a:avLst/>
                </a:prstGeom>
                <a:noFill/>
                <a:ln w="38100" cap="flat" cmpd="sng" algn="ctr">
                  <a:solidFill>
                    <a:srgbClr val="41719C"/>
                  </a:solidFill>
                  <a:prstDash val="solid"/>
                  <a:miter lim="800000"/>
                </a:ln>
                <a:effectLst/>
              </p:spPr>
            </p:cxnSp>
            <p:cxnSp>
              <p:nvCxnSpPr>
                <p:cNvPr id="864" name="直接连接符 863"/>
                <p:cNvCxnSpPr/>
                <p:nvPr/>
              </p:nvCxnSpPr>
              <p:spPr>
                <a:xfrm flipV="1">
                  <a:off x="3845388" y="1732228"/>
                  <a:ext cx="118953" cy="106911"/>
                </a:xfrm>
                <a:prstGeom prst="line">
                  <a:avLst/>
                </a:prstGeom>
                <a:noFill/>
                <a:ln w="38100" cap="flat" cmpd="sng" algn="ctr">
                  <a:solidFill>
                    <a:srgbClr val="41719C"/>
                  </a:solidFill>
                  <a:prstDash val="solid"/>
                  <a:miter lim="800000"/>
                </a:ln>
                <a:effectLst/>
              </p:spPr>
            </p:cxnSp>
            <p:cxnSp>
              <p:nvCxnSpPr>
                <p:cNvPr id="865" name="直接连接符 864"/>
                <p:cNvCxnSpPr/>
                <p:nvPr/>
              </p:nvCxnSpPr>
              <p:spPr>
                <a:xfrm flipV="1">
                  <a:off x="4052584" y="1732228"/>
                  <a:ext cx="118953" cy="106911"/>
                </a:xfrm>
                <a:prstGeom prst="line">
                  <a:avLst/>
                </a:prstGeom>
                <a:noFill/>
                <a:ln w="38100" cap="flat" cmpd="sng" algn="ctr">
                  <a:solidFill>
                    <a:srgbClr val="41719C"/>
                  </a:solidFill>
                  <a:prstDash val="solid"/>
                  <a:miter lim="800000"/>
                </a:ln>
                <a:effectLst/>
              </p:spPr>
            </p:cxnSp>
            <p:cxnSp>
              <p:nvCxnSpPr>
                <p:cNvPr id="866" name="直接连接符 865"/>
                <p:cNvCxnSpPr/>
                <p:nvPr/>
              </p:nvCxnSpPr>
              <p:spPr>
                <a:xfrm flipV="1">
                  <a:off x="4259780" y="1732228"/>
                  <a:ext cx="118953" cy="106911"/>
                </a:xfrm>
                <a:prstGeom prst="line">
                  <a:avLst/>
                </a:prstGeom>
                <a:noFill/>
                <a:ln w="38100" cap="flat" cmpd="sng" algn="ctr">
                  <a:solidFill>
                    <a:srgbClr val="41719C"/>
                  </a:solidFill>
                  <a:prstDash val="solid"/>
                  <a:miter lim="800000"/>
                </a:ln>
                <a:effectLst/>
              </p:spPr>
            </p:cxnSp>
            <p:cxnSp>
              <p:nvCxnSpPr>
                <p:cNvPr id="867" name="直接连接符 866"/>
                <p:cNvCxnSpPr/>
                <p:nvPr/>
              </p:nvCxnSpPr>
              <p:spPr>
                <a:xfrm flipV="1">
                  <a:off x="4466976" y="1732228"/>
                  <a:ext cx="118953" cy="106911"/>
                </a:xfrm>
                <a:prstGeom prst="line">
                  <a:avLst/>
                </a:prstGeom>
                <a:noFill/>
                <a:ln w="38100" cap="flat" cmpd="sng" algn="ctr">
                  <a:solidFill>
                    <a:srgbClr val="41719C"/>
                  </a:solidFill>
                  <a:prstDash val="solid"/>
                  <a:miter lim="800000"/>
                </a:ln>
                <a:effectLst/>
              </p:spPr>
            </p:cxnSp>
            <p:cxnSp>
              <p:nvCxnSpPr>
                <p:cNvPr id="868" name="直接连接符 867"/>
                <p:cNvCxnSpPr/>
                <p:nvPr/>
              </p:nvCxnSpPr>
              <p:spPr>
                <a:xfrm flipV="1">
                  <a:off x="4683891" y="1732228"/>
                  <a:ext cx="118953" cy="106911"/>
                </a:xfrm>
                <a:prstGeom prst="line">
                  <a:avLst/>
                </a:prstGeom>
                <a:noFill/>
                <a:ln w="38100" cap="flat" cmpd="sng" algn="ctr">
                  <a:solidFill>
                    <a:srgbClr val="41719C"/>
                  </a:solidFill>
                  <a:prstDash val="solid"/>
                  <a:miter lim="800000"/>
                </a:ln>
                <a:effectLst/>
              </p:spPr>
            </p:cxnSp>
            <p:sp>
              <p:nvSpPr>
                <p:cNvPr id="869" name="任意多边形 868"/>
                <p:cNvSpPr/>
                <p:nvPr/>
              </p:nvSpPr>
              <p:spPr>
                <a:xfrm flipH="1">
                  <a:off x="4209720" y="2761153"/>
                  <a:ext cx="593123" cy="246121"/>
                </a:xfrm>
                <a:custGeom>
                  <a:avLst/>
                  <a:gdLst>
                    <a:gd name="connisteX0" fmla="*/ 445135 w 445135"/>
                    <a:gd name="connsiteY0" fmla="*/ 0 h 408305"/>
                    <a:gd name="connisteX1" fmla="*/ 317500 w 445135"/>
                    <a:gd name="connsiteY1" fmla="*/ 323215 h 408305"/>
                    <a:gd name="connisteX2" fmla="*/ 0 w 445135"/>
                    <a:gd name="connsiteY2" fmla="*/ 408305 h 408305"/>
                  </a:gdLst>
                  <a:ahLst/>
                  <a:cxnLst>
                    <a:cxn ang="0">
                      <a:pos x="connisteX0" y="connsiteY0"/>
                    </a:cxn>
                    <a:cxn ang="0">
                      <a:pos x="connisteX1" y="connsiteY1"/>
                    </a:cxn>
                    <a:cxn ang="0">
                      <a:pos x="connisteX2" y="connsiteY2"/>
                    </a:cxn>
                  </a:cxnLst>
                  <a:rect l="l" t="t" r="r" b="b"/>
                  <a:pathLst>
                    <a:path w="445135" h="408305">
                      <a:moveTo>
                        <a:pt x="445135" y="0"/>
                      </a:moveTo>
                      <a:cubicBezTo>
                        <a:pt x="426085" y="62865"/>
                        <a:pt x="406400" y="241300"/>
                        <a:pt x="317500" y="323215"/>
                      </a:cubicBezTo>
                      <a:cubicBezTo>
                        <a:pt x="228600" y="405130"/>
                        <a:pt x="60960" y="397510"/>
                        <a:pt x="0" y="408305"/>
                      </a:cubicBezTo>
                    </a:path>
                  </a:pathLst>
                </a:custGeom>
                <a:noFill/>
                <a:ln w="38100" cap="flat" cmpd="sng" algn="ctr">
                  <a:solidFill>
                    <a:srgbClr val="00B050"/>
                  </a:solidFill>
                  <a:prstDash val="solid"/>
                  <a:miter lim="800000"/>
                  <a:headEnd type="none"/>
                  <a:tailEnd type="triangle" w="med" len="med"/>
                </a:ln>
                <a:effec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grpSp>
          <p:sp>
            <p:nvSpPr>
              <p:cNvPr id="855" name="文本框 854"/>
              <p:cNvSpPr txBox="1"/>
              <p:nvPr/>
            </p:nvSpPr>
            <p:spPr>
              <a:xfrm>
                <a:off x="8960777" y="4103622"/>
                <a:ext cx="1714333" cy="630334"/>
              </a:xfrm>
              <a:prstGeom prst="rect">
                <a:avLst/>
              </a:prstGeom>
              <a:noFill/>
            </p:spPr>
            <p:txBody>
              <a:bodyPr wrap="square" rtlCol="0">
                <a:spAutoFit/>
              </a:bodyPr>
              <a:lstStyle/>
              <a:p>
                <a:pPr>
                  <a:lnSpc>
                    <a:spcPct val="110000"/>
                  </a:lnSpc>
                </a:pPr>
                <a:r>
                  <a:rPr lang="zh-CN" altLang="en-US" sz="1000" dirty="0">
                    <a:latin typeface="宋体" panose="02010600030101010101" pitchFamily="2" charset="-122"/>
                    <a:sym typeface="+mn-ea"/>
                  </a:rPr>
                  <a:t>车头泊入（右）</a:t>
                </a:r>
                <a:endParaRPr lang="en-US" altLang="zh-CN" sz="1000" dirty="0">
                  <a:latin typeface="宋体" panose="02010600030101010101" pitchFamily="2" charset="-122"/>
                  <a:sym typeface="+mn-ea"/>
                </a:endParaRPr>
              </a:p>
              <a:p>
                <a:pPr>
                  <a:lnSpc>
                    <a:spcPct val="110000"/>
                  </a:lnSpc>
                </a:pPr>
                <a:r>
                  <a:rPr lang="zh-CN" altLang="en-US" sz="1000" dirty="0">
                    <a:latin typeface="宋体" panose="02010600030101010101" pitchFamily="2" charset="-122"/>
                    <a:sym typeface="+mn-ea"/>
                  </a:rPr>
                  <a:t>推荐车尾右泊出</a:t>
                </a:r>
              </a:p>
            </p:txBody>
          </p:sp>
        </p:grpSp>
        <p:cxnSp>
          <p:nvCxnSpPr>
            <p:cNvPr id="853" name="直接箭头连接符 852"/>
            <p:cNvCxnSpPr/>
            <p:nvPr/>
          </p:nvCxnSpPr>
          <p:spPr>
            <a:xfrm>
              <a:off x="9791196" y="3996496"/>
              <a:ext cx="114591" cy="231717"/>
            </a:xfrm>
            <a:prstGeom prst="straightConnector1">
              <a:avLst/>
            </a:prstGeom>
            <a:noFill/>
            <a:ln w="38100" cap="flat" cmpd="sng" algn="ctr">
              <a:solidFill>
                <a:srgbClr val="FFC000"/>
              </a:solidFill>
              <a:prstDash val="solid"/>
              <a:miter lim="800000"/>
              <a:headEnd type="none"/>
              <a:tailEnd type="triangle" w="med" len="med"/>
            </a:ln>
            <a:effectLst/>
          </p:spPr>
        </p:cxnSp>
      </p:grpSp>
      <p:sp>
        <p:nvSpPr>
          <p:cNvPr id="870" name="文本框 869"/>
          <p:cNvSpPr txBox="1"/>
          <p:nvPr/>
        </p:nvSpPr>
        <p:spPr>
          <a:xfrm>
            <a:off x="6101974" y="4382310"/>
            <a:ext cx="1839703" cy="579454"/>
          </a:xfrm>
          <a:prstGeom prst="rect">
            <a:avLst/>
          </a:prstGeom>
          <a:noFill/>
        </p:spPr>
        <p:txBody>
          <a:bodyPr wrap="square" rtlCol="0">
            <a:spAutoFit/>
          </a:bodyPr>
          <a:lstStyle/>
          <a:p>
            <a:pPr>
              <a:lnSpc>
                <a:spcPct val="110000"/>
              </a:lnSpc>
            </a:pPr>
            <a:r>
              <a:rPr lang="zh-CN" altLang="en-US" sz="1000" dirty="0">
                <a:latin typeface="宋体" panose="02010600030101010101" pitchFamily="2" charset="-122"/>
                <a:sym typeface="+mn-ea"/>
              </a:rPr>
              <a:t>原左侧泊入，</a:t>
            </a:r>
            <a:endParaRPr lang="en-US" altLang="zh-CN" sz="1000" dirty="0">
              <a:latin typeface="宋体" panose="02010600030101010101" pitchFamily="2" charset="-122"/>
              <a:sym typeface="+mn-ea"/>
            </a:endParaRPr>
          </a:p>
          <a:p>
            <a:pPr>
              <a:lnSpc>
                <a:spcPct val="110000"/>
              </a:lnSpc>
            </a:pPr>
            <a:r>
              <a:rPr lang="zh-CN" altLang="en-US" sz="1000" dirty="0">
                <a:latin typeface="宋体" panose="02010600030101010101" pitchFamily="2" charset="-122"/>
                <a:sym typeface="+mn-ea"/>
              </a:rPr>
              <a:t>推荐右侧泊出，</a:t>
            </a:r>
            <a:endParaRPr lang="en-US" altLang="zh-CN" sz="1000" dirty="0">
              <a:latin typeface="宋体" panose="02010600030101010101" pitchFamily="2" charset="-122"/>
              <a:sym typeface="+mn-ea"/>
            </a:endParaRPr>
          </a:p>
          <a:p>
            <a:pPr>
              <a:lnSpc>
                <a:spcPct val="110000"/>
              </a:lnSpc>
            </a:pPr>
            <a:r>
              <a:rPr lang="zh-CN" altLang="en-US" sz="1000" dirty="0">
                <a:latin typeface="宋体" panose="02010600030101010101" pitchFamily="2" charset="-122"/>
                <a:sym typeface="+mn-ea"/>
              </a:rPr>
              <a:t>车辆左侧可选泊出</a:t>
            </a:r>
          </a:p>
        </p:txBody>
      </p:sp>
      <p:sp>
        <p:nvSpPr>
          <p:cNvPr id="871" name="任意多边形 870"/>
          <p:cNvSpPr/>
          <p:nvPr/>
        </p:nvSpPr>
        <p:spPr>
          <a:xfrm flipH="1">
            <a:off x="3944971" y="3077709"/>
            <a:ext cx="170593" cy="169649"/>
          </a:xfrm>
          <a:custGeom>
            <a:avLst/>
            <a:gdLst>
              <a:gd name="connisteX0" fmla="*/ 445135 w 445135"/>
              <a:gd name="connsiteY0" fmla="*/ 0 h 408305"/>
              <a:gd name="connisteX1" fmla="*/ 317500 w 445135"/>
              <a:gd name="connsiteY1" fmla="*/ 323215 h 408305"/>
              <a:gd name="connisteX2" fmla="*/ 0 w 445135"/>
              <a:gd name="connsiteY2" fmla="*/ 408305 h 408305"/>
            </a:gdLst>
            <a:ahLst/>
            <a:cxnLst>
              <a:cxn ang="0">
                <a:pos x="connisteX0" y="connsiteY0"/>
              </a:cxn>
              <a:cxn ang="0">
                <a:pos x="connisteX1" y="connsiteY1"/>
              </a:cxn>
              <a:cxn ang="0">
                <a:pos x="connisteX2" y="connsiteY2"/>
              </a:cxn>
            </a:cxnLst>
            <a:rect l="l" t="t" r="r" b="b"/>
            <a:pathLst>
              <a:path w="445135" h="408305">
                <a:moveTo>
                  <a:pt x="445135" y="0"/>
                </a:moveTo>
                <a:cubicBezTo>
                  <a:pt x="426085" y="62865"/>
                  <a:pt x="406400" y="241300"/>
                  <a:pt x="317500" y="323215"/>
                </a:cubicBezTo>
                <a:cubicBezTo>
                  <a:pt x="228600" y="405130"/>
                  <a:pt x="60960" y="397510"/>
                  <a:pt x="0" y="408305"/>
                </a:cubicBezTo>
              </a:path>
            </a:pathLst>
          </a:custGeom>
          <a:noFill/>
          <a:ln w="38100" cap="flat" cmpd="sng" algn="ctr">
            <a:solidFill>
              <a:srgbClr val="FFC000"/>
            </a:solidFill>
            <a:prstDash val="solid"/>
            <a:miter lim="800000"/>
            <a:headEnd type="none"/>
            <a:tailEnd type="triangle" w="med" len="med"/>
          </a:ln>
          <a:effec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sp>
        <p:nvSpPr>
          <p:cNvPr id="872" name="任意多边形 871"/>
          <p:cNvSpPr/>
          <p:nvPr/>
        </p:nvSpPr>
        <p:spPr>
          <a:xfrm>
            <a:off x="4918766" y="3092110"/>
            <a:ext cx="197245" cy="130743"/>
          </a:xfrm>
          <a:custGeom>
            <a:avLst/>
            <a:gdLst>
              <a:gd name="connisteX0" fmla="*/ 445135 w 445135"/>
              <a:gd name="connsiteY0" fmla="*/ 0 h 408305"/>
              <a:gd name="connisteX1" fmla="*/ 317500 w 445135"/>
              <a:gd name="connsiteY1" fmla="*/ 323215 h 408305"/>
              <a:gd name="connisteX2" fmla="*/ 0 w 445135"/>
              <a:gd name="connsiteY2" fmla="*/ 408305 h 408305"/>
            </a:gdLst>
            <a:ahLst/>
            <a:cxnLst>
              <a:cxn ang="0">
                <a:pos x="connisteX0" y="connsiteY0"/>
              </a:cxn>
              <a:cxn ang="0">
                <a:pos x="connisteX1" y="connsiteY1"/>
              </a:cxn>
              <a:cxn ang="0">
                <a:pos x="connisteX2" y="connsiteY2"/>
              </a:cxn>
            </a:cxnLst>
            <a:rect l="l" t="t" r="r" b="b"/>
            <a:pathLst>
              <a:path w="445135" h="408305">
                <a:moveTo>
                  <a:pt x="445135" y="0"/>
                </a:moveTo>
                <a:cubicBezTo>
                  <a:pt x="426085" y="62865"/>
                  <a:pt x="406400" y="241300"/>
                  <a:pt x="317500" y="323215"/>
                </a:cubicBezTo>
                <a:cubicBezTo>
                  <a:pt x="228600" y="405130"/>
                  <a:pt x="60960" y="397510"/>
                  <a:pt x="0" y="408305"/>
                </a:cubicBezTo>
              </a:path>
            </a:pathLst>
          </a:custGeom>
          <a:noFill/>
          <a:ln w="38100" cap="flat" cmpd="sng" algn="ctr">
            <a:solidFill>
              <a:srgbClr val="FFC000"/>
            </a:solidFill>
            <a:prstDash val="solid"/>
            <a:miter lim="800000"/>
            <a:headEnd type="none"/>
            <a:tailEnd type="triangle" w="med" len="med"/>
          </a:ln>
          <a:effec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sp>
        <p:nvSpPr>
          <p:cNvPr id="873" name="任意多边形 872"/>
          <p:cNvSpPr/>
          <p:nvPr/>
        </p:nvSpPr>
        <p:spPr>
          <a:xfrm>
            <a:off x="6965559" y="3092110"/>
            <a:ext cx="199826" cy="147259"/>
          </a:xfrm>
          <a:custGeom>
            <a:avLst/>
            <a:gdLst>
              <a:gd name="connisteX0" fmla="*/ 445135 w 445135"/>
              <a:gd name="connsiteY0" fmla="*/ 0 h 408305"/>
              <a:gd name="connisteX1" fmla="*/ 317500 w 445135"/>
              <a:gd name="connsiteY1" fmla="*/ 323215 h 408305"/>
              <a:gd name="connisteX2" fmla="*/ 0 w 445135"/>
              <a:gd name="connsiteY2" fmla="*/ 408305 h 408305"/>
            </a:gdLst>
            <a:ahLst/>
            <a:cxnLst>
              <a:cxn ang="0">
                <a:pos x="connisteX0" y="connsiteY0"/>
              </a:cxn>
              <a:cxn ang="0">
                <a:pos x="connisteX1" y="connsiteY1"/>
              </a:cxn>
              <a:cxn ang="0">
                <a:pos x="connisteX2" y="connsiteY2"/>
              </a:cxn>
            </a:cxnLst>
            <a:rect l="l" t="t" r="r" b="b"/>
            <a:pathLst>
              <a:path w="445135" h="408305">
                <a:moveTo>
                  <a:pt x="445135" y="0"/>
                </a:moveTo>
                <a:cubicBezTo>
                  <a:pt x="426085" y="62865"/>
                  <a:pt x="406400" y="241300"/>
                  <a:pt x="317500" y="323215"/>
                </a:cubicBezTo>
                <a:cubicBezTo>
                  <a:pt x="228600" y="405130"/>
                  <a:pt x="60960" y="397510"/>
                  <a:pt x="0" y="408305"/>
                </a:cubicBezTo>
              </a:path>
            </a:pathLst>
          </a:custGeom>
          <a:noFill/>
          <a:ln w="38100" cap="flat" cmpd="sng" algn="ctr">
            <a:solidFill>
              <a:srgbClr val="FFC000"/>
            </a:solidFill>
            <a:prstDash val="solid"/>
            <a:miter lim="800000"/>
            <a:headEnd type="none"/>
            <a:tailEnd type="triangle" w="med" len="med"/>
          </a:ln>
          <a:effec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sp>
        <p:nvSpPr>
          <p:cNvPr id="874" name="任意多边形 873"/>
          <p:cNvSpPr/>
          <p:nvPr/>
        </p:nvSpPr>
        <p:spPr>
          <a:xfrm flipH="1">
            <a:off x="6113777" y="3075721"/>
            <a:ext cx="202554" cy="155627"/>
          </a:xfrm>
          <a:custGeom>
            <a:avLst/>
            <a:gdLst>
              <a:gd name="connisteX0" fmla="*/ 445135 w 445135"/>
              <a:gd name="connsiteY0" fmla="*/ 0 h 408305"/>
              <a:gd name="connisteX1" fmla="*/ 317500 w 445135"/>
              <a:gd name="connsiteY1" fmla="*/ 323215 h 408305"/>
              <a:gd name="connisteX2" fmla="*/ 0 w 445135"/>
              <a:gd name="connsiteY2" fmla="*/ 408305 h 408305"/>
            </a:gdLst>
            <a:ahLst/>
            <a:cxnLst>
              <a:cxn ang="0">
                <a:pos x="connisteX0" y="connsiteY0"/>
              </a:cxn>
              <a:cxn ang="0">
                <a:pos x="connisteX1" y="connsiteY1"/>
              </a:cxn>
              <a:cxn ang="0">
                <a:pos x="connisteX2" y="connsiteY2"/>
              </a:cxn>
            </a:cxnLst>
            <a:rect l="l" t="t" r="r" b="b"/>
            <a:pathLst>
              <a:path w="445135" h="408305">
                <a:moveTo>
                  <a:pt x="445135" y="0"/>
                </a:moveTo>
                <a:cubicBezTo>
                  <a:pt x="426085" y="62865"/>
                  <a:pt x="406400" y="241300"/>
                  <a:pt x="317500" y="323215"/>
                </a:cubicBezTo>
                <a:cubicBezTo>
                  <a:pt x="228600" y="405130"/>
                  <a:pt x="60960" y="397510"/>
                  <a:pt x="0" y="408305"/>
                </a:cubicBezTo>
              </a:path>
            </a:pathLst>
          </a:custGeom>
          <a:noFill/>
          <a:ln w="38100" cap="flat" cmpd="sng" algn="ctr">
            <a:solidFill>
              <a:srgbClr val="FFC000"/>
            </a:solidFill>
            <a:prstDash val="solid"/>
            <a:miter lim="800000"/>
            <a:headEnd type="none"/>
            <a:tailEnd type="triangle" w="med" len="med"/>
          </a:ln>
          <a:effec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spTree>
    <p:custDataLst>
      <p:tags r:id="rId1"/>
    </p:custDataLst>
    <p:extLst>
      <p:ext uri="{BB962C8B-B14F-4D97-AF65-F5344CB8AC3E}">
        <p14:creationId xmlns:p14="http://schemas.microsoft.com/office/powerpoint/2010/main" val="31977968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79202" y="233084"/>
            <a:ext cx="677732" cy="4034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1323" tIns="35662" rIns="71323" bIns="35662" rtlCol="0" anchor="ctr"/>
          <a:lstStyle/>
          <a:p>
            <a:pPr algn="ctr"/>
            <a:r>
              <a:rPr lang="en-US" altLang="zh-CN" sz="2200" b="1" dirty="0" smtClean="0">
                <a:solidFill>
                  <a:schemeClr val="tx1"/>
                </a:solidFill>
                <a:latin typeface="微软雅黑" panose="020B0503020204020204" pitchFamily="34" charset="-122"/>
                <a:ea typeface="微软雅黑" panose="020B0503020204020204" pitchFamily="34" charset="-122"/>
              </a:rPr>
              <a:t>02</a:t>
            </a:r>
            <a:endParaRPr lang="zh-CN" altLang="en-US" sz="2200" b="1" dirty="0">
              <a:solidFill>
                <a:schemeClr val="tx1"/>
              </a:solidFill>
              <a:latin typeface="微软雅黑" panose="020B0503020204020204" pitchFamily="34" charset="-122"/>
              <a:ea typeface="微软雅黑" panose="020B0503020204020204" pitchFamily="34" charset="-122"/>
            </a:endParaRPr>
          </a:p>
        </p:txBody>
      </p:sp>
      <p:sp>
        <p:nvSpPr>
          <p:cNvPr id="31" name="标题 1"/>
          <p:cNvSpPr txBox="1"/>
          <p:nvPr/>
        </p:nvSpPr>
        <p:spPr bwMode="auto">
          <a:xfrm>
            <a:off x="1056937" y="210144"/>
            <a:ext cx="3416007" cy="476250"/>
          </a:xfrm>
          <a:prstGeom prst="rect">
            <a:avLst/>
          </a:prstGeom>
          <a:noFill/>
          <a:ln w="9525">
            <a:noFill/>
            <a:miter lim="800000"/>
          </a:ln>
        </p:spPr>
        <p:txBody>
          <a:bodyPr lIns="91429" tIns="45714" rIns="91429" bIns="45714" anchor="ctr"/>
          <a:lstStyle/>
          <a:p>
            <a:r>
              <a:rPr lang="zh-CN" altLang="en-US" sz="2400" b="1" dirty="0" smtClean="0">
                <a:solidFill>
                  <a:srgbClr val="7F7F7F"/>
                </a:solidFill>
                <a:latin typeface="+mn-ea"/>
                <a:ea typeface="+mn-ea"/>
                <a:cs typeface="Arial Unicode MS" panose="020B0604020202020204" pitchFamily="34" charset="-122"/>
              </a:rPr>
              <a:t>完全泊出逻辑策略说明</a:t>
            </a:r>
            <a:endParaRPr lang="zh-CN" altLang="en-US" sz="2400" b="1" dirty="0">
              <a:solidFill>
                <a:srgbClr val="7F7F7F"/>
              </a:solidFill>
              <a:latin typeface="+mn-ea"/>
              <a:ea typeface="+mn-ea"/>
              <a:cs typeface="Arial Unicode MS" panose="020B0604020202020204" pitchFamily="34" charset="-122"/>
            </a:endParaRPr>
          </a:p>
        </p:txBody>
      </p:sp>
      <p:sp>
        <p:nvSpPr>
          <p:cNvPr id="13" name="TextBox 12"/>
          <p:cNvSpPr txBox="1"/>
          <p:nvPr/>
        </p:nvSpPr>
        <p:spPr>
          <a:xfrm>
            <a:off x="8618220" y="5345966"/>
            <a:ext cx="454732" cy="338554"/>
          </a:xfrm>
          <a:prstGeom prst="rect">
            <a:avLst/>
          </a:prstGeom>
          <a:solidFill>
            <a:schemeClr val="bg1"/>
          </a:solidFill>
          <a:ln>
            <a:solidFill>
              <a:schemeClr val="bg1"/>
            </a:solidFill>
          </a:ln>
        </p:spPr>
        <p:txBody>
          <a:bodyPr wrap="square" rtlCol="0">
            <a:spAutoFit/>
          </a:bodyPr>
          <a:lstStyle/>
          <a:p>
            <a:r>
              <a:rPr lang="en-US" altLang="zh-CN" sz="1600" dirty="0" smtClean="0">
                <a:latin typeface="+mn-ea"/>
                <a:ea typeface="+mn-ea"/>
              </a:rPr>
              <a:t>  </a:t>
            </a:r>
            <a:endParaRPr lang="zh-CN" altLang="en-US" sz="1600" dirty="0">
              <a:latin typeface="+mn-ea"/>
              <a:ea typeface="+mn-ea"/>
            </a:endParaRPr>
          </a:p>
        </p:txBody>
      </p:sp>
      <p:sp>
        <p:nvSpPr>
          <p:cNvPr id="5"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灯片编号占位符 2"/>
          <p:cNvSpPr txBox="1">
            <a:spLocks/>
          </p:cNvSpPr>
          <p:nvPr/>
        </p:nvSpPr>
        <p:spPr>
          <a:xfrm>
            <a:off x="5584611" y="6849318"/>
            <a:ext cx="1021191" cy="224284"/>
          </a:xfrm>
          <a:prstGeom prst="rect">
            <a:avLst/>
          </a:prstGeom>
        </p:spPr>
        <p:txBody>
          <a:bodyPr/>
          <a:lstStyle>
            <a:defPPr>
              <a:defRPr lang="zh-CN"/>
            </a:defPPr>
            <a:lvl1pPr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1pPr>
            <a:lvl2pPr marL="455930" indent="-444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2pPr>
            <a:lvl3pPr marL="913130" indent="-92075"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3pPr>
            <a:lvl4pPr marL="1370330" indent="-13843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4pPr>
            <a:lvl5pPr marL="1825625" indent="-1841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9pPr>
          </a:lstStyle>
          <a:p>
            <a:pPr>
              <a:defRPr/>
            </a:pPr>
            <a:fld id="{0D91A68C-EF75-448C-824C-11AEAA06B251}" type="slidenum">
              <a:rPr lang="en-GB" smtClean="0">
                <a:solidFill>
                  <a:prstClr val="black">
                    <a:tint val="75000"/>
                  </a:prstClr>
                </a:solidFill>
              </a:rPr>
              <a:pPr>
                <a:defRPr/>
              </a:pPr>
              <a:t>7</a:t>
            </a:fld>
            <a:endParaRPr lang="en-GB">
              <a:solidFill>
                <a:prstClr val="black">
                  <a:tint val="75000"/>
                </a:prstClr>
              </a:solidFill>
            </a:endParaRPr>
          </a:p>
        </p:txBody>
      </p:sp>
      <p:sp>
        <p:nvSpPr>
          <p:cNvPr id="8" name="页脚占位符 3"/>
          <p:cNvSpPr txBox="1">
            <a:spLocks/>
          </p:cNvSpPr>
          <p:nvPr/>
        </p:nvSpPr>
        <p:spPr>
          <a:xfrm>
            <a:off x="6928015" y="6848955"/>
            <a:ext cx="5242516" cy="224284"/>
          </a:xfrm>
          <a:prstGeom prst="rect">
            <a:avLst/>
          </a:prstGeom>
        </p:spPr>
        <p:txBody>
          <a:bodyPr/>
          <a:lstStyle>
            <a:defPPr>
              <a:defRPr lang="zh-CN"/>
            </a:defPPr>
            <a:lvl1pPr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1pPr>
            <a:lvl2pPr marL="455930" indent="-444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2pPr>
            <a:lvl3pPr marL="913130" indent="-92075"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3pPr>
            <a:lvl4pPr marL="1370330" indent="-13843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4pPr>
            <a:lvl5pPr marL="1825625" indent="-1841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9pPr>
          </a:lstStyle>
          <a:p>
            <a:pPr>
              <a:defRPr/>
            </a:pPr>
            <a:r>
              <a:rPr lang="en-US" altLang="zh-TW" smtClean="0">
                <a:solidFill>
                  <a:prstClr val="black">
                    <a:tint val="75000"/>
                  </a:prstClr>
                </a:solidFill>
              </a:rPr>
              <a:t>© 2024 TTE GROUP ALL RIGHT RESERVED | DO NOT FORWARD WITHOUT PERMISSION</a:t>
            </a:r>
            <a:endParaRPr lang="zh-TW" altLang="en-US" dirty="0">
              <a:solidFill>
                <a:prstClr val="black">
                  <a:tint val="75000"/>
                </a:prstClr>
              </a:solidFill>
            </a:endParaRPr>
          </a:p>
        </p:txBody>
      </p:sp>
      <p:sp>
        <p:nvSpPr>
          <p:cNvPr id="9" name="TextBox 20"/>
          <p:cNvSpPr txBox="1"/>
          <p:nvPr/>
        </p:nvSpPr>
        <p:spPr>
          <a:xfrm>
            <a:off x="0" y="815513"/>
            <a:ext cx="8393635" cy="461665"/>
          </a:xfrm>
          <a:prstGeom prst="rect">
            <a:avLst/>
          </a:prstGeom>
          <a:noFill/>
        </p:spPr>
        <p:txBody>
          <a:bodyPr wrap="square" rtlCol="0">
            <a:spAutoFit/>
          </a:bodyPr>
          <a:lstStyle/>
          <a:p>
            <a:pPr marL="742950" lvl="2" indent="-285750">
              <a:lnSpc>
                <a:spcPct val="150000"/>
              </a:lnSpc>
              <a:buFont typeface="Wingdings" panose="05000000000000000000" pitchFamily="2" charset="2"/>
              <a:buChar char="p"/>
            </a:pPr>
            <a:r>
              <a:rPr lang="zh-CN" altLang="en-US" sz="1600" dirty="0">
                <a:latin typeface="+mn-ea"/>
              </a:rPr>
              <a:t>获取</a:t>
            </a:r>
            <a:r>
              <a:rPr lang="zh-CN" altLang="en-US" sz="1600" dirty="0" smtClean="0">
                <a:latin typeface="+mn-ea"/>
              </a:rPr>
              <a:t>泊出车位框</a:t>
            </a:r>
            <a:endParaRPr lang="en-US" altLang="zh-CN" sz="1600" dirty="0" smtClean="0">
              <a:latin typeface="+mn-ea"/>
            </a:endParaRPr>
          </a:p>
        </p:txBody>
      </p:sp>
      <p:sp>
        <p:nvSpPr>
          <p:cNvPr id="699" name="文本框 13"/>
          <p:cNvSpPr txBox="1"/>
          <p:nvPr/>
        </p:nvSpPr>
        <p:spPr>
          <a:xfrm>
            <a:off x="0" y="1347307"/>
            <a:ext cx="5464969" cy="2377574"/>
          </a:xfrm>
          <a:prstGeom prst="rect">
            <a:avLst/>
          </a:prstGeom>
          <a:noFill/>
        </p:spPr>
        <p:txBody>
          <a:bodyPr wrap="square" rtlCol="0">
            <a:spAutoFit/>
          </a:bodyPr>
          <a:lstStyle>
            <a:defPPr>
              <a:defRPr lang="zh-TW"/>
            </a:defPPr>
            <a:lvl3pPr marL="457200" lvl="2" indent="0">
              <a:lnSpc>
                <a:spcPct val="150000"/>
              </a:lnSpc>
              <a:defRPr sz="1800">
                <a:latin typeface="+mn-ea"/>
              </a:defRPr>
            </a:lvl3pPr>
          </a:lstStyle>
          <a:p>
            <a:pPr marL="742950" lvl="2" indent="-285750">
              <a:buFont typeface="Wingdings" panose="05000000000000000000" pitchFamily="2" charset="2"/>
              <a:buChar char="Ø"/>
            </a:pPr>
            <a:r>
              <a:rPr lang="zh-CN" altLang="en-US" sz="1100" dirty="0" smtClean="0">
                <a:latin typeface="+mn-lt"/>
              </a:rPr>
              <a:t>用户选择好泊出类型后，地图构建模块获取车位框信息来建立边界，车位框信息如果出现缺失或识别错误</a:t>
            </a:r>
            <a:r>
              <a:rPr lang="zh-CN" altLang="en-US" sz="1100" dirty="0">
                <a:latin typeface="+mn-lt"/>
              </a:rPr>
              <a:t>，需要地图构建</a:t>
            </a:r>
            <a:r>
              <a:rPr lang="zh-CN" altLang="en-US" sz="1100" dirty="0" smtClean="0">
                <a:latin typeface="+mn-lt"/>
              </a:rPr>
              <a:t>模块判断并修复。</a:t>
            </a:r>
            <a:endParaRPr lang="en-US" altLang="zh-CN" sz="1100" dirty="0" smtClean="0">
              <a:latin typeface="+mn-lt"/>
            </a:endParaRPr>
          </a:p>
          <a:p>
            <a:pPr marL="742950" lvl="2" indent="-285750">
              <a:buFont typeface="Wingdings" panose="05000000000000000000" pitchFamily="2" charset="2"/>
              <a:buChar char="Ø"/>
            </a:pPr>
            <a:r>
              <a:rPr lang="zh-CN" altLang="en-US" sz="1100" dirty="0" smtClean="0">
                <a:latin typeface="+mn-lt"/>
              </a:rPr>
              <a:t>情况</a:t>
            </a:r>
            <a:r>
              <a:rPr lang="en-US" altLang="zh-CN" sz="1100" dirty="0" smtClean="0">
                <a:latin typeface="+mn-lt"/>
              </a:rPr>
              <a:t>1</a:t>
            </a:r>
            <a:r>
              <a:rPr lang="zh-CN" altLang="en-US" sz="1100" dirty="0" smtClean="0">
                <a:latin typeface="+mn-lt"/>
              </a:rPr>
              <a:t>：所有车位框坐标以及车位框类型都正常识别；</a:t>
            </a:r>
            <a:endParaRPr lang="en-US" altLang="zh-CN" sz="1100" dirty="0" smtClean="0">
              <a:latin typeface="+mn-lt"/>
            </a:endParaRPr>
          </a:p>
          <a:p>
            <a:pPr marL="742950" lvl="2" indent="-285750">
              <a:buFont typeface="Wingdings" panose="05000000000000000000" pitchFamily="2" charset="2"/>
              <a:buChar char="Ø"/>
            </a:pPr>
            <a:r>
              <a:rPr lang="zh-CN" altLang="en-US" sz="1100" dirty="0" smtClean="0">
                <a:latin typeface="+mn-lt"/>
              </a:rPr>
              <a:t>情况</a:t>
            </a:r>
            <a:r>
              <a:rPr lang="en-US" altLang="zh-CN" sz="1100" dirty="0" smtClean="0">
                <a:latin typeface="+mn-lt"/>
              </a:rPr>
              <a:t>2</a:t>
            </a:r>
            <a:r>
              <a:rPr lang="zh-CN" altLang="en-US" sz="1100" dirty="0" smtClean="0">
                <a:latin typeface="+mn-lt"/>
              </a:rPr>
              <a:t>：所有车位框坐标正常识别，但车位框类型识别错误，比如：把阶梯斜列车位类型识别成垂直车位类型或水平车位；</a:t>
            </a:r>
            <a:endParaRPr lang="en-US" altLang="zh-CN" sz="1100" dirty="0" smtClean="0">
              <a:latin typeface="+mn-lt"/>
            </a:endParaRPr>
          </a:p>
          <a:p>
            <a:pPr marL="742950" lvl="2" indent="-285750">
              <a:buFont typeface="Wingdings" panose="05000000000000000000" pitchFamily="2" charset="2"/>
              <a:buChar char="Ø"/>
            </a:pPr>
            <a:r>
              <a:rPr lang="zh-CN" altLang="en-US" sz="1100" dirty="0" smtClean="0">
                <a:latin typeface="+mn-lt"/>
              </a:rPr>
              <a:t>情况</a:t>
            </a:r>
            <a:r>
              <a:rPr lang="en-US" altLang="zh-CN" sz="1100" dirty="0" smtClean="0">
                <a:latin typeface="+mn-lt"/>
              </a:rPr>
              <a:t>3</a:t>
            </a:r>
            <a:r>
              <a:rPr lang="zh-CN" altLang="en-US" sz="1100" dirty="0" smtClean="0">
                <a:latin typeface="+mn-lt"/>
              </a:rPr>
              <a:t>：车位框识别残缺不完整，当前自身车位框识别不到但识别出周围车位框；</a:t>
            </a:r>
            <a:endParaRPr lang="en-US" altLang="zh-CN" sz="1100" dirty="0" smtClean="0">
              <a:latin typeface="+mn-lt"/>
            </a:endParaRPr>
          </a:p>
          <a:p>
            <a:pPr marL="742950" lvl="2" indent="-285750">
              <a:buFont typeface="Wingdings" panose="05000000000000000000" pitchFamily="2" charset="2"/>
              <a:buChar char="Ø"/>
            </a:pPr>
            <a:r>
              <a:rPr lang="zh-CN" altLang="en-US" sz="1100" dirty="0" smtClean="0">
                <a:latin typeface="+mn-lt"/>
              </a:rPr>
              <a:t>情况</a:t>
            </a:r>
            <a:r>
              <a:rPr lang="en-US" altLang="zh-CN" sz="1100" dirty="0" smtClean="0">
                <a:latin typeface="+mn-lt"/>
              </a:rPr>
              <a:t>4</a:t>
            </a:r>
            <a:r>
              <a:rPr lang="zh-CN" altLang="en-US" sz="1100" dirty="0" smtClean="0">
                <a:latin typeface="+mn-lt"/>
              </a:rPr>
              <a:t>：没有有效的车位框数据，用感知信息（</a:t>
            </a:r>
            <a:r>
              <a:rPr lang="en-US" altLang="zh-CN" sz="1100" dirty="0" smtClean="0">
                <a:latin typeface="+mn-lt"/>
              </a:rPr>
              <a:t>FSD</a:t>
            </a:r>
            <a:r>
              <a:rPr lang="zh-CN" altLang="en-US" sz="1100" dirty="0" smtClean="0">
                <a:latin typeface="+mn-lt"/>
              </a:rPr>
              <a:t>、</a:t>
            </a:r>
            <a:r>
              <a:rPr lang="en-US" altLang="zh-CN" sz="1100" dirty="0" err="1" smtClean="0">
                <a:latin typeface="+mn-lt"/>
              </a:rPr>
              <a:t>Senser</a:t>
            </a:r>
            <a:r>
              <a:rPr lang="zh-CN" altLang="en-US" sz="1100" dirty="0" smtClean="0">
                <a:latin typeface="+mn-lt"/>
              </a:rPr>
              <a:t>、</a:t>
            </a:r>
            <a:r>
              <a:rPr lang="en-US" altLang="zh-CN" sz="1100" dirty="0" smtClean="0">
                <a:latin typeface="+mn-lt"/>
              </a:rPr>
              <a:t>OD</a:t>
            </a:r>
            <a:r>
              <a:rPr lang="zh-CN" altLang="en-US" sz="1100" dirty="0" smtClean="0">
                <a:latin typeface="+mn-lt"/>
              </a:rPr>
              <a:t>、</a:t>
            </a:r>
            <a:r>
              <a:rPr lang="en-US" altLang="zh-CN" sz="1100" dirty="0" smtClean="0">
                <a:latin typeface="+mn-lt"/>
              </a:rPr>
              <a:t>PDC</a:t>
            </a:r>
            <a:r>
              <a:rPr lang="zh-CN" altLang="en-US" sz="1100" dirty="0" smtClean="0">
                <a:latin typeface="+mn-lt"/>
              </a:rPr>
              <a:t>）构造虚拟车位框；</a:t>
            </a:r>
            <a:endParaRPr lang="en-US" altLang="zh-CN" sz="1100" dirty="0">
              <a:latin typeface="+mn-lt"/>
            </a:endParaRPr>
          </a:p>
        </p:txBody>
      </p:sp>
      <p:grpSp>
        <p:nvGrpSpPr>
          <p:cNvPr id="720" name="组合 719"/>
          <p:cNvGrpSpPr>
            <a:grpSpLocks noChangeAspect="1"/>
          </p:cNvGrpSpPr>
          <p:nvPr/>
        </p:nvGrpSpPr>
        <p:grpSpPr>
          <a:xfrm>
            <a:off x="6567559" y="1198349"/>
            <a:ext cx="1548678" cy="1350619"/>
            <a:chOff x="1271" y="1126"/>
            <a:chExt cx="3802" cy="3316"/>
          </a:xfrm>
        </p:grpSpPr>
        <p:sp>
          <p:nvSpPr>
            <p:cNvPr id="721" name="矩形 720"/>
            <p:cNvSpPr/>
            <p:nvPr/>
          </p:nvSpPr>
          <p:spPr>
            <a:xfrm>
              <a:off x="2547" y="1552"/>
              <a:ext cx="1255" cy="1982"/>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sp>
          <p:nvSpPr>
            <p:cNvPr id="722" name="矩形 721"/>
            <p:cNvSpPr/>
            <p:nvPr/>
          </p:nvSpPr>
          <p:spPr>
            <a:xfrm>
              <a:off x="3802" y="1552"/>
              <a:ext cx="1255" cy="1982"/>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sp>
          <p:nvSpPr>
            <p:cNvPr id="723" name="矩形 722"/>
            <p:cNvSpPr/>
            <p:nvPr/>
          </p:nvSpPr>
          <p:spPr>
            <a:xfrm>
              <a:off x="1292" y="1552"/>
              <a:ext cx="1255" cy="1982"/>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cxnSp>
          <p:nvCxnSpPr>
            <p:cNvPr id="724" name="直接连接符 723"/>
            <p:cNvCxnSpPr/>
            <p:nvPr/>
          </p:nvCxnSpPr>
          <p:spPr>
            <a:xfrm>
              <a:off x="1271" y="1401"/>
              <a:ext cx="3802" cy="0"/>
            </a:xfrm>
            <a:prstGeom prst="line">
              <a:avLst/>
            </a:prstGeom>
            <a:noFill/>
            <a:ln w="38100" cap="flat" cmpd="sng" algn="ctr">
              <a:solidFill>
                <a:srgbClr val="41719C"/>
              </a:solidFill>
              <a:prstDash val="solid"/>
              <a:miter lim="800000"/>
            </a:ln>
            <a:effectLst/>
          </p:spPr>
        </p:cxnSp>
        <p:cxnSp>
          <p:nvCxnSpPr>
            <p:cNvPr id="725" name="直接连接符 724"/>
            <p:cNvCxnSpPr/>
            <p:nvPr/>
          </p:nvCxnSpPr>
          <p:spPr>
            <a:xfrm flipV="1">
              <a:off x="1384" y="1126"/>
              <a:ext cx="306" cy="275"/>
            </a:xfrm>
            <a:prstGeom prst="line">
              <a:avLst/>
            </a:prstGeom>
            <a:noFill/>
            <a:ln w="38100" cap="flat" cmpd="sng" algn="ctr">
              <a:solidFill>
                <a:srgbClr val="41719C"/>
              </a:solidFill>
              <a:prstDash val="solid"/>
              <a:miter lim="800000"/>
            </a:ln>
            <a:effectLst/>
          </p:spPr>
        </p:cxnSp>
        <p:cxnSp>
          <p:nvCxnSpPr>
            <p:cNvPr id="726" name="直接连接符 725"/>
            <p:cNvCxnSpPr/>
            <p:nvPr/>
          </p:nvCxnSpPr>
          <p:spPr>
            <a:xfrm flipV="1">
              <a:off x="1917" y="1126"/>
              <a:ext cx="306" cy="275"/>
            </a:xfrm>
            <a:prstGeom prst="line">
              <a:avLst/>
            </a:prstGeom>
            <a:noFill/>
            <a:ln w="38100" cap="flat" cmpd="sng" algn="ctr">
              <a:solidFill>
                <a:srgbClr val="41719C"/>
              </a:solidFill>
              <a:prstDash val="solid"/>
              <a:miter lim="800000"/>
            </a:ln>
            <a:effectLst/>
          </p:spPr>
        </p:cxnSp>
        <p:cxnSp>
          <p:nvCxnSpPr>
            <p:cNvPr id="727" name="直接连接符 726"/>
            <p:cNvCxnSpPr/>
            <p:nvPr/>
          </p:nvCxnSpPr>
          <p:spPr>
            <a:xfrm flipV="1">
              <a:off x="2450" y="1126"/>
              <a:ext cx="306" cy="275"/>
            </a:xfrm>
            <a:prstGeom prst="line">
              <a:avLst/>
            </a:prstGeom>
            <a:noFill/>
            <a:ln w="38100" cap="flat" cmpd="sng" algn="ctr">
              <a:solidFill>
                <a:srgbClr val="41719C"/>
              </a:solidFill>
              <a:prstDash val="solid"/>
              <a:miter lim="800000"/>
            </a:ln>
            <a:effectLst/>
          </p:spPr>
        </p:cxnSp>
        <p:cxnSp>
          <p:nvCxnSpPr>
            <p:cNvPr id="728" name="直接连接符 727"/>
            <p:cNvCxnSpPr/>
            <p:nvPr/>
          </p:nvCxnSpPr>
          <p:spPr>
            <a:xfrm flipV="1">
              <a:off x="2983" y="1126"/>
              <a:ext cx="306" cy="275"/>
            </a:xfrm>
            <a:prstGeom prst="line">
              <a:avLst/>
            </a:prstGeom>
            <a:noFill/>
            <a:ln w="38100" cap="flat" cmpd="sng" algn="ctr">
              <a:solidFill>
                <a:srgbClr val="41719C"/>
              </a:solidFill>
              <a:prstDash val="solid"/>
              <a:miter lim="800000"/>
            </a:ln>
            <a:effectLst/>
          </p:spPr>
        </p:cxnSp>
        <p:cxnSp>
          <p:nvCxnSpPr>
            <p:cNvPr id="729" name="直接连接符 728"/>
            <p:cNvCxnSpPr/>
            <p:nvPr/>
          </p:nvCxnSpPr>
          <p:spPr>
            <a:xfrm flipV="1">
              <a:off x="3516" y="1126"/>
              <a:ext cx="306" cy="275"/>
            </a:xfrm>
            <a:prstGeom prst="line">
              <a:avLst/>
            </a:prstGeom>
            <a:noFill/>
            <a:ln w="38100" cap="flat" cmpd="sng" algn="ctr">
              <a:solidFill>
                <a:srgbClr val="41719C"/>
              </a:solidFill>
              <a:prstDash val="solid"/>
              <a:miter lim="800000"/>
            </a:ln>
            <a:effectLst/>
          </p:spPr>
        </p:cxnSp>
        <p:cxnSp>
          <p:nvCxnSpPr>
            <p:cNvPr id="730" name="直接连接符 729"/>
            <p:cNvCxnSpPr/>
            <p:nvPr/>
          </p:nvCxnSpPr>
          <p:spPr>
            <a:xfrm flipV="1">
              <a:off x="4049" y="1126"/>
              <a:ext cx="306" cy="275"/>
            </a:xfrm>
            <a:prstGeom prst="line">
              <a:avLst/>
            </a:prstGeom>
            <a:noFill/>
            <a:ln w="38100" cap="flat" cmpd="sng" algn="ctr">
              <a:solidFill>
                <a:srgbClr val="41719C"/>
              </a:solidFill>
              <a:prstDash val="solid"/>
              <a:miter lim="800000"/>
            </a:ln>
            <a:effectLst/>
          </p:spPr>
        </p:cxnSp>
        <p:cxnSp>
          <p:nvCxnSpPr>
            <p:cNvPr id="731" name="直接连接符 730"/>
            <p:cNvCxnSpPr/>
            <p:nvPr/>
          </p:nvCxnSpPr>
          <p:spPr>
            <a:xfrm flipV="1">
              <a:off x="4582" y="1126"/>
              <a:ext cx="306" cy="275"/>
            </a:xfrm>
            <a:prstGeom prst="line">
              <a:avLst/>
            </a:prstGeom>
            <a:noFill/>
            <a:ln w="38100" cap="flat" cmpd="sng" algn="ctr">
              <a:solidFill>
                <a:srgbClr val="41719C"/>
              </a:solidFill>
              <a:prstDash val="solid"/>
              <a:miter lim="800000"/>
            </a:ln>
            <a:effectLst/>
          </p:spPr>
        </p:cxnSp>
        <p:cxnSp>
          <p:nvCxnSpPr>
            <p:cNvPr id="732" name="直接箭头连接符 731"/>
            <p:cNvCxnSpPr/>
            <p:nvPr/>
          </p:nvCxnSpPr>
          <p:spPr>
            <a:xfrm flipH="1">
              <a:off x="3167" y="3603"/>
              <a:ext cx="9" cy="839"/>
            </a:xfrm>
            <a:prstGeom prst="straightConnector1">
              <a:avLst/>
            </a:prstGeom>
            <a:noFill/>
            <a:ln w="38100" cap="flat" cmpd="sng" algn="ctr">
              <a:solidFill>
                <a:srgbClr val="FFC000"/>
              </a:solidFill>
              <a:prstDash val="solid"/>
              <a:miter lim="800000"/>
              <a:headEnd type="none"/>
              <a:tailEnd type="triangle" w="med" len="med"/>
            </a:ln>
            <a:effectLst/>
          </p:spPr>
        </p:cxnSp>
        <p:sp>
          <p:nvSpPr>
            <p:cNvPr id="733" name="任意多边形 732"/>
            <p:cNvSpPr/>
            <p:nvPr/>
          </p:nvSpPr>
          <p:spPr>
            <a:xfrm>
              <a:off x="2335" y="3551"/>
              <a:ext cx="534" cy="480"/>
            </a:xfrm>
            <a:custGeom>
              <a:avLst/>
              <a:gdLst>
                <a:gd name="connisteX0" fmla="*/ 445135 w 445135"/>
                <a:gd name="connsiteY0" fmla="*/ 0 h 408305"/>
                <a:gd name="connisteX1" fmla="*/ 317500 w 445135"/>
                <a:gd name="connsiteY1" fmla="*/ 323215 h 408305"/>
                <a:gd name="connisteX2" fmla="*/ 0 w 445135"/>
                <a:gd name="connsiteY2" fmla="*/ 408305 h 408305"/>
              </a:gdLst>
              <a:ahLst/>
              <a:cxnLst>
                <a:cxn ang="0">
                  <a:pos x="connisteX0" y="connsiteY0"/>
                </a:cxn>
                <a:cxn ang="0">
                  <a:pos x="connisteX1" y="connsiteY1"/>
                </a:cxn>
                <a:cxn ang="0">
                  <a:pos x="connisteX2" y="connsiteY2"/>
                </a:cxn>
              </a:cxnLst>
              <a:rect l="l" t="t" r="r" b="b"/>
              <a:pathLst>
                <a:path w="445135" h="408305">
                  <a:moveTo>
                    <a:pt x="445135" y="0"/>
                  </a:moveTo>
                  <a:cubicBezTo>
                    <a:pt x="426085" y="62865"/>
                    <a:pt x="406400" y="241300"/>
                    <a:pt x="317500" y="323215"/>
                  </a:cubicBezTo>
                  <a:cubicBezTo>
                    <a:pt x="228600" y="405130"/>
                    <a:pt x="60960" y="397510"/>
                    <a:pt x="0" y="408305"/>
                  </a:cubicBezTo>
                </a:path>
              </a:pathLst>
            </a:custGeom>
            <a:noFill/>
            <a:ln w="38100" cap="flat" cmpd="sng" algn="ctr">
              <a:solidFill>
                <a:srgbClr val="00B050"/>
              </a:solidFill>
              <a:prstDash val="solid"/>
              <a:miter lim="800000"/>
              <a:headEnd type="none"/>
              <a:tailEnd type="triangle" w="med" len="med"/>
            </a:ln>
            <a:effec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sp>
          <p:nvSpPr>
            <p:cNvPr id="734" name="任意多边形 733"/>
            <p:cNvSpPr/>
            <p:nvPr/>
          </p:nvSpPr>
          <p:spPr>
            <a:xfrm flipH="1">
              <a:off x="3465" y="3577"/>
              <a:ext cx="534" cy="480"/>
            </a:xfrm>
            <a:custGeom>
              <a:avLst/>
              <a:gdLst>
                <a:gd name="connisteX0" fmla="*/ 445135 w 445135"/>
                <a:gd name="connsiteY0" fmla="*/ 0 h 408305"/>
                <a:gd name="connisteX1" fmla="*/ 317500 w 445135"/>
                <a:gd name="connsiteY1" fmla="*/ 323215 h 408305"/>
                <a:gd name="connisteX2" fmla="*/ 0 w 445135"/>
                <a:gd name="connsiteY2" fmla="*/ 408305 h 408305"/>
              </a:gdLst>
              <a:ahLst/>
              <a:cxnLst>
                <a:cxn ang="0">
                  <a:pos x="connisteX0" y="connsiteY0"/>
                </a:cxn>
                <a:cxn ang="0">
                  <a:pos x="connisteX1" y="connsiteY1"/>
                </a:cxn>
                <a:cxn ang="0">
                  <a:pos x="connisteX2" y="connsiteY2"/>
                </a:cxn>
              </a:cxnLst>
              <a:rect l="l" t="t" r="r" b="b"/>
              <a:pathLst>
                <a:path w="445135" h="408305">
                  <a:moveTo>
                    <a:pt x="445135" y="0"/>
                  </a:moveTo>
                  <a:cubicBezTo>
                    <a:pt x="426085" y="62865"/>
                    <a:pt x="406400" y="241300"/>
                    <a:pt x="317500" y="323215"/>
                  </a:cubicBezTo>
                  <a:cubicBezTo>
                    <a:pt x="228600" y="405130"/>
                    <a:pt x="60960" y="397510"/>
                    <a:pt x="0" y="408305"/>
                  </a:cubicBezTo>
                </a:path>
              </a:pathLst>
            </a:custGeom>
            <a:noFill/>
            <a:ln w="38100" cap="flat" cmpd="sng" algn="ctr">
              <a:solidFill>
                <a:srgbClr val="FFC000"/>
              </a:solidFill>
              <a:prstDash val="solid"/>
              <a:miter lim="800000"/>
              <a:headEnd type="none"/>
              <a:tailEnd type="triangle" w="med" len="med"/>
            </a:ln>
            <a:effec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pic>
          <p:nvPicPr>
            <p:cNvPr id="735" name="图片 734"/>
            <p:cNvPicPr>
              <a:picLocks noChangeAspect="1"/>
            </p:cNvPicPr>
            <p:nvPr/>
          </p:nvPicPr>
          <p:blipFill>
            <a:blip r:embed="rId4"/>
            <a:srcRect l="8936" t="15826" r="65159" b="27365"/>
            <a:stretch>
              <a:fillRect/>
            </a:stretch>
          </p:blipFill>
          <p:spPr>
            <a:xfrm>
              <a:off x="2716" y="1563"/>
              <a:ext cx="844" cy="1778"/>
            </a:xfrm>
            <a:prstGeom prst="rect">
              <a:avLst/>
            </a:prstGeom>
            <a:effectLst>
              <a:softEdge rad="31750"/>
            </a:effectLst>
          </p:spPr>
        </p:pic>
      </p:grpSp>
      <p:grpSp>
        <p:nvGrpSpPr>
          <p:cNvPr id="736" name="组合 735"/>
          <p:cNvGrpSpPr/>
          <p:nvPr/>
        </p:nvGrpSpPr>
        <p:grpSpPr>
          <a:xfrm>
            <a:off x="6567559" y="2790478"/>
            <a:ext cx="1510889" cy="1023014"/>
            <a:chOff x="4527924" y="3143943"/>
            <a:chExt cx="1169569" cy="1039665"/>
          </a:xfrm>
        </p:grpSpPr>
        <p:grpSp>
          <p:nvGrpSpPr>
            <p:cNvPr id="739" name="组合 738"/>
            <p:cNvGrpSpPr>
              <a:grpSpLocks noChangeAspect="1"/>
            </p:cNvGrpSpPr>
            <p:nvPr/>
          </p:nvGrpSpPr>
          <p:grpSpPr>
            <a:xfrm>
              <a:off x="4527924" y="3143943"/>
              <a:ext cx="1169569" cy="895410"/>
              <a:chOff x="11366" y="4565"/>
              <a:chExt cx="4235" cy="3242"/>
            </a:xfrm>
          </p:grpSpPr>
          <p:sp>
            <p:nvSpPr>
              <p:cNvPr id="741" name="矩形 740"/>
              <p:cNvSpPr/>
              <p:nvPr/>
            </p:nvSpPr>
            <p:spPr>
              <a:xfrm rot="1320000">
                <a:off x="11534" y="5243"/>
                <a:ext cx="1255" cy="1982"/>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sp>
            <p:nvSpPr>
              <p:cNvPr id="742" name="矩形 741"/>
              <p:cNvSpPr/>
              <p:nvPr/>
            </p:nvSpPr>
            <p:spPr>
              <a:xfrm rot="1320000">
                <a:off x="12886" y="5243"/>
                <a:ext cx="1255" cy="1982"/>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sp>
            <p:nvSpPr>
              <p:cNvPr id="743" name="矩形 742"/>
              <p:cNvSpPr/>
              <p:nvPr/>
            </p:nvSpPr>
            <p:spPr>
              <a:xfrm rot="1320000">
                <a:off x="14238" y="5243"/>
                <a:ext cx="1255" cy="1982"/>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pic>
            <p:nvPicPr>
              <p:cNvPr id="744" name="图片 743"/>
              <p:cNvPicPr>
                <a:picLocks noChangeAspect="1"/>
              </p:cNvPicPr>
              <p:nvPr/>
            </p:nvPicPr>
            <p:blipFill>
              <a:blip r:embed="rId4"/>
              <a:srcRect l="8936" t="15826" r="65159" b="27365"/>
              <a:stretch>
                <a:fillRect/>
              </a:stretch>
            </p:blipFill>
            <p:spPr>
              <a:xfrm rot="1380000">
                <a:off x="13092" y="5345"/>
                <a:ext cx="844" cy="1778"/>
              </a:xfrm>
              <a:prstGeom prst="rect">
                <a:avLst/>
              </a:prstGeom>
              <a:effectLst>
                <a:softEdge rad="31750"/>
              </a:effectLst>
            </p:spPr>
          </p:pic>
          <p:cxnSp>
            <p:nvCxnSpPr>
              <p:cNvPr id="745" name="直接连接符 744"/>
              <p:cNvCxnSpPr/>
              <p:nvPr/>
            </p:nvCxnSpPr>
            <p:spPr>
              <a:xfrm>
                <a:off x="11426" y="4840"/>
                <a:ext cx="4175" cy="0"/>
              </a:xfrm>
              <a:prstGeom prst="line">
                <a:avLst/>
              </a:prstGeom>
              <a:noFill/>
              <a:ln w="38100" cap="flat" cmpd="sng" algn="ctr">
                <a:solidFill>
                  <a:srgbClr val="41719C"/>
                </a:solidFill>
                <a:prstDash val="solid"/>
                <a:miter lim="800000"/>
              </a:ln>
              <a:effectLst/>
            </p:spPr>
          </p:cxnSp>
          <p:cxnSp>
            <p:nvCxnSpPr>
              <p:cNvPr id="746" name="直接连接符 745"/>
              <p:cNvCxnSpPr/>
              <p:nvPr/>
            </p:nvCxnSpPr>
            <p:spPr>
              <a:xfrm flipV="1">
                <a:off x="11539" y="4565"/>
                <a:ext cx="306" cy="275"/>
              </a:xfrm>
              <a:prstGeom prst="line">
                <a:avLst/>
              </a:prstGeom>
              <a:noFill/>
              <a:ln w="38100" cap="flat" cmpd="sng" algn="ctr">
                <a:solidFill>
                  <a:srgbClr val="41719C"/>
                </a:solidFill>
                <a:prstDash val="solid"/>
                <a:miter lim="800000"/>
              </a:ln>
              <a:effectLst/>
            </p:spPr>
          </p:cxnSp>
          <p:cxnSp>
            <p:nvCxnSpPr>
              <p:cNvPr id="747" name="直接连接符 746"/>
              <p:cNvCxnSpPr/>
              <p:nvPr/>
            </p:nvCxnSpPr>
            <p:spPr>
              <a:xfrm flipV="1">
                <a:off x="12072" y="4565"/>
                <a:ext cx="306" cy="275"/>
              </a:xfrm>
              <a:prstGeom prst="line">
                <a:avLst/>
              </a:prstGeom>
              <a:noFill/>
              <a:ln w="38100" cap="flat" cmpd="sng" algn="ctr">
                <a:solidFill>
                  <a:srgbClr val="41719C"/>
                </a:solidFill>
                <a:prstDash val="solid"/>
                <a:miter lim="800000"/>
              </a:ln>
              <a:effectLst/>
            </p:spPr>
          </p:cxnSp>
          <p:cxnSp>
            <p:nvCxnSpPr>
              <p:cNvPr id="748" name="直接连接符 747"/>
              <p:cNvCxnSpPr/>
              <p:nvPr/>
            </p:nvCxnSpPr>
            <p:spPr>
              <a:xfrm flipV="1">
                <a:off x="12605" y="4565"/>
                <a:ext cx="306" cy="275"/>
              </a:xfrm>
              <a:prstGeom prst="line">
                <a:avLst/>
              </a:prstGeom>
              <a:noFill/>
              <a:ln w="38100" cap="flat" cmpd="sng" algn="ctr">
                <a:solidFill>
                  <a:srgbClr val="41719C"/>
                </a:solidFill>
                <a:prstDash val="solid"/>
                <a:miter lim="800000"/>
              </a:ln>
              <a:effectLst/>
            </p:spPr>
          </p:cxnSp>
          <p:cxnSp>
            <p:nvCxnSpPr>
              <p:cNvPr id="749" name="直接连接符 748"/>
              <p:cNvCxnSpPr/>
              <p:nvPr/>
            </p:nvCxnSpPr>
            <p:spPr>
              <a:xfrm flipV="1">
                <a:off x="13138" y="4565"/>
                <a:ext cx="306" cy="275"/>
              </a:xfrm>
              <a:prstGeom prst="line">
                <a:avLst/>
              </a:prstGeom>
              <a:noFill/>
              <a:ln w="38100" cap="flat" cmpd="sng" algn="ctr">
                <a:solidFill>
                  <a:srgbClr val="41719C"/>
                </a:solidFill>
                <a:prstDash val="solid"/>
                <a:miter lim="800000"/>
              </a:ln>
              <a:effectLst/>
            </p:spPr>
          </p:cxnSp>
          <p:cxnSp>
            <p:nvCxnSpPr>
              <p:cNvPr id="750" name="直接连接符 749"/>
              <p:cNvCxnSpPr/>
              <p:nvPr/>
            </p:nvCxnSpPr>
            <p:spPr>
              <a:xfrm flipV="1">
                <a:off x="13671" y="4565"/>
                <a:ext cx="306" cy="275"/>
              </a:xfrm>
              <a:prstGeom prst="line">
                <a:avLst/>
              </a:prstGeom>
              <a:noFill/>
              <a:ln w="38100" cap="flat" cmpd="sng" algn="ctr">
                <a:solidFill>
                  <a:srgbClr val="41719C"/>
                </a:solidFill>
                <a:prstDash val="solid"/>
                <a:miter lim="800000"/>
              </a:ln>
              <a:effectLst/>
            </p:spPr>
          </p:cxnSp>
          <p:cxnSp>
            <p:nvCxnSpPr>
              <p:cNvPr id="751" name="直接连接符 750"/>
              <p:cNvCxnSpPr/>
              <p:nvPr/>
            </p:nvCxnSpPr>
            <p:spPr>
              <a:xfrm flipV="1">
                <a:off x="14204" y="4565"/>
                <a:ext cx="306" cy="275"/>
              </a:xfrm>
              <a:prstGeom prst="line">
                <a:avLst/>
              </a:prstGeom>
              <a:noFill/>
              <a:ln w="38100" cap="flat" cmpd="sng" algn="ctr">
                <a:solidFill>
                  <a:srgbClr val="41719C"/>
                </a:solidFill>
                <a:prstDash val="solid"/>
                <a:miter lim="800000"/>
              </a:ln>
              <a:effectLst/>
            </p:spPr>
          </p:cxnSp>
          <p:cxnSp>
            <p:nvCxnSpPr>
              <p:cNvPr id="752" name="直接连接符 751"/>
              <p:cNvCxnSpPr/>
              <p:nvPr/>
            </p:nvCxnSpPr>
            <p:spPr>
              <a:xfrm flipV="1">
                <a:off x="14737" y="4565"/>
                <a:ext cx="306" cy="275"/>
              </a:xfrm>
              <a:prstGeom prst="line">
                <a:avLst/>
              </a:prstGeom>
              <a:noFill/>
              <a:ln w="38100" cap="flat" cmpd="sng" algn="ctr">
                <a:solidFill>
                  <a:srgbClr val="41719C"/>
                </a:solidFill>
                <a:prstDash val="solid"/>
                <a:miter lim="800000"/>
              </a:ln>
              <a:effectLst/>
            </p:spPr>
          </p:cxnSp>
          <p:cxnSp>
            <p:nvCxnSpPr>
              <p:cNvPr id="753" name="直接连接符 752"/>
              <p:cNvCxnSpPr/>
              <p:nvPr/>
            </p:nvCxnSpPr>
            <p:spPr>
              <a:xfrm flipV="1">
                <a:off x="15295" y="4565"/>
                <a:ext cx="306" cy="275"/>
              </a:xfrm>
              <a:prstGeom prst="line">
                <a:avLst/>
              </a:prstGeom>
              <a:noFill/>
              <a:ln w="38100" cap="flat" cmpd="sng" algn="ctr">
                <a:solidFill>
                  <a:srgbClr val="41719C"/>
                </a:solidFill>
                <a:prstDash val="solid"/>
                <a:miter lim="800000"/>
              </a:ln>
              <a:effectLst/>
            </p:spPr>
          </p:cxnSp>
          <p:sp>
            <p:nvSpPr>
              <p:cNvPr id="754" name="任意多边形 753"/>
              <p:cNvSpPr/>
              <p:nvPr/>
            </p:nvSpPr>
            <p:spPr>
              <a:xfrm>
                <a:off x="11366" y="7230"/>
                <a:ext cx="1432" cy="577"/>
              </a:xfrm>
              <a:custGeom>
                <a:avLst/>
                <a:gdLst>
                  <a:gd name="connisteX0" fmla="*/ 445135 w 445135"/>
                  <a:gd name="connsiteY0" fmla="*/ 0 h 408305"/>
                  <a:gd name="connisteX1" fmla="*/ 317500 w 445135"/>
                  <a:gd name="connsiteY1" fmla="*/ 323215 h 408305"/>
                  <a:gd name="connisteX2" fmla="*/ 0 w 445135"/>
                  <a:gd name="connsiteY2" fmla="*/ 408305 h 408305"/>
                </a:gdLst>
                <a:ahLst/>
                <a:cxnLst>
                  <a:cxn ang="0">
                    <a:pos x="connisteX0" y="connsiteY0"/>
                  </a:cxn>
                  <a:cxn ang="0">
                    <a:pos x="connisteX1" y="connsiteY1"/>
                  </a:cxn>
                  <a:cxn ang="0">
                    <a:pos x="connisteX2" y="connsiteY2"/>
                  </a:cxn>
                </a:cxnLst>
                <a:rect l="l" t="t" r="r" b="b"/>
                <a:pathLst>
                  <a:path w="445135" h="408305">
                    <a:moveTo>
                      <a:pt x="445135" y="0"/>
                    </a:moveTo>
                    <a:cubicBezTo>
                      <a:pt x="426085" y="62865"/>
                      <a:pt x="406400" y="241300"/>
                      <a:pt x="317500" y="323215"/>
                    </a:cubicBezTo>
                    <a:cubicBezTo>
                      <a:pt x="228600" y="405130"/>
                      <a:pt x="60960" y="397510"/>
                      <a:pt x="0" y="408305"/>
                    </a:cubicBezTo>
                  </a:path>
                </a:pathLst>
              </a:custGeom>
              <a:noFill/>
              <a:ln w="38100" cap="flat" cmpd="sng" algn="ctr">
                <a:solidFill>
                  <a:srgbClr val="00B050"/>
                </a:solidFill>
                <a:prstDash val="solid"/>
                <a:miter lim="800000"/>
                <a:headEnd type="none"/>
                <a:tailEnd type="triangle" w="med" len="med"/>
              </a:ln>
              <a:effec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grpSp>
        <p:cxnSp>
          <p:nvCxnSpPr>
            <p:cNvPr id="738" name="直接箭头连接符 737"/>
            <p:cNvCxnSpPr/>
            <p:nvPr/>
          </p:nvCxnSpPr>
          <p:spPr>
            <a:xfrm flipH="1">
              <a:off x="4883386" y="3921546"/>
              <a:ext cx="116506" cy="262062"/>
            </a:xfrm>
            <a:prstGeom prst="straightConnector1">
              <a:avLst/>
            </a:prstGeom>
            <a:noFill/>
            <a:ln w="38100" cap="flat" cmpd="sng" algn="ctr">
              <a:solidFill>
                <a:srgbClr val="FFC000"/>
              </a:solidFill>
              <a:prstDash val="solid"/>
              <a:miter lim="800000"/>
              <a:headEnd type="none"/>
              <a:tailEnd type="triangle" w="med" len="med"/>
            </a:ln>
            <a:effectLst/>
          </p:spPr>
        </p:cxnSp>
      </p:grpSp>
      <p:grpSp>
        <p:nvGrpSpPr>
          <p:cNvPr id="755" name="组合 754"/>
          <p:cNvGrpSpPr>
            <a:grpSpLocks noChangeAspect="1"/>
          </p:cNvGrpSpPr>
          <p:nvPr/>
        </p:nvGrpSpPr>
        <p:grpSpPr>
          <a:xfrm>
            <a:off x="6366524" y="4229624"/>
            <a:ext cx="2046743" cy="747962"/>
            <a:chOff x="1457" y="5634"/>
            <a:chExt cx="5946" cy="2173"/>
          </a:xfrm>
        </p:grpSpPr>
        <p:sp>
          <p:nvSpPr>
            <p:cNvPr id="756" name="矩形 755"/>
            <p:cNvSpPr/>
            <p:nvPr/>
          </p:nvSpPr>
          <p:spPr>
            <a:xfrm rot="5400000">
              <a:off x="3802" y="5700"/>
              <a:ext cx="1255" cy="1982"/>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sp>
          <p:nvSpPr>
            <p:cNvPr id="757" name="矩形 756"/>
            <p:cNvSpPr/>
            <p:nvPr/>
          </p:nvSpPr>
          <p:spPr>
            <a:xfrm rot="5400000">
              <a:off x="5784" y="5700"/>
              <a:ext cx="1255" cy="1982"/>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sp>
          <p:nvSpPr>
            <p:cNvPr id="758" name="矩形 757"/>
            <p:cNvSpPr/>
            <p:nvPr/>
          </p:nvSpPr>
          <p:spPr>
            <a:xfrm rot="5400000">
              <a:off x="1820" y="5700"/>
              <a:ext cx="1255" cy="1982"/>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pic>
          <p:nvPicPr>
            <p:cNvPr id="759" name="图片 758"/>
            <p:cNvPicPr>
              <a:picLocks noChangeAspect="1"/>
            </p:cNvPicPr>
            <p:nvPr/>
          </p:nvPicPr>
          <p:blipFill>
            <a:blip r:embed="rId4"/>
            <a:srcRect l="8936" t="15826" r="65159" b="27365"/>
            <a:stretch>
              <a:fillRect/>
            </a:stretch>
          </p:blipFill>
          <p:spPr>
            <a:xfrm rot="5400000">
              <a:off x="4007" y="5803"/>
              <a:ext cx="844" cy="1778"/>
            </a:xfrm>
            <a:prstGeom prst="rect">
              <a:avLst/>
            </a:prstGeom>
            <a:effectLst>
              <a:softEdge rad="31750"/>
            </a:effectLst>
          </p:spPr>
        </p:pic>
        <p:cxnSp>
          <p:nvCxnSpPr>
            <p:cNvPr id="760" name="直接连接符 759"/>
            <p:cNvCxnSpPr/>
            <p:nvPr/>
          </p:nvCxnSpPr>
          <p:spPr>
            <a:xfrm>
              <a:off x="1457" y="5909"/>
              <a:ext cx="5911" cy="0"/>
            </a:xfrm>
            <a:prstGeom prst="line">
              <a:avLst/>
            </a:prstGeom>
            <a:noFill/>
            <a:ln w="38100" cap="flat" cmpd="sng" algn="ctr">
              <a:solidFill>
                <a:srgbClr val="41719C"/>
              </a:solidFill>
              <a:prstDash val="solid"/>
              <a:miter lim="800000"/>
            </a:ln>
            <a:effectLst/>
          </p:spPr>
        </p:cxnSp>
        <p:cxnSp>
          <p:nvCxnSpPr>
            <p:cNvPr id="761" name="直接连接符 760"/>
            <p:cNvCxnSpPr/>
            <p:nvPr/>
          </p:nvCxnSpPr>
          <p:spPr>
            <a:xfrm flipV="1">
              <a:off x="1570" y="5634"/>
              <a:ext cx="306" cy="275"/>
            </a:xfrm>
            <a:prstGeom prst="line">
              <a:avLst/>
            </a:prstGeom>
            <a:noFill/>
            <a:ln w="38100" cap="flat" cmpd="sng" algn="ctr">
              <a:solidFill>
                <a:srgbClr val="41719C"/>
              </a:solidFill>
              <a:prstDash val="solid"/>
              <a:miter lim="800000"/>
            </a:ln>
            <a:effectLst/>
          </p:spPr>
        </p:cxnSp>
        <p:cxnSp>
          <p:nvCxnSpPr>
            <p:cNvPr id="762" name="直接连接符 761"/>
            <p:cNvCxnSpPr/>
            <p:nvPr/>
          </p:nvCxnSpPr>
          <p:spPr>
            <a:xfrm flipV="1">
              <a:off x="2103" y="5634"/>
              <a:ext cx="306" cy="275"/>
            </a:xfrm>
            <a:prstGeom prst="line">
              <a:avLst/>
            </a:prstGeom>
            <a:noFill/>
            <a:ln w="38100" cap="flat" cmpd="sng" algn="ctr">
              <a:solidFill>
                <a:srgbClr val="41719C"/>
              </a:solidFill>
              <a:prstDash val="solid"/>
              <a:miter lim="800000"/>
            </a:ln>
            <a:effectLst/>
          </p:spPr>
        </p:cxnSp>
        <p:cxnSp>
          <p:nvCxnSpPr>
            <p:cNvPr id="763" name="直接连接符 762"/>
            <p:cNvCxnSpPr/>
            <p:nvPr/>
          </p:nvCxnSpPr>
          <p:spPr>
            <a:xfrm flipV="1">
              <a:off x="2636" y="5634"/>
              <a:ext cx="306" cy="275"/>
            </a:xfrm>
            <a:prstGeom prst="line">
              <a:avLst/>
            </a:prstGeom>
            <a:noFill/>
            <a:ln w="38100" cap="flat" cmpd="sng" algn="ctr">
              <a:solidFill>
                <a:srgbClr val="41719C"/>
              </a:solidFill>
              <a:prstDash val="solid"/>
              <a:miter lim="800000"/>
            </a:ln>
            <a:effectLst/>
          </p:spPr>
        </p:cxnSp>
        <p:cxnSp>
          <p:nvCxnSpPr>
            <p:cNvPr id="764" name="直接连接符 763"/>
            <p:cNvCxnSpPr/>
            <p:nvPr/>
          </p:nvCxnSpPr>
          <p:spPr>
            <a:xfrm flipV="1">
              <a:off x="3169" y="5634"/>
              <a:ext cx="306" cy="275"/>
            </a:xfrm>
            <a:prstGeom prst="line">
              <a:avLst/>
            </a:prstGeom>
            <a:noFill/>
            <a:ln w="38100" cap="flat" cmpd="sng" algn="ctr">
              <a:solidFill>
                <a:srgbClr val="41719C"/>
              </a:solidFill>
              <a:prstDash val="solid"/>
              <a:miter lim="800000"/>
            </a:ln>
            <a:effectLst/>
          </p:spPr>
        </p:cxnSp>
        <p:cxnSp>
          <p:nvCxnSpPr>
            <p:cNvPr id="765" name="直接连接符 764"/>
            <p:cNvCxnSpPr/>
            <p:nvPr/>
          </p:nvCxnSpPr>
          <p:spPr>
            <a:xfrm flipV="1">
              <a:off x="3702" y="5634"/>
              <a:ext cx="306" cy="275"/>
            </a:xfrm>
            <a:prstGeom prst="line">
              <a:avLst/>
            </a:prstGeom>
            <a:noFill/>
            <a:ln w="38100" cap="flat" cmpd="sng" algn="ctr">
              <a:solidFill>
                <a:srgbClr val="41719C"/>
              </a:solidFill>
              <a:prstDash val="solid"/>
              <a:miter lim="800000"/>
            </a:ln>
            <a:effectLst/>
          </p:spPr>
        </p:cxnSp>
        <p:cxnSp>
          <p:nvCxnSpPr>
            <p:cNvPr id="766" name="直接连接符 765"/>
            <p:cNvCxnSpPr/>
            <p:nvPr/>
          </p:nvCxnSpPr>
          <p:spPr>
            <a:xfrm flipV="1">
              <a:off x="4235" y="5634"/>
              <a:ext cx="306" cy="275"/>
            </a:xfrm>
            <a:prstGeom prst="line">
              <a:avLst/>
            </a:prstGeom>
            <a:noFill/>
            <a:ln w="38100" cap="flat" cmpd="sng" algn="ctr">
              <a:solidFill>
                <a:srgbClr val="41719C"/>
              </a:solidFill>
              <a:prstDash val="solid"/>
              <a:miter lim="800000"/>
            </a:ln>
            <a:effectLst/>
          </p:spPr>
        </p:cxnSp>
        <p:cxnSp>
          <p:nvCxnSpPr>
            <p:cNvPr id="767" name="直接连接符 766"/>
            <p:cNvCxnSpPr/>
            <p:nvPr/>
          </p:nvCxnSpPr>
          <p:spPr>
            <a:xfrm flipV="1">
              <a:off x="4768" y="5634"/>
              <a:ext cx="306" cy="275"/>
            </a:xfrm>
            <a:prstGeom prst="line">
              <a:avLst/>
            </a:prstGeom>
            <a:noFill/>
            <a:ln w="38100" cap="flat" cmpd="sng" algn="ctr">
              <a:solidFill>
                <a:srgbClr val="41719C"/>
              </a:solidFill>
              <a:prstDash val="solid"/>
              <a:miter lim="800000"/>
            </a:ln>
            <a:effectLst/>
          </p:spPr>
        </p:cxnSp>
        <p:cxnSp>
          <p:nvCxnSpPr>
            <p:cNvPr id="768" name="直接连接符 767"/>
            <p:cNvCxnSpPr/>
            <p:nvPr/>
          </p:nvCxnSpPr>
          <p:spPr>
            <a:xfrm flipV="1">
              <a:off x="5254" y="5634"/>
              <a:ext cx="306" cy="275"/>
            </a:xfrm>
            <a:prstGeom prst="line">
              <a:avLst/>
            </a:prstGeom>
            <a:noFill/>
            <a:ln w="38100" cap="flat" cmpd="sng" algn="ctr">
              <a:solidFill>
                <a:srgbClr val="41719C"/>
              </a:solidFill>
              <a:prstDash val="solid"/>
              <a:miter lim="800000"/>
            </a:ln>
            <a:effectLst/>
          </p:spPr>
        </p:cxnSp>
        <p:cxnSp>
          <p:nvCxnSpPr>
            <p:cNvPr id="769" name="直接连接符 768"/>
            <p:cNvCxnSpPr/>
            <p:nvPr/>
          </p:nvCxnSpPr>
          <p:spPr>
            <a:xfrm flipV="1">
              <a:off x="5787" y="5634"/>
              <a:ext cx="306" cy="275"/>
            </a:xfrm>
            <a:prstGeom prst="line">
              <a:avLst/>
            </a:prstGeom>
            <a:noFill/>
            <a:ln w="38100" cap="flat" cmpd="sng" algn="ctr">
              <a:solidFill>
                <a:srgbClr val="41719C"/>
              </a:solidFill>
              <a:prstDash val="solid"/>
              <a:miter lim="800000"/>
            </a:ln>
            <a:effectLst/>
          </p:spPr>
        </p:cxnSp>
        <p:cxnSp>
          <p:nvCxnSpPr>
            <p:cNvPr id="770" name="直接连接符 769"/>
            <p:cNvCxnSpPr/>
            <p:nvPr/>
          </p:nvCxnSpPr>
          <p:spPr>
            <a:xfrm flipV="1">
              <a:off x="6320" y="5634"/>
              <a:ext cx="306" cy="275"/>
            </a:xfrm>
            <a:prstGeom prst="line">
              <a:avLst/>
            </a:prstGeom>
            <a:noFill/>
            <a:ln w="38100" cap="flat" cmpd="sng" algn="ctr">
              <a:solidFill>
                <a:srgbClr val="41719C"/>
              </a:solidFill>
              <a:prstDash val="solid"/>
              <a:miter lim="800000"/>
            </a:ln>
            <a:effectLst/>
          </p:spPr>
        </p:cxnSp>
        <p:cxnSp>
          <p:nvCxnSpPr>
            <p:cNvPr id="771" name="直接连接符 770"/>
            <p:cNvCxnSpPr/>
            <p:nvPr/>
          </p:nvCxnSpPr>
          <p:spPr>
            <a:xfrm flipV="1">
              <a:off x="6853" y="5634"/>
              <a:ext cx="306" cy="275"/>
            </a:xfrm>
            <a:prstGeom prst="line">
              <a:avLst/>
            </a:prstGeom>
            <a:noFill/>
            <a:ln w="38100" cap="flat" cmpd="sng" algn="ctr">
              <a:solidFill>
                <a:srgbClr val="41719C"/>
              </a:solidFill>
              <a:prstDash val="solid"/>
              <a:miter lim="800000"/>
            </a:ln>
            <a:effectLst/>
          </p:spPr>
        </p:cxnSp>
        <p:sp>
          <p:nvSpPr>
            <p:cNvPr id="772" name="任意多边形 771"/>
            <p:cNvSpPr/>
            <p:nvPr/>
          </p:nvSpPr>
          <p:spPr>
            <a:xfrm>
              <a:off x="2814" y="7459"/>
              <a:ext cx="1432" cy="348"/>
            </a:xfrm>
            <a:custGeom>
              <a:avLst/>
              <a:gdLst>
                <a:gd name="connisteX0" fmla="*/ 445135 w 445135"/>
                <a:gd name="connsiteY0" fmla="*/ 0 h 408305"/>
                <a:gd name="connisteX1" fmla="*/ 317500 w 445135"/>
                <a:gd name="connsiteY1" fmla="*/ 323215 h 408305"/>
                <a:gd name="connisteX2" fmla="*/ 0 w 445135"/>
                <a:gd name="connsiteY2" fmla="*/ 408305 h 408305"/>
              </a:gdLst>
              <a:ahLst/>
              <a:cxnLst>
                <a:cxn ang="0">
                  <a:pos x="connisteX0" y="connsiteY0"/>
                </a:cxn>
                <a:cxn ang="0">
                  <a:pos x="connisteX1" y="connsiteY1"/>
                </a:cxn>
                <a:cxn ang="0">
                  <a:pos x="connisteX2" y="connsiteY2"/>
                </a:cxn>
              </a:cxnLst>
              <a:rect l="l" t="t" r="r" b="b"/>
              <a:pathLst>
                <a:path w="445135" h="408305">
                  <a:moveTo>
                    <a:pt x="445135" y="0"/>
                  </a:moveTo>
                  <a:cubicBezTo>
                    <a:pt x="426085" y="62865"/>
                    <a:pt x="406400" y="241300"/>
                    <a:pt x="317500" y="323215"/>
                  </a:cubicBezTo>
                  <a:cubicBezTo>
                    <a:pt x="228600" y="405130"/>
                    <a:pt x="60960" y="397510"/>
                    <a:pt x="0" y="408305"/>
                  </a:cubicBezTo>
                </a:path>
              </a:pathLst>
            </a:custGeom>
            <a:noFill/>
            <a:ln w="38100" cap="flat" cmpd="sng" algn="ctr">
              <a:solidFill>
                <a:srgbClr val="00B050"/>
              </a:solidFill>
              <a:prstDash val="solid"/>
              <a:miter lim="800000"/>
              <a:headEnd type="none"/>
              <a:tailEnd type="triangle" w="med" len="med"/>
            </a:ln>
            <a:effec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grpSp>
      <p:sp>
        <p:nvSpPr>
          <p:cNvPr id="773" name="任意多边形 772"/>
          <p:cNvSpPr/>
          <p:nvPr/>
        </p:nvSpPr>
        <p:spPr>
          <a:xfrm flipH="1">
            <a:off x="7254325" y="3599734"/>
            <a:ext cx="419208" cy="213758"/>
          </a:xfrm>
          <a:custGeom>
            <a:avLst/>
            <a:gdLst>
              <a:gd name="connisteX0" fmla="*/ 445135 w 445135"/>
              <a:gd name="connsiteY0" fmla="*/ 0 h 408305"/>
              <a:gd name="connisteX1" fmla="*/ 317500 w 445135"/>
              <a:gd name="connsiteY1" fmla="*/ 323215 h 408305"/>
              <a:gd name="connisteX2" fmla="*/ 0 w 445135"/>
              <a:gd name="connsiteY2" fmla="*/ 408305 h 408305"/>
            </a:gdLst>
            <a:ahLst/>
            <a:cxnLst>
              <a:cxn ang="0">
                <a:pos x="connisteX0" y="connsiteY0"/>
              </a:cxn>
              <a:cxn ang="0">
                <a:pos x="connisteX1" y="connsiteY1"/>
              </a:cxn>
              <a:cxn ang="0">
                <a:pos x="connisteX2" y="connsiteY2"/>
              </a:cxn>
            </a:cxnLst>
            <a:rect l="l" t="t" r="r" b="b"/>
            <a:pathLst>
              <a:path w="445135" h="408305">
                <a:moveTo>
                  <a:pt x="445135" y="0"/>
                </a:moveTo>
                <a:cubicBezTo>
                  <a:pt x="426085" y="62865"/>
                  <a:pt x="406400" y="241300"/>
                  <a:pt x="317500" y="323215"/>
                </a:cubicBezTo>
                <a:cubicBezTo>
                  <a:pt x="228600" y="405130"/>
                  <a:pt x="60960" y="397510"/>
                  <a:pt x="0" y="408305"/>
                </a:cubicBezTo>
              </a:path>
            </a:pathLst>
          </a:custGeom>
          <a:noFill/>
          <a:ln w="38100" cap="flat" cmpd="sng" algn="ctr">
            <a:solidFill>
              <a:srgbClr val="FFC000"/>
            </a:solidFill>
            <a:prstDash val="solid"/>
            <a:miter lim="800000"/>
            <a:headEnd type="none"/>
            <a:tailEnd type="triangle" w="med" len="med"/>
          </a:ln>
          <a:effec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grpSp>
        <p:nvGrpSpPr>
          <p:cNvPr id="18" name="组合 17"/>
          <p:cNvGrpSpPr/>
          <p:nvPr/>
        </p:nvGrpSpPr>
        <p:grpSpPr>
          <a:xfrm>
            <a:off x="3891097" y="4051199"/>
            <a:ext cx="1619301" cy="1096160"/>
            <a:chOff x="4033133" y="3916247"/>
            <a:chExt cx="1619301" cy="1096160"/>
          </a:xfrm>
        </p:grpSpPr>
        <p:pic>
          <p:nvPicPr>
            <p:cNvPr id="105" name="图片 104"/>
            <p:cNvPicPr>
              <a:picLocks noChangeAspect="1"/>
            </p:cNvPicPr>
            <p:nvPr/>
          </p:nvPicPr>
          <p:blipFill>
            <a:blip r:embed="rId4"/>
            <a:srcRect l="8936" t="15826" r="65159" b="27365"/>
            <a:stretch>
              <a:fillRect/>
            </a:stretch>
          </p:blipFill>
          <p:spPr>
            <a:xfrm rot="870326">
              <a:off x="4687877" y="4112556"/>
              <a:ext cx="301108" cy="483202"/>
            </a:xfrm>
            <a:prstGeom prst="rect">
              <a:avLst/>
            </a:prstGeom>
            <a:effectLst>
              <a:softEdge rad="31750"/>
            </a:effectLst>
          </p:spPr>
        </p:pic>
        <p:cxnSp>
          <p:nvCxnSpPr>
            <p:cNvPr id="106" name="直接连接符 105"/>
            <p:cNvCxnSpPr/>
            <p:nvPr/>
          </p:nvCxnSpPr>
          <p:spPr>
            <a:xfrm>
              <a:off x="4162951" y="3990983"/>
              <a:ext cx="1489483" cy="0"/>
            </a:xfrm>
            <a:prstGeom prst="line">
              <a:avLst/>
            </a:prstGeom>
            <a:noFill/>
            <a:ln w="38100" cap="flat" cmpd="sng" algn="ctr">
              <a:solidFill>
                <a:srgbClr val="41719C"/>
              </a:solidFill>
              <a:prstDash val="solid"/>
              <a:miter lim="800000"/>
            </a:ln>
            <a:effectLst/>
          </p:spPr>
        </p:cxnSp>
        <p:cxnSp>
          <p:nvCxnSpPr>
            <p:cNvPr id="107" name="直接连接符 106"/>
            <p:cNvCxnSpPr/>
            <p:nvPr/>
          </p:nvCxnSpPr>
          <p:spPr>
            <a:xfrm flipV="1">
              <a:off x="4203265" y="3916247"/>
              <a:ext cx="109169" cy="74736"/>
            </a:xfrm>
            <a:prstGeom prst="line">
              <a:avLst/>
            </a:prstGeom>
            <a:noFill/>
            <a:ln w="38100" cap="flat" cmpd="sng" algn="ctr">
              <a:solidFill>
                <a:srgbClr val="41719C"/>
              </a:solidFill>
              <a:prstDash val="solid"/>
              <a:miter lim="800000"/>
            </a:ln>
            <a:effectLst/>
          </p:spPr>
        </p:cxnSp>
        <p:cxnSp>
          <p:nvCxnSpPr>
            <p:cNvPr id="108" name="直接连接符 107"/>
            <p:cNvCxnSpPr/>
            <p:nvPr/>
          </p:nvCxnSpPr>
          <p:spPr>
            <a:xfrm flipV="1">
              <a:off x="4393419" y="3916247"/>
              <a:ext cx="109169" cy="74736"/>
            </a:xfrm>
            <a:prstGeom prst="line">
              <a:avLst/>
            </a:prstGeom>
            <a:noFill/>
            <a:ln w="38100" cap="flat" cmpd="sng" algn="ctr">
              <a:solidFill>
                <a:srgbClr val="41719C"/>
              </a:solidFill>
              <a:prstDash val="solid"/>
              <a:miter lim="800000"/>
            </a:ln>
            <a:effectLst/>
          </p:spPr>
        </p:cxnSp>
        <p:cxnSp>
          <p:nvCxnSpPr>
            <p:cNvPr id="109" name="直接连接符 108"/>
            <p:cNvCxnSpPr/>
            <p:nvPr/>
          </p:nvCxnSpPr>
          <p:spPr>
            <a:xfrm flipV="1">
              <a:off x="4583574" y="3916247"/>
              <a:ext cx="109169" cy="74736"/>
            </a:xfrm>
            <a:prstGeom prst="line">
              <a:avLst/>
            </a:prstGeom>
            <a:noFill/>
            <a:ln w="38100" cap="flat" cmpd="sng" algn="ctr">
              <a:solidFill>
                <a:srgbClr val="41719C"/>
              </a:solidFill>
              <a:prstDash val="solid"/>
              <a:miter lim="800000"/>
            </a:ln>
            <a:effectLst/>
          </p:spPr>
        </p:cxnSp>
        <p:cxnSp>
          <p:nvCxnSpPr>
            <p:cNvPr id="110" name="直接连接符 109"/>
            <p:cNvCxnSpPr/>
            <p:nvPr/>
          </p:nvCxnSpPr>
          <p:spPr>
            <a:xfrm flipV="1">
              <a:off x="4773728" y="3916247"/>
              <a:ext cx="109169" cy="74736"/>
            </a:xfrm>
            <a:prstGeom prst="line">
              <a:avLst/>
            </a:prstGeom>
            <a:noFill/>
            <a:ln w="38100" cap="flat" cmpd="sng" algn="ctr">
              <a:solidFill>
                <a:srgbClr val="41719C"/>
              </a:solidFill>
              <a:prstDash val="solid"/>
              <a:miter lim="800000"/>
            </a:ln>
            <a:effectLst/>
          </p:spPr>
        </p:cxnSp>
        <p:cxnSp>
          <p:nvCxnSpPr>
            <p:cNvPr id="111" name="直接连接符 110"/>
            <p:cNvCxnSpPr/>
            <p:nvPr/>
          </p:nvCxnSpPr>
          <p:spPr>
            <a:xfrm flipV="1">
              <a:off x="4963882" y="3916247"/>
              <a:ext cx="109169" cy="74736"/>
            </a:xfrm>
            <a:prstGeom prst="line">
              <a:avLst/>
            </a:prstGeom>
            <a:noFill/>
            <a:ln w="38100" cap="flat" cmpd="sng" algn="ctr">
              <a:solidFill>
                <a:srgbClr val="41719C"/>
              </a:solidFill>
              <a:prstDash val="solid"/>
              <a:miter lim="800000"/>
            </a:ln>
            <a:effectLst/>
          </p:spPr>
        </p:cxnSp>
        <p:cxnSp>
          <p:nvCxnSpPr>
            <p:cNvPr id="112" name="直接连接符 111"/>
            <p:cNvCxnSpPr/>
            <p:nvPr/>
          </p:nvCxnSpPr>
          <p:spPr>
            <a:xfrm flipV="1">
              <a:off x="5154037" y="3916247"/>
              <a:ext cx="109169" cy="74736"/>
            </a:xfrm>
            <a:prstGeom prst="line">
              <a:avLst/>
            </a:prstGeom>
            <a:noFill/>
            <a:ln w="38100" cap="flat" cmpd="sng" algn="ctr">
              <a:solidFill>
                <a:srgbClr val="41719C"/>
              </a:solidFill>
              <a:prstDash val="solid"/>
              <a:miter lim="800000"/>
            </a:ln>
            <a:effectLst/>
          </p:spPr>
        </p:cxnSp>
        <p:cxnSp>
          <p:nvCxnSpPr>
            <p:cNvPr id="113" name="直接连接符 112"/>
            <p:cNvCxnSpPr/>
            <p:nvPr/>
          </p:nvCxnSpPr>
          <p:spPr>
            <a:xfrm flipV="1">
              <a:off x="5344191" y="3916247"/>
              <a:ext cx="109169" cy="74736"/>
            </a:xfrm>
            <a:prstGeom prst="line">
              <a:avLst/>
            </a:prstGeom>
            <a:noFill/>
            <a:ln w="38100" cap="flat" cmpd="sng" algn="ctr">
              <a:solidFill>
                <a:srgbClr val="41719C"/>
              </a:solidFill>
              <a:prstDash val="solid"/>
              <a:miter lim="800000"/>
            </a:ln>
            <a:effectLst/>
          </p:spPr>
        </p:cxnSp>
        <p:cxnSp>
          <p:nvCxnSpPr>
            <p:cNvPr id="114" name="直接连接符 113"/>
            <p:cNvCxnSpPr/>
            <p:nvPr/>
          </p:nvCxnSpPr>
          <p:spPr>
            <a:xfrm flipV="1">
              <a:off x="5543265" y="3916247"/>
              <a:ext cx="109169" cy="74736"/>
            </a:xfrm>
            <a:prstGeom prst="line">
              <a:avLst/>
            </a:prstGeom>
            <a:noFill/>
            <a:ln w="38100" cap="flat" cmpd="sng" algn="ctr">
              <a:solidFill>
                <a:srgbClr val="41719C"/>
              </a:solidFill>
              <a:prstDash val="solid"/>
              <a:miter lim="800000"/>
            </a:ln>
            <a:effectLst/>
          </p:spPr>
        </p:cxnSp>
        <p:sp>
          <p:nvSpPr>
            <p:cNvPr id="115" name="任意多边形 114"/>
            <p:cNvSpPr/>
            <p:nvPr/>
          </p:nvSpPr>
          <p:spPr>
            <a:xfrm>
              <a:off x="4157118" y="4726665"/>
              <a:ext cx="510884" cy="156810"/>
            </a:xfrm>
            <a:custGeom>
              <a:avLst/>
              <a:gdLst>
                <a:gd name="connisteX0" fmla="*/ 445135 w 445135"/>
                <a:gd name="connsiteY0" fmla="*/ 0 h 408305"/>
                <a:gd name="connisteX1" fmla="*/ 317500 w 445135"/>
                <a:gd name="connsiteY1" fmla="*/ 323215 h 408305"/>
                <a:gd name="connisteX2" fmla="*/ 0 w 445135"/>
                <a:gd name="connsiteY2" fmla="*/ 408305 h 408305"/>
              </a:gdLst>
              <a:ahLst/>
              <a:cxnLst>
                <a:cxn ang="0">
                  <a:pos x="connisteX0" y="connsiteY0"/>
                </a:cxn>
                <a:cxn ang="0">
                  <a:pos x="connisteX1" y="connsiteY1"/>
                </a:cxn>
                <a:cxn ang="0">
                  <a:pos x="connisteX2" y="connsiteY2"/>
                </a:cxn>
              </a:cxnLst>
              <a:rect l="l" t="t" r="r" b="b"/>
              <a:pathLst>
                <a:path w="445135" h="408305">
                  <a:moveTo>
                    <a:pt x="445135" y="0"/>
                  </a:moveTo>
                  <a:cubicBezTo>
                    <a:pt x="426085" y="62865"/>
                    <a:pt x="406400" y="241300"/>
                    <a:pt x="317500" y="323215"/>
                  </a:cubicBezTo>
                  <a:cubicBezTo>
                    <a:pt x="228600" y="405130"/>
                    <a:pt x="60960" y="397510"/>
                    <a:pt x="0" y="408305"/>
                  </a:cubicBezTo>
                </a:path>
              </a:pathLst>
            </a:custGeom>
            <a:noFill/>
            <a:ln w="38100" cap="flat" cmpd="sng" algn="ctr">
              <a:solidFill>
                <a:srgbClr val="00B050"/>
              </a:solidFill>
              <a:prstDash val="solid"/>
              <a:miter lim="800000"/>
              <a:headEnd type="none"/>
              <a:tailEnd type="triangle" w="med" len="med"/>
            </a:ln>
            <a:effec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cxnSp>
          <p:nvCxnSpPr>
            <p:cNvPr id="101" name="直接箭头连接符 100"/>
            <p:cNvCxnSpPr/>
            <p:nvPr/>
          </p:nvCxnSpPr>
          <p:spPr>
            <a:xfrm flipH="1">
              <a:off x="4592749" y="4754542"/>
              <a:ext cx="150506" cy="257865"/>
            </a:xfrm>
            <a:prstGeom prst="straightConnector1">
              <a:avLst/>
            </a:prstGeom>
            <a:noFill/>
            <a:ln w="38100" cap="flat" cmpd="sng" algn="ctr">
              <a:solidFill>
                <a:srgbClr val="FFC000"/>
              </a:solidFill>
              <a:prstDash val="solid"/>
              <a:miter lim="800000"/>
              <a:headEnd type="none"/>
              <a:tailEnd type="triangle" w="med" len="med"/>
            </a:ln>
            <a:effectLst/>
          </p:spPr>
        </p:cxnSp>
        <p:sp>
          <p:nvSpPr>
            <p:cNvPr id="17" name="平行四边形 16"/>
            <p:cNvSpPr/>
            <p:nvPr/>
          </p:nvSpPr>
          <p:spPr>
            <a:xfrm>
              <a:off x="4033133" y="4051199"/>
              <a:ext cx="630552" cy="613162"/>
            </a:xfrm>
            <a:prstGeom prst="parallelogram">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a:endParaRPr lang="zh-CN" altLang="en-US" kern="0">
                <a:solidFill>
                  <a:prstClr val="white"/>
                </a:solidFill>
                <a:latin typeface="等线 Light" panose="02010600030101010101" pitchFamily="2" charset="-122"/>
                <a:ea typeface="等线 Light" panose="02010600030101010101" pitchFamily="2" charset="-122"/>
              </a:endParaRPr>
            </a:p>
          </p:txBody>
        </p:sp>
        <p:sp>
          <p:nvSpPr>
            <p:cNvPr id="117" name="平行四边形 116"/>
            <p:cNvSpPr/>
            <p:nvPr/>
          </p:nvSpPr>
          <p:spPr>
            <a:xfrm>
              <a:off x="4527250" y="4051199"/>
              <a:ext cx="630552" cy="613162"/>
            </a:xfrm>
            <a:prstGeom prst="parallelogram">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a:endParaRPr lang="zh-CN" altLang="en-US" kern="0">
                <a:solidFill>
                  <a:prstClr val="white"/>
                </a:solidFill>
                <a:latin typeface="等线 Light" panose="02010600030101010101" pitchFamily="2" charset="-122"/>
                <a:ea typeface="等线 Light" panose="02010600030101010101" pitchFamily="2" charset="-122"/>
              </a:endParaRPr>
            </a:p>
          </p:txBody>
        </p:sp>
        <p:sp>
          <p:nvSpPr>
            <p:cNvPr id="118" name="平行四边形 117"/>
            <p:cNvSpPr/>
            <p:nvPr/>
          </p:nvSpPr>
          <p:spPr>
            <a:xfrm>
              <a:off x="5013178" y="4047576"/>
              <a:ext cx="630552" cy="613162"/>
            </a:xfrm>
            <a:prstGeom prst="parallelogram">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a:endParaRPr lang="zh-CN" altLang="en-US" kern="0">
                <a:solidFill>
                  <a:prstClr val="white"/>
                </a:solidFill>
                <a:latin typeface="等线 Light" panose="02010600030101010101" pitchFamily="2" charset="-122"/>
                <a:ea typeface="等线 Light" panose="02010600030101010101" pitchFamily="2" charset="-122"/>
              </a:endParaRPr>
            </a:p>
          </p:txBody>
        </p:sp>
        <p:sp>
          <p:nvSpPr>
            <p:cNvPr id="119" name="任意多边形 118"/>
            <p:cNvSpPr/>
            <p:nvPr/>
          </p:nvSpPr>
          <p:spPr>
            <a:xfrm flipH="1">
              <a:off x="4803574" y="4739570"/>
              <a:ext cx="419208" cy="213758"/>
            </a:xfrm>
            <a:custGeom>
              <a:avLst/>
              <a:gdLst>
                <a:gd name="connisteX0" fmla="*/ 445135 w 445135"/>
                <a:gd name="connsiteY0" fmla="*/ 0 h 408305"/>
                <a:gd name="connisteX1" fmla="*/ 317500 w 445135"/>
                <a:gd name="connsiteY1" fmla="*/ 323215 h 408305"/>
                <a:gd name="connisteX2" fmla="*/ 0 w 445135"/>
                <a:gd name="connsiteY2" fmla="*/ 408305 h 408305"/>
              </a:gdLst>
              <a:ahLst/>
              <a:cxnLst>
                <a:cxn ang="0">
                  <a:pos x="connisteX0" y="connsiteY0"/>
                </a:cxn>
                <a:cxn ang="0">
                  <a:pos x="connisteX1" y="connsiteY1"/>
                </a:cxn>
                <a:cxn ang="0">
                  <a:pos x="connisteX2" y="connsiteY2"/>
                </a:cxn>
              </a:cxnLst>
              <a:rect l="l" t="t" r="r" b="b"/>
              <a:pathLst>
                <a:path w="445135" h="408305">
                  <a:moveTo>
                    <a:pt x="445135" y="0"/>
                  </a:moveTo>
                  <a:cubicBezTo>
                    <a:pt x="426085" y="62865"/>
                    <a:pt x="406400" y="241300"/>
                    <a:pt x="317500" y="323215"/>
                  </a:cubicBezTo>
                  <a:cubicBezTo>
                    <a:pt x="228600" y="405130"/>
                    <a:pt x="60960" y="397510"/>
                    <a:pt x="0" y="408305"/>
                  </a:cubicBezTo>
                </a:path>
              </a:pathLst>
            </a:custGeom>
            <a:noFill/>
            <a:ln w="38100" cap="flat" cmpd="sng" algn="ctr">
              <a:solidFill>
                <a:srgbClr val="FFC000"/>
              </a:solidFill>
              <a:prstDash val="solid"/>
              <a:miter lim="800000"/>
              <a:headEnd type="none"/>
              <a:tailEnd type="triangle" w="med" len="med"/>
            </a:ln>
            <a:effec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grpSp>
    </p:spTree>
    <p:custDataLst>
      <p:tags r:id="rId1"/>
    </p:custDataLst>
    <p:extLst>
      <p:ext uri="{BB962C8B-B14F-4D97-AF65-F5344CB8AC3E}">
        <p14:creationId xmlns:p14="http://schemas.microsoft.com/office/powerpoint/2010/main" val="9861146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79202" y="233084"/>
            <a:ext cx="677732" cy="4034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1323" tIns="35662" rIns="71323" bIns="35662" rtlCol="0" anchor="ctr"/>
          <a:lstStyle/>
          <a:p>
            <a:pPr algn="ctr"/>
            <a:r>
              <a:rPr lang="en-US" altLang="zh-CN" sz="2200" b="1" dirty="0" smtClean="0">
                <a:solidFill>
                  <a:schemeClr val="tx1"/>
                </a:solidFill>
                <a:latin typeface="微软雅黑" panose="020B0503020204020204" pitchFamily="34" charset="-122"/>
                <a:ea typeface="微软雅黑" panose="020B0503020204020204" pitchFamily="34" charset="-122"/>
              </a:rPr>
              <a:t>02</a:t>
            </a:r>
            <a:endParaRPr lang="zh-CN" altLang="en-US" sz="2200" b="1" dirty="0">
              <a:solidFill>
                <a:schemeClr val="tx1"/>
              </a:solidFill>
              <a:latin typeface="微软雅黑" panose="020B0503020204020204" pitchFamily="34" charset="-122"/>
              <a:ea typeface="微软雅黑" panose="020B0503020204020204" pitchFamily="34" charset="-122"/>
            </a:endParaRPr>
          </a:p>
        </p:txBody>
      </p:sp>
      <p:sp>
        <p:nvSpPr>
          <p:cNvPr id="31" name="标题 1"/>
          <p:cNvSpPr txBox="1"/>
          <p:nvPr/>
        </p:nvSpPr>
        <p:spPr bwMode="auto">
          <a:xfrm>
            <a:off x="1056937" y="210144"/>
            <a:ext cx="3416007" cy="476250"/>
          </a:xfrm>
          <a:prstGeom prst="rect">
            <a:avLst/>
          </a:prstGeom>
          <a:noFill/>
          <a:ln w="9525">
            <a:noFill/>
            <a:miter lim="800000"/>
          </a:ln>
        </p:spPr>
        <p:txBody>
          <a:bodyPr lIns="91429" tIns="45714" rIns="91429" bIns="45714" anchor="ctr"/>
          <a:lstStyle/>
          <a:p>
            <a:r>
              <a:rPr lang="zh-CN" altLang="en-US" sz="2400" b="1" dirty="0" smtClean="0">
                <a:solidFill>
                  <a:srgbClr val="7F7F7F"/>
                </a:solidFill>
                <a:latin typeface="+mn-ea"/>
                <a:ea typeface="+mn-ea"/>
                <a:cs typeface="Arial Unicode MS" panose="020B0604020202020204" pitchFamily="34" charset="-122"/>
              </a:rPr>
              <a:t>完全泊出逻辑策略说明</a:t>
            </a:r>
            <a:endParaRPr lang="zh-CN" altLang="en-US" sz="2400" b="1" dirty="0">
              <a:solidFill>
                <a:srgbClr val="7F7F7F"/>
              </a:solidFill>
              <a:latin typeface="+mn-ea"/>
              <a:ea typeface="+mn-ea"/>
              <a:cs typeface="Arial Unicode MS" panose="020B0604020202020204" pitchFamily="34" charset="-122"/>
            </a:endParaRPr>
          </a:p>
        </p:txBody>
      </p:sp>
      <p:sp>
        <p:nvSpPr>
          <p:cNvPr id="13" name="TextBox 12"/>
          <p:cNvSpPr txBox="1"/>
          <p:nvPr/>
        </p:nvSpPr>
        <p:spPr>
          <a:xfrm>
            <a:off x="8618220" y="5345966"/>
            <a:ext cx="454732" cy="338554"/>
          </a:xfrm>
          <a:prstGeom prst="rect">
            <a:avLst/>
          </a:prstGeom>
          <a:solidFill>
            <a:schemeClr val="bg1"/>
          </a:solidFill>
          <a:ln>
            <a:solidFill>
              <a:schemeClr val="bg1"/>
            </a:solidFill>
          </a:ln>
        </p:spPr>
        <p:txBody>
          <a:bodyPr wrap="square" rtlCol="0">
            <a:spAutoFit/>
          </a:bodyPr>
          <a:lstStyle/>
          <a:p>
            <a:r>
              <a:rPr lang="en-US" altLang="zh-CN" sz="1600" dirty="0" smtClean="0">
                <a:latin typeface="+mn-ea"/>
                <a:ea typeface="+mn-ea"/>
              </a:rPr>
              <a:t>  </a:t>
            </a:r>
            <a:endParaRPr lang="zh-CN" altLang="en-US" sz="1600" dirty="0">
              <a:latin typeface="+mn-ea"/>
              <a:ea typeface="+mn-ea"/>
            </a:endParaRPr>
          </a:p>
        </p:txBody>
      </p:sp>
      <p:sp>
        <p:nvSpPr>
          <p:cNvPr id="5"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灯片编号占位符 2"/>
          <p:cNvSpPr txBox="1">
            <a:spLocks/>
          </p:cNvSpPr>
          <p:nvPr/>
        </p:nvSpPr>
        <p:spPr>
          <a:xfrm>
            <a:off x="5584611" y="6849318"/>
            <a:ext cx="1021191" cy="224284"/>
          </a:xfrm>
          <a:prstGeom prst="rect">
            <a:avLst/>
          </a:prstGeom>
        </p:spPr>
        <p:txBody>
          <a:bodyPr/>
          <a:lstStyle>
            <a:defPPr>
              <a:defRPr lang="zh-CN"/>
            </a:defPPr>
            <a:lvl1pPr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1pPr>
            <a:lvl2pPr marL="455930" indent="-444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2pPr>
            <a:lvl3pPr marL="913130" indent="-92075"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3pPr>
            <a:lvl4pPr marL="1370330" indent="-13843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4pPr>
            <a:lvl5pPr marL="1825625" indent="-1841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9pPr>
          </a:lstStyle>
          <a:p>
            <a:pPr>
              <a:defRPr/>
            </a:pPr>
            <a:fld id="{0D91A68C-EF75-448C-824C-11AEAA06B251}" type="slidenum">
              <a:rPr lang="en-GB" smtClean="0">
                <a:solidFill>
                  <a:prstClr val="black">
                    <a:tint val="75000"/>
                  </a:prstClr>
                </a:solidFill>
              </a:rPr>
              <a:pPr>
                <a:defRPr/>
              </a:pPr>
              <a:t>8</a:t>
            </a:fld>
            <a:endParaRPr lang="en-GB">
              <a:solidFill>
                <a:prstClr val="black">
                  <a:tint val="75000"/>
                </a:prstClr>
              </a:solidFill>
            </a:endParaRPr>
          </a:p>
        </p:txBody>
      </p:sp>
      <p:sp>
        <p:nvSpPr>
          <p:cNvPr id="8" name="页脚占位符 3"/>
          <p:cNvSpPr txBox="1">
            <a:spLocks/>
          </p:cNvSpPr>
          <p:nvPr/>
        </p:nvSpPr>
        <p:spPr>
          <a:xfrm>
            <a:off x="6928015" y="6848955"/>
            <a:ext cx="5242516" cy="224284"/>
          </a:xfrm>
          <a:prstGeom prst="rect">
            <a:avLst/>
          </a:prstGeom>
        </p:spPr>
        <p:txBody>
          <a:bodyPr/>
          <a:lstStyle>
            <a:defPPr>
              <a:defRPr lang="zh-CN"/>
            </a:defPPr>
            <a:lvl1pPr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1pPr>
            <a:lvl2pPr marL="455930" indent="-444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2pPr>
            <a:lvl3pPr marL="913130" indent="-92075"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3pPr>
            <a:lvl4pPr marL="1370330" indent="-13843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4pPr>
            <a:lvl5pPr marL="1825625" indent="-1841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9pPr>
          </a:lstStyle>
          <a:p>
            <a:pPr>
              <a:defRPr/>
            </a:pPr>
            <a:r>
              <a:rPr lang="en-US" altLang="zh-TW" smtClean="0">
                <a:solidFill>
                  <a:prstClr val="black">
                    <a:tint val="75000"/>
                  </a:prstClr>
                </a:solidFill>
              </a:rPr>
              <a:t>© 2024 TTE GROUP ALL RIGHT RESERVED | DO NOT FORWARD WITHOUT PERMISSION</a:t>
            </a:r>
            <a:endParaRPr lang="zh-TW" altLang="en-US" dirty="0">
              <a:solidFill>
                <a:prstClr val="black">
                  <a:tint val="75000"/>
                </a:prstClr>
              </a:solidFill>
            </a:endParaRPr>
          </a:p>
        </p:txBody>
      </p:sp>
      <p:sp>
        <p:nvSpPr>
          <p:cNvPr id="9" name="TextBox 20"/>
          <p:cNvSpPr txBox="1"/>
          <p:nvPr/>
        </p:nvSpPr>
        <p:spPr>
          <a:xfrm>
            <a:off x="0" y="815513"/>
            <a:ext cx="8393635" cy="461665"/>
          </a:xfrm>
          <a:prstGeom prst="rect">
            <a:avLst/>
          </a:prstGeom>
          <a:noFill/>
        </p:spPr>
        <p:txBody>
          <a:bodyPr wrap="square" rtlCol="0">
            <a:spAutoFit/>
          </a:bodyPr>
          <a:lstStyle/>
          <a:p>
            <a:pPr marL="742950" lvl="2" indent="-285750">
              <a:lnSpc>
                <a:spcPct val="150000"/>
              </a:lnSpc>
              <a:buFont typeface="Wingdings" panose="05000000000000000000" pitchFamily="2" charset="2"/>
              <a:buChar char="p"/>
            </a:pPr>
            <a:r>
              <a:rPr lang="zh-CN" altLang="en-US" sz="1600" dirty="0">
                <a:latin typeface="+mn-ea"/>
              </a:rPr>
              <a:t>获取</a:t>
            </a:r>
            <a:r>
              <a:rPr lang="zh-CN" altLang="en-US" sz="1600" dirty="0" smtClean="0">
                <a:latin typeface="+mn-ea"/>
              </a:rPr>
              <a:t>泊出车位框</a:t>
            </a:r>
            <a:endParaRPr lang="en-US" altLang="zh-CN" sz="1600" dirty="0" smtClean="0">
              <a:latin typeface="+mn-ea"/>
            </a:endParaRPr>
          </a:p>
        </p:txBody>
      </p:sp>
      <p:sp>
        <p:nvSpPr>
          <p:cNvPr id="699" name="文本框 13"/>
          <p:cNvSpPr txBox="1"/>
          <p:nvPr/>
        </p:nvSpPr>
        <p:spPr>
          <a:xfrm>
            <a:off x="0" y="1347307"/>
            <a:ext cx="5464969" cy="2631490"/>
          </a:xfrm>
          <a:prstGeom prst="rect">
            <a:avLst/>
          </a:prstGeom>
          <a:noFill/>
        </p:spPr>
        <p:txBody>
          <a:bodyPr wrap="square" rtlCol="0">
            <a:spAutoFit/>
          </a:bodyPr>
          <a:lstStyle>
            <a:defPPr>
              <a:defRPr lang="zh-TW"/>
            </a:defPPr>
            <a:lvl3pPr marL="457200" lvl="2" indent="0">
              <a:lnSpc>
                <a:spcPct val="150000"/>
              </a:lnSpc>
              <a:defRPr sz="1800">
                <a:latin typeface="+mn-ea"/>
              </a:defRPr>
            </a:lvl3pPr>
          </a:lstStyle>
          <a:p>
            <a:pPr marL="742950" lvl="2" indent="-285750">
              <a:buFont typeface="Wingdings" panose="05000000000000000000" pitchFamily="2" charset="2"/>
              <a:buChar char="Ø"/>
            </a:pPr>
            <a:r>
              <a:rPr lang="zh-CN" altLang="en-US" sz="1100" dirty="0" smtClean="0">
                <a:latin typeface="+mn-lt"/>
              </a:rPr>
              <a:t>针对情况</a:t>
            </a:r>
            <a:r>
              <a:rPr lang="en-US" altLang="zh-CN" sz="1100" dirty="0" smtClean="0">
                <a:latin typeface="+mn-lt"/>
              </a:rPr>
              <a:t>2</a:t>
            </a:r>
            <a:r>
              <a:rPr lang="zh-CN" altLang="en-US" sz="1100" dirty="0" smtClean="0">
                <a:latin typeface="+mn-lt"/>
              </a:rPr>
              <a:t>：所有车位框坐标正常识别，但车位框类型识别错误，比如：</a:t>
            </a:r>
            <a:endParaRPr lang="en-US" altLang="zh-CN" sz="1100" dirty="0" smtClean="0">
              <a:latin typeface="+mn-lt"/>
            </a:endParaRPr>
          </a:p>
          <a:p>
            <a:pPr lvl="2"/>
            <a:r>
              <a:rPr lang="en-US" altLang="zh-CN" sz="1100" dirty="0">
                <a:latin typeface="+mn-lt"/>
              </a:rPr>
              <a:t>	</a:t>
            </a:r>
            <a:r>
              <a:rPr lang="en-US" altLang="zh-CN" sz="1100" dirty="0" smtClean="0">
                <a:latin typeface="+mn-lt"/>
              </a:rPr>
              <a:t>1</a:t>
            </a:r>
            <a:r>
              <a:rPr lang="en-US" altLang="zh-CN" sz="1100" dirty="0">
                <a:latin typeface="+mn-lt"/>
              </a:rPr>
              <a:t>.</a:t>
            </a:r>
            <a:r>
              <a:rPr lang="zh-CN" altLang="en-US" sz="1100" dirty="0" smtClean="0">
                <a:latin typeface="+mn-lt"/>
              </a:rPr>
              <a:t>把阶梯斜列车位类型识别成垂直车位类型或水平车位</a:t>
            </a:r>
            <a:endParaRPr lang="en-US" altLang="zh-CN" sz="1100" dirty="0" smtClean="0">
              <a:latin typeface="+mn-lt"/>
            </a:endParaRPr>
          </a:p>
          <a:p>
            <a:pPr lvl="2"/>
            <a:r>
              <a:rPr lang="en-US" altLang="zh-CN" sz="1100" dirty="0" smtClean="0">
                <a:latin typeface="+mn-lt"/>
                <a:sym typeface="Wingdings" panose="05000000000000000000" pitchFamily="2" charset="2"/>
              </a:rPr>
              <a:t>	</a:t>
            </a:r>
            <a:r>
              <a:rPr lang="zh-CN" altLang="en-US" sz="1100" dirty="0" smtClean="0">
                <a:latin typeface="+mn-lt"/>
                <a:sym typeface="Wingdings" panose="05000000000000000000" pitchFamily="2" charset="2"/>
              </a:rPr>
              <a:t>根据车辆左右两边的真实车位角点与当前车辆的距离，过大则修正为</a:t>
            </a:r>
            <a:r>
              <a:rPr lang="en-US" altLang="zh-CN" sz="1100" dirty="0" smtClean="0">
                <a:latin typeface="+mn-lt"/>
                <a:sym typeface="Wingdings" panose="05000000000000000000" pitchFamily="2" charset="2"/>
              </a:rPr>
              <a:t>	  </a:t>
            </a:r>
            <a:r>
              <a:rPr lang="zh-CN" altLang="en-US" sz="1100" dirty="0" smtClean="0">
                <a:latin typeface="+mn-lt"/>
                <a:sym typeface="Wingdings" panose="05000000000000000000" pitchFamily="2" charset="2"/>
              </a:rPr>
              <a:t>阶梯斜列车位类型；</a:t>
            </a:r>
            <a:endParaRPr lang="en-US" altLang="zh-CN" sz="1100" dirty="0" smtClean="0">
              <a:latin typeface="+mn-lt"/>
              <a:sym typeface="Wingdings" panose="05000000000000000000" pitchFamily="2" charset="2"/>
            </a:endParaRPr>
          </a:p>
          <a:p>
            <a:pPr lvl="2"/>
            <a:r>
              <a:rPr lang="en-US" altLang="zh-CN" sz="1100" dirty="0">
                <a:latin typeface="+mn-lt"/>
                <a:sym typeface="Wingdings" panose="05000000000000000000" pitchFamily="2" charset="2"/>
              </a:rPr>
              <a:t>	</a:t>
            </a:r>
            <a:r>
              <a:rPr lang="en-US" altLang="zh-CN" sz="1100" dirty="0" smtClean="0">
                <a:latin typeface="+mn-lt"/>
                <a:sym typeface="Wingdings" panose="05000000000000000000" pitchFamily="2" charset="2"/>
              </a:rPr>
              <a:t></a:t>
            </a:r>
            <a:r>
              <a:rPr lang="zh-CN" altLang="en-US" sz="1100" dirty="0" smtClean="0">
                <a:latin typeface="+mn-lt"/>
                <a:sym typeface="Wingdings" panose="05000000000000000000" pitchFamily="2" charset="2"/>
              </a:rPr>
              <a:t>如右图所示，</a:t>
            </a:r>
            <a:r>
              <a:rPr lang="en-US" altLang="zh-CN" sz="1100" dirty="0" smtClean="0">
                <a:latin typeface="+mn-lt"/>
                <a:sym typeface="Wingdings" panose="05000000000000000000" pitchFamily="2" charset="2"/>
              </a:rPr>
              <a:t>8</a:t>
            </a:r>
            <a:r>
              <a:rPr lang="zh-CN" altLang="en-US" sz="1100" dirty="0" smtClean="0">
                <a:latin typeface="+mn-lt"/>
                <a:sym typeface="Wingdings" panose="05000000000000000000" pitchFamily="2" charset="2"/>
              </a:rPr>
              <a:t>个位置存在阶梯斜列车位类型的车位，则把车位类型</a:t>
            </a:r>
            <a:r>
              <a:rPr lang="en-US" altLang="zh-CN" sz="1100" dirty="0" smtClean="0">
                <a:latin typeface="+mn-lt"/>
                <a:sym typeface="Wingdings" panose="05000000000000000000" pitchFamily="2" charset="2"/>
              </a:rPr>
              <a:t>	  </a:t>
            </a:r>
            <a:r>
              <a:rPr lang="zh-CN" altLang="en-US" sz="1100" dirty="0" smtClean="0">
                <a:latin typeface="+mn-lt"/>
                <a:sym typeface="Wingdings" panose="05000000000000000000" pitchFamily="2" charset="2"/>
              </a:rPr>
              <a:t>都修正为</a:t>
            </a:r>
            <a:r>
              <a:rPr lang="zh-CN" altLang="en-US" sz="1100" dirty="0">
                <a:latin typeface="+mn-lt"/>
                <a:sym typeface="Wingdings" panose="05000000000000000000" pitchFamily="2" charset="2"/>
              </a:rPr>
              <a:t>阶梯斜列车位类型</a:t>
            </a:r>
            <a:r>
              <a:rPr lang="zh-CN" altLang="en-US" sz="1100" dirty="0" smtClean="0">
                <a:latin typeface="+mn-lt"/>
                <a:sym typeface="Wingdings" panose="05000000000000000000" pitchFamily="2" charset="2"/>
              </a:rPr>
              <a:t>；</a:t>
            </a:r>
            <a:endParaRPr lang="en-US" altLang="zh-CN" sz="1100" dirty="0" smtClean="0">
              <a:latin typeface="+mn-lt"/>
              <a:sym typeface="Wingdings" panose="05000000000000000000" pitchFamily="2" charset="2"/>
            </a:endParaRPr>
          </a:p>
          <a:p>
            <a:pPr lvl="2"/>
            <a:r>
              <a:rPr lang="en-US" altLang="zh-CN" sz="1100" dirty="0">
                <a:latin typeface="+mn-lt"/>
                <a:sym typeface="Wingdings" panose="05000000000000000000" pitchFamily="2" charset="2"/>
              </a:rPr>
              <a:t>	</a:t>
            </a:r>
            <a:r>
              <a:rPr lang="en-US" altLang="zh-CN" sz="1100" dirty="0" smtClean="0">
                <a:latin typeface="+mn-lt"/>
              </a:rPr>
              <a:t>2.</a:t>
            </a:r>
            <a:r>
              <a:rPr lang="zh-CN" altLang="en-US" sz="1100" dirty="0" smtClean="0">
                <a:latin typeface="+mn-lt"/>
              </a:rPr>
              <a:t>把</a:t>
            </a:r>
            <a:r>
              <a:rPr lang="zh-CN" altLang="en-US" sz="1100" dirty="0">
                <a:latin typeface="+mn-lt"/>
              </a:rPr>
              <a:t>垂直车位</a:t>
            </a:r>
            <a:r>
              <a:rPr lang="zh-CN" altLang="en-US" sz="1100" dirty="0" smtClean="0">
                <a:latin typeface="+mn-lt"/>
              </a:rPr>
              <a:t>类型识别成</a:t>
            </a:r>
            <a:r>
              <a:rPr lang="zh-CN" altLang="en-US" sz="1100" dirty="0">
                <a:latin typeface="+mn-lt"/>
              </a:rPr>
              <a:t>阶梯斜列车位</a:t>
            </a:r>
            <a:r>
              <a:rPr lang="zh-CN" altLang="en-US" sz="1100" dirty="0" smtClean="0">
                <a:latin typeface="+mn-lt"/>
              </a:rPr>
              <a:t>类型</a:t>
            </a:r>
            <a:endParaRPr lang="en-US" altLang="zh-CN" sz="1100" dirty="0">
              <a:latin typeface="+mn-lt"/>
            </a:endParaRPr>
          </a:p>
          <a:p>
            <a:pPr lvl="2"/>
            <a:r>
              <a:rPr lang="en-US" altLang="zh-CN" sz="1100" dirty="0" smtClean="0">
                <a:latin typeface="+mn-lt"/>
              </a:rPr>
              <a:t>	</a:t>
            </a:r>
            <a:r>
              <a:rPr lang="en-US" altLang="zh-CN" sz="1100" dirty="0" smtClean="0">
                <a:latin typeface="+mn-lt"/>
                <a:sym typeface="Wingdings" panose="05000000000000000000" pitchFamily="2" charset="2"/>
              </a:rPr>
              <a:t></a:t>
            </a:r>
            <a:r>
              <a:rPr lang="zh-CN" altLang="en-US" sz="1100" dirty="0" smtClean="0">
                <a:latin typeface="+mn-lt"/>
                <a:sym typeface="Wingdings" panose="05000000000000000000" pitchFamily="2" charset="2"/>
              </a:rPr>
              <a:t>根据多个阶梯斜列车位类型的车位构造斜列车位四个角点并确定锚点</a:t>
            </a:r>
            <a:r>
              <a:rPr lang="en-US" altLang="zh-CN" sz="1100" dirty="0" smtClean="0">
                <a:latin typeface="+mn-lt"/>
                <a:sym typeface="Wingdings" panose="05000000000000000000" pitchFamily="2" charset="2"/>
              </a:rPr>
              <a:t>	  </a:t>
            </a:r>
            <a:r>
              <a:rPr lang="zh-CN" altLang="en-US" sz="1100" dirty="0" smtClean="0">
                <a:latin typeface="+mn-lt"/>
                <a:sym typeface="Wingdings" panose="05000000000000000000" pitchFamily="2" charset="2"/>
              </a:rPr>
              <a:t>的坐标和角度。若无法成功构造斜列车位则按照垂直车位类型；</a:t>
            </a:r>
            <a:endParaRPr lang="en-US" altLang="zh-CN" sz="1100" dirty="0" smtClean="0">
              <a:latin typeface="+mn-lt"/>
              <a:sym typeface="Wingdings" panose="05000000000000000000" pitchFamily="2" charset="2"/>
            </a:endParaRPr>
          </a:p>
          <a:p>
            <a:pPr lvl="2"/>
            <a:r>
              <a:rPr lang="en-US" altLang="zh-CN" sz="1100" dirty="0">
                <a:latin typeface="+mn-lt"/>
                <a:sym typeface="Wingdings" panose="05000000000000000000" pitchFamily="2" charset="2"/>
              </a:rPr>
              <a:t>	 </a:t>
            </a:r>
            <a:r>
              <a:rPr lang="en-US" altLang="zh-CN" sz="1100" dirty="0" smtClean="0">
                <a:latin typeface="+mn-lt"/>
                <a:sym typeface="Wingdings" panose="05000000000000000000" pitchFamily="2" charset="2"/>
              </a:rPr>
              <a:t> </a:t>
            </a:r>
            <a:r>
              <a:rPr lang="zh-CN" altLang="en-US" sz="1100" dirty="0" smtClean="0">
                <a:latin typeface="+mn-lt"/>
                <a:sym typeface="Wingdings" panose="05000000000000000000" pitchFamily="2" charset="2"/>
              </a:rPr>
              <a:t>（构造斜列车位要求</a:t>
            </a:r>
            <a:r>
              <a:rPr lang="en-US" altLang="zh-CN" sz="1100" dirty="0" err="1" smtClean="0">
                <a:latin typeface="+mn-lt"/>
                <a:sym typeface="Wingdings" panose="05000000000000000000" pitchFamily="2" charset="2"/>
              </a:rPr>
              <a:t>closeline</a:t>
            </a:r>
            <a:r>
              <a:rPr lang="zh-CN" altLang="en-US" sz="1100" dirty="0" smtClean="0">
                <a:latin typeface="+mn-lt"/>
                <a:sym typeface="Wingdings" panose="05000000000000000000" pitchFamily="2" charset="2"/>
              </a:rPr>
              <a:t>角度在</a:t>
            </a:r>
            <a:r>
              <a:rPr lang="en-US" altLang="zh-CN" sz="1100" dirty="0" smtClean="0">
                <a:latin typeface="+mn-lt"/>
                <a:sym typeface="Wingdings" panose="05000000000000000000" pitchFamily="2" charset="2"/>
              </a:rPr>
              <a:t>15~65</a:t>
            </a:r>
            <a:r>
              <a:rPr lang="zh-CN" altLang="en-US" sz="1100" dirty="0" smtClean="0">
                <a:latin typeface="+mn-lt"/>
                <a:sym typeface="Wingdings" panose="05000000000000000000" pitchFamily="2" charset="2"/>
              </a:rPr>
              <a:t>度内）</a:t>
            </a:r>
            <a:endParaRPr lang="en-US" altLang="zh-CN" sz="1100" dirty="0" smtClean="0">
              <a:latin typeface="+mn-lt"/>
            </a:endParaRPr>
          </a:p>
        </p:txBody>
      </p:sp>
      <p:grpSp>
        <p:nvGrpSpPr>
          <p:cNvPr id="16" name="组合 15"/>
          <p:cNvGrpSpPr/>
          <p:nvPr/>
        </p:nvGrpSpPr>
        <p:grpSpPr>
          <a:xfrm>
            <a:off x="5918478" y="1725977"/>
            <a:ext cx="2659930" cy="1927086"/>
            <a:chOff x="3327913" y="3380737"/>
            <a:chExt cx="2584805" cy="1833550"/>
          </a:xfrm>
        </p:grpSpPr>
        <p:sp>
          <p:nvSpPr>
            <p:cNvPr id="64" name="矩形 63"/>
            <p:cNvSpPr/>
            <p:nvPr/>
          </p:nvSpPr>
          <p:spPr>
            <a:xfrm rot="10800000">
              <a:off x="4357448" y="3878354"/>
              <a:ext cx="511202" cy="807276"/>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sp>
          <p:nvSpPr>
            <p:cNvPr id="65" name="矩形 64"/>
            <p:cNvSpPr/>
            <p:nvPr/>
          </p:nvSpPr>
          <p:spPr>
            <a:xfrm rot="10800000">
              <a:off x="3846245" y="3621176"/>
              <a:ext cx="511202" cy="807276"/>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sp>
          <p:nvSpPr>
            <p:cNvPr id="66" name="矩形 65"/>
            <p:cNvSpPr/>
            <p:nvPr/>
          </p:nvSpPr>
          <p:spPr>
            <a:xfrm rot="10800000">
              <a:off x="4868650" y="4128390"/>
              <a:ext cx="511202" cy="807276"/>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pic>
          <p:nvPicPr>
            <p:cNvPr id="78" name="图片 77"/>
            <p:cNvPicPr>
              <a:picLocks noChangeAspect="1"/>
            </p:cNvPicPr>
            <p:nvPr/>
          </p:nvPicPr>
          <p:blipFill>
            <a:blip r:embed="rId4"/>
            <a:srcRect l="8936" t="15826" r="65159" b="27365"/>
            <a:stretch>
              <a:fillRect/>
            </a:stretch>
          </p:blipFill>
          <p:spPr>
            <a:xfrm rot="10800000">
              <a:off x="4456022" y="3956963"/>
              <a:ext cx="343789" cy="724186"/>
            </a:xfrm>
            <a:prstGeom prst="rect">
              <a:avLst/>
            </a:prstGeom>
            <a:effectLst>
              <a:softEdge rad="31750"/>
            </a:effectLst>
          </p:spPr>
        </p:pic>
        <p:sp>
          <p:nvSpPr>
            <p:cNvPr id="79" name="矩形 78"/>
            <p:cNvSpPr/>
            <p:nvPr/>
          </p:nvSpPr>
          <p:spPr>
            <a:xfrm rot="10800000">
              <a:off x="3839728" y="4153403"/>
              <a:ext cx="511202" cy="807276"/>
            </a:xfrm>
            <a:prstGeom prst="rect">
              <a:avLst/>
            </a:prstGeom>
            <a:noFill/>
            <a:ln w="38100" cap="flat" cmpd="sng" algn="ctr">
              <a:solidFill>
                <a:srgbClr val="FFC000"/>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sp>
          <p:nvSpPr>
            <p:cNvPr id="80" name="矩形 79"/>
            <p:cNvSpPr/>
            <p:nvPr/>
          </p:nvSpPr>
          <p:spPr>
            <a:xfrm rot="10800000">
              <a:off x="4885333" y="3599734"/>
              <a:ext cx="511202" cy="807276"/>
            </a:xfrm>
            <a:prstGeom prst="rect">
              <a:avLst/>
            </a:prstGeom>
            <a:noFill/>
            <a:ln w="38100" cap="flat" cmpd="sng" algn="ctr">
              <a:solidFill>
                <a:srgbClr val="FFC000"/>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sp>
          <p:nvSpPr>
            <p:cNvPr id="81" name="文本框 13"/>
            <p:cNvSpPr txBox="1"/>
            <p:nvPr/>
          </p:nvSpPr>
          <p:spPr>
            <a:xfrm>
              <a:off x="3932810" y="4557041"/>
              <a:ext cx="226349" cy="205513"/>
            </a:xfrm>
            <a:prstGeom prst="rect">
              <a:avLst/>
            </a:prstGeom>
            <a:noFill/>
          </p:spPr>
          <p:txBody>
            <a:bodyPr wrap="none" rtlCol="0">
              <a:spAutoFit/>
            </a:bodyPr>
            <a:lstStyle/>
            <a:p>
              <a:pPr>
                <a:lnSpc>
                  <a:spcPts val="2000"/>
                </a:lnSpc>
              </a:pPr>
              <a:r>
                <a:rPr lang="zh-CN" altLang="en-US" sz="1200" dirty="0" smtClean="0"/>
                <a:t>①</a:t>
              </a:r>
              <a:endParaRPr lang="zh-CN" altLang="en-US" sz="1200" dirty="0"/>
            </a:p>
          </p:txBody>
        </p:sp>
        <p:sp>
          <p:nvSpPr>
            <p:cNvPr id="83" name="文本框 13"/>
            <p:cNvSpPr txBox="1"/>
            <p:nvPr/>
          </p:nvSpPr>
          <p:spPr>
            <a:xfrm>
              <a:off x="4983424" y="4519014"/>
              <a:ext cx="226349" cy="205513"/>
            </a:xfrm>
            <a:prstGeom prst="rect">
              <a:avLst/>
            </a:prstGeom>
            <a:noFill/>
          </p:spPr>
          <p:txBody>
            <a:bodyPr wrap="none" rtlCol="0">
              <a:spAutoFit/>
            </a:bodyPr>
            <a:lstStyle/>
            <a:p>
              <a:pPr>
                <a:lnSpc>
                  <a:spcPts val="2000"/>
                </a:lnSpc>
              </a:pPr>
              <a:r>
                <a:rPr lang="zh-CN" altLang="en-US" sz="1200" dirty="0" smtClean="0"/>
                <a:t>②</a:t>
              </a:r>
              <a:endParaRPr lang="zh-CN" altLang="en-US" sz="1200" dirty="0"/>
            </a:p>
          </p:txBody>
        </p:sp>
        <p:pic>
          <p:nvPicPr>
            <p:cNvPr id="2" name="图片 1"/>
            <p:cNvPicPr>
              <a:picLocks noChangeAspect="1"/>
            </p:cNvPicPr>
            <p:nvPr/>
          </p:nvPicPr>
          <p:blipFill>
            <a:blip r:embed="rId5"/>
            <a:stretch>
              <a:fillRect/>
            </a:stretch>
          </p:blipFill>
          <p:spPr>
            <a:xfrm>
              <a:off x="5059408" y="3755474"/>
              <a:ext cx="226300" cy="219443"/>
            </a:xfrm>
            <a:prstGeom prst="rect">
              <a:avLst/>
            </a:prstGeom>
          </p:spPr>
        </p:pic>
        <p:pic>
          <p:nvPicPr>
            <p:cNvPr id="3" name="图片 2"/>
            <p:cNvPicPr>
              <a:picLocks noChangeAspect="1"/>
            </p:cNvPicPr>
            <p:nvPr/>
          </p:nvPicPr>
          <p:blipFill>
            <a:blip r:embed="rId6"/>
            <a:stretch>
              <a:fillRect/>
            </a:stretch>
          </p:blipFill>
          <p:spPr>
            <a:xfrm>
              <a:off x="3991120" y="3768419"/>
              <a:ext cx="228123" cy="256638"/>
            </a:xfrm>
            <a:prstGeom prst="rect">
              <a:avLst/>
            </a:prstGeom>
          </p:spPr>
        </p:pic>
        <p:sp>
          <p:nvSpPr>
            <p:cNvPr id="89" name="矩形 88"/>
            <p:cNvSpPr/>
            <p:nvPr/>
          </p:nvSpPr>
          <p:spPr>
            <a:xfrm rot="10800000">
              <a:off x="3327913" y="3397980"/>
              <a:ext cx="511202" cy="807276"/>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sp>
          <p:nvSpPr>
            <p:cNvPr id="90" name="矩形 89"/>
            <p:cNvSpPr/>
            <p:nvPr/>
          </p:nvSpPr>
          <p:spPr>
            <a:xfrm rot="10800000">
              <a:off x="5377072" y="4407010"/>
              <a:ext cx="511202" cy="807276"/>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sp>
          <p:nvSpPr>
            <p:cNvPr id="91" name="矩形 90"/>
            <p:cNvSpPr/>
            <p:nvPr/>
          </p:nvSpPr>
          <p:spPr>
            <a:xfrm rot="10800000">
              <a:off x="5401516" y="3380737"/>
              <a:ext cx="511202" cy="807276"/>
            </a:xfrm>
            <a:prstGeom prst="rect">
              <a:avLst/>
            </a:prstGeom>
            <a:noFill/>
            <a:ln w="38100" cap="flat" cmpd="sng" algn="ctr">
              <a:solidFill>
                <a:srgbClr val="FFC000"/>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sp>
          <p:nvSpPr>
            <p:cNvPr id="92" name="矩形 91"/>
            <p:cNvSpPr/>
            <p:nvPr/>
          </p:nvSpPr>
          <p:spPr>
            <a:xfrm rot="10800000">
              <a:off x="3327913" y="4407011"/>
              <a:ext cx="511202" cy="807276"/>
            </a:xfrm>
            <a:prstGeom prst="rect">
              <a:avLst/>
            </a:prstGeom>
            <a:noFill/>
            <a:ln w="38100" cap="flat" cmpd="sng" algn="ctr">
              <a:solidFill>
                <a:srgbClr val="FFC000"/>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pic>
          <p:nvPicPr>
            <p:cNvPr id="10" name="图片 9"/>
            <p:cNvPicPr>
              <a:picLocks noChangeAspect="1"/>
            </p:cNvPicPr>
            <p:nvPr/>
          </p:nvPicPr>
          <p:blipFill>
            <a:blip r:embed="rId7"/>
            <a:stretch>
              <a:fillRect/>
            </a:stretch>
          </p:blipFill>
          <p:spPr>
            <a:xfrm>
              <a:off x="3495693" y="4857802"/>
              <a:ext cx="200556" cy="200556"/>
            </a:xfrm>
            <a:prstGeom prst="rect">
              <a:avLst/>
            </a:prstGeom>
          </p:spPr>
        </p:pic>
        <p:pic>
          <p:nvPicPr>
            <p:cNvPr id="11" name="图片 10"/>
            <p:cNvPicPr>
              <a:picLocks noChangeAspect="1"/>
            </p:cNvPicPr>
            <p:nvPr/>
          </p:nvPicPr>
          <p:blipFill>
            <a:blip r:embed="rId8"/>
            <a:stretch>
              <a:fillRect/>
            </a:stretch>
          </p:blipFill>
          <p:spPr>
            <a:xfrm>
              <a:off x="5521182" y="4867148"/>
              <a:ext cx="225762" cy="181864"/>
            </a:xfrm>
            <a:prstGeom prst="rect">
              <a:avLst/>
            </a:prstGeom>
          </p:spPr>
        </p:pic>
        <p:pic>
          <p:nvPicPr>
            <p:cNvPr id="14" name="图片 13"/>
            <p:cNvPicPr>
              <a:picLocks noChangeAspect="1"/>
            </p:cNvPicPr>
            <p:nvPr/>
          </p:nvPicPr>
          <p:blipFill>
            <a:blip r:embed="rId9"/>
            <a:stretch>
              <a:fillRect/>
            </a:stretch>
          </p:blipFill>
          <p:spPr>
            <a:xfrm>
              <a:off x="5552182" y="3593142"/>
              <a:ext cx="209868" cy="190789"/>
            </a:xfrm>
            <a:prstGeom prst="rect">
              <a:avLst/>
            </a:prstGeom>
          </p:spPr>
        </p:pic>
        <p:pic>
          <p:nvPicPr>
            <p:cNvPr id="15" name="图片 14"/>
            <p:cNvPicPr>
              <a:picLocks noChangeAspect="1"/>
            </p:cNvPicPr>
            <p:nvPr/>
          </p:nvPicPr>
          <p:blipFill>
            <a:blip r:embed="rId10"/>
            <a:stretch>
              <a:fillRect/>
            </a:stretch>
          </p:blipFill>
          <p:spPr>
            <a:xfrm>
              <a:off x="3492498" y="3614724"/>
              <a:ext cx="179608" cy="185595"/>
            </a:xfrm>
            <a:prstGeom prst="rect">
              <a:avLst/>
            </a:prstGeom>
          </p:spPr>
        </p:pic>
      </p:grpSp>
    </p:spTree>
    <p:custDataLst>
      <p:tags r:id="rId1"/>
    </p:custDataLst>
    <p:extLst>
      <p:ext uri="{BB962C8B-B14F-4D97-AF65-F5344CB8AC3E}">
        <p14:creationId xmlns:p14="http://schemas.microsoft.com/office/powerpoint/2010/main" val="5486306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79202" y="233084"/>
            <a:ext cx="677732" cy="4034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1323" tIns="35662" rIns="71323" bIns="35662" rtlCol="0" anchor="ctr"/>
          <a:lstStyle/>
          <a:p>
            <a:pPr algn="ctr"/>
            <a:r>
              <a:rPr lang="en-US" altLang="zh-CN" sz="2200" b="1" dirty="0" smtClean="0">
                <a:solidFill>
                  <a:schemeClr val="tx1"/>
                </a:solidFill>
                <a:latin typeface="微软雅黑" panose="020B0503020204020204" pitchFamily="34" charset="-122"/>
                <a:ea typeface="微软雅黑" panose="020B0503020204020204" pitchFamily="34" charset="-122"/>
              </a:rPr>
              <a:t>02</a:t>
            </a:r>
            <a:endParaRPr lang="zh-CN" altLang="en-US" sz="2200" b="1" dirty="0">
              <a:solidFill>
                <a:schemeClr val="tx1"/>
              </a:solidFill>
              <a:latin typeface="微软雅黑" panose="020B0503020204020204" pitchFamily="34" charset="-122"/>
              <a:ea typeface="微软雅黑" panose="020B0503020204020204" pitchFamily="34" charset="-122"/>
            </a:endParaRPr>
          </a:p>
        </p:txBody>
      </p:sp>
      <p:sp>
        <p:nvSpPr>
          <p:cNvPr id="31" name="标题 1"/>
          <p:cNvSpPr txBox="1"/>
          <p:nvPr/>
        </p:nvSpPr>
        <p:spPr bwMode="auto">
          <a:xfrm>
            <a:off x="1056937" y="210144"/>
            <a:ext cx="3416007" cy="476250"/>
          </a:xfrm>
          <a:prstGeom prst="rect">
            <a:avLst/>
          </a:prstGeom>
          <a:noFill/>
          <a:ln w="9525">
            <a:noFill/>
            <a:miter lim="800000"/>
          </a:ln>
        </p:spPr>
        <p:txBody>
          <a:bodyPr lIns="91429" tIns="45714" rIns="91429" bIns="45714" anchor="ctr"/>
          <a:lstStyle/>
          <a:p>
            <a:r>
              <a:rPr lang="zh-CN" altLang="en-US" sz="2400" b="1" dirty="0" smtClean="0">
                <a:solidFill>
                  <a:srgbClr val="7F7F7F"/>
                </a:solidFill>
                <a:latin typeface="+mn-ea"/>
                <a:ea typeface="+mn-ea"/>
                <a:cs typeface="Arial Unicode MS" panose="020B0604020202020204" pitchFamily="34" charset="-122"/>
              </a:rPr>
              <a:t>完全泊出逻辑策略说明</a:t>
            </a:r>
            <a:endParaRPr lang="zh-CN" altLang="en-US" sz="2400" b="1" dirty="0">
              <a:solidFill>
                <a:srgbClr val="7F7F7F"/>
              </a:solidFill>
              <a:latin typeface="+mn-ea"/>
              <a:ea typeface="+mn-ea"/>
              <a:cs typeface="Arial Unicode MS" panose="020B0604020202020204" pitchFamily="34" charset="-122"/>
            </a:endParaRPr>
          </a:p>
        </p:txBody>
      </p:sp>
      <p:sp>
        <p:nvSpPr>
          <p:cNvPr id="13" name="TextBox 12"/>
          <p:cNvSpPr txBox="1"/>
          <p:nvPr/>
        </p:nvSpPr>
        <p:spPr>
          <a:xfrm>
            <a:off x="8618220" y="5345966"/>
            <a:ext cx="454732" cy="338554"/>
          </a:xfrm>
          <a:prstGeom prst="rect">
            <a:avLst/>
          </a:prstGeom>
          <a:solidFill>
            <a:schemeClr val="bg1"/>
          </a:solidFill>
          <a:ln>
            <a:solidFill>
              <a:schemeClr val="bg1"/>
            </a:solidFill>
          </a:ln>
        </p:spPr>
        <p:txBody>
          <a:bodyPr wrap="square" rtlCol="0">
            <a:spAutoFit/>
          </a:bodyPr>
          <a:lstStyle/>
          <a:p>
            <a:r>
              <a:rPr lang="en-US" altLang="zh-CN" sz="1600" dirty="0" smtClean="0">
                <a:latin typeface="+mn-ea"/>
                <a:ea typeface="+mn-ea"/>
              </a:rPr>
              <a:t>  </a:t>
            </a:r>
            <a:endParaRPr lang="zh-CN" altLang="en-US" sz="1600" dirty="0">
              <a:latin typeface="+mn-ea"/>
              <a:ea typeface="+mn-ea"/>
            </a:endParaRPr>
          </a:p>
        </p:txBody>
      </p:sp>
      <p:sp>
        <p:nvSpPr>
          <p:cNvPr id="5"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灯片编号占位符 2"/>
          <p:cNvSpPr txBox="1">
            <a:spLocks/>
          </p:cNvSpPr>
          <p:nvPr/>
        </p:nvSpPr>
        <p:spPr>
          <a:xfrm>
            <a:off x="5584611" y="6849318"/>
            <a:ext cx="1021191" cy="224284"/>
          </a:xfrm>
          <a:prstGeom prst="rect">
            <a:avLst/>
          </a:prstGeom>
        </p:spPr>
        <p:txBody>
          <a:bodyPr/>
          <a:lstStyle>
            <a:defPPr>
              <a:defRPr lang="zh-CN"/>
            </a:defPPr>
            <a:lvl1pPr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1pPr>
            <a:lvl2pPr marL="455930" indent="-444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2pPr>
            <a:lvl3pPr marL="913130" indent="-92075"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3pPr>
            <a:lvl4pPr marL="1370330" indent="-13843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4pPr>
            <a:lvl5pPr marL="1825625" indent="-1841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9pPr>
          </a:lstStyle>
          <a:p>
            <a:pPr>
              <a:defRPr/>
            </a:pPr>
            <a:fld id="{0D91A68C-EF75-448C-824C-11AEAA06B251}" type="slidenum">
              <a:rPr lang="en-GB" smtClean="0">
                <a:solidFill>
                  <a:prstClr val="black">
                    <a:tint val="75000"/>
                  </a:prstClr>
                </a:solidFill>
              </a:rPr>
              <a:pPr>
                <a:defRPr/>
              </a:pPr>
              <a:t>9</a:t>
            </a:fld>
            <a:endParaRPr lang="en-GB">
              <a:solidFill>
                <a:prstClr val="black">
                  <a:tint val="75000"/>
                </a:prstClr>
              </a:solidFill>
            </a:endParaRPr>
          </a:p>
        </p:txBody>
      </p:sp>
      <p:sp>
        <p:nvSpPr>
          <p:cNvPr id="8" name="页脚占位符 3"/>
          <p:cNvSpPr txBox="1">
            <a:spLocks/>
          </p:cNvSpPr>
          <p:nvPr/>
        </p:nvSpPr>
        <p:spPr>
          <a:xfrm>
            <a:off x="6928015" y="6848955"/>
            <a:ext cx="5242516" cy="224284"/>
          </a:xfrm>
          <a:prstGeom prst="rect">
            <a:avLst/>
          </a:prstGeom>
        </p:spPr>
        <p:txBody>
          <a:bodyPr/>
          <a:lstStyle>
            <a:defPPr>
              <a:defRPr lang="zh-CN"/>
            </a:defPPr>
            <a:lvl1pPr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1pPr>
            <a:lvl2pPr marL="455930" indent="-444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2pPr>
            <a:lvl3pPr marL="913130" indent="-92075"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3pPr>
            <a:lvl4pPr marL="1370330" indent="-13843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4pPr>
            <a:lvl5pPr marL="1825625" indent="-1841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9pPr>
          </a:lstStyle>
          <a:p>
            <a:pPr>
              <a:defRPr/>
            </a:pPr>
            <a:r>
              <a:rPr lang="en-US" altLang="zh-TW" smtClean="0">
                <a:solidFill>
                  <a:prstClr val="black">
                    <a:tint val="75000"/>
                  </a:prstClr>
                </a:solidFill>
              </a:rPr>
              <a:t>© 2024 TTE GROUP ALL RIGHT RESERVED | DO NOT FORWARD WITHOUT PERMISSION</a:t>
            </a:r>
            <a:endParaRPr lang="zh-TW" altLang="en-US" dirty="0">
              <a:solidFill>
                <a:prstClr val="black">
                  <a:tint val="75000"/>
                </a:prstClr>
              </a:solidFill>
            </a:endParaRPr>
          </a:p>
        </p:txBody>
      </p:sp>
      <p:sp>
        <p:nvSpPr>
          <p:cNvPr id="9" name="TextBox 20"/>
          <p:cNvSpPr txBox="1"/>
          <p:nvPr/>
        </p:nvSpPr>
        <p:spPr>
          <a:xfrm>
            <a:off x="0" y="815513"/>
            <a:ext cx="8393635" cy="461665"/>
          </a:xfrm>
          <a:prstGeom prst="rect">
            <a:avLst/>
          </a:prstGeom>
          <a:noFill/>
        </p:spPr>
        <p:txBody>
          <a:bodyPr wrap="square" rtlCol="0">
            <a:spAutoFit/>
          </a:bodyPr>
          <a:lstStyle/>
          <a:p>
            <a:pPr marL="742950" lvl="2" indent="-285750">
              <a:lnSpc>
                <a:spcPct val="150000"/>
              </a:lnSpc>
              <a:buFont typeface="Wingdings" panose="05000000000000000000" pitchFamily="2" charset="2"/>
              <a:buChar char="p"/>
            </a:pPr>
            <a:r>
              <a:rPr lang="zh-CN" altLang="en-US" sz="1600" dirty="0">
                <a:latin typeface="+mn-ea"/>
              </a:rPr>
              <a:t>获取</a:t>
            </a:r>
            <a:r>
              <a:rPr lang="zh-CN" altLang="en-US" sz="1600" dirty="0" smtClean="0">
                <a:latin typeface="+mn-ea"/>
              </a:rPr>
              <a:t>泊出车位框</a:t>
            </a:r>
            <a:endParaRPr lang="en-US" altLang="zh-CN" sz="1600" dirty="0" smtClean="0">
              <a:latin typeface="+mn-ea"/>
            </a:endParaRPr>
          </a:p>
        </p:txBody>
      </p:sp>
      <p:sp>
        <p:nvSpPr>
          <p:cNvPr id="699" name="文本框 13"/>
          <p:cNvSpPr txBox="1"/>
          <p:nvPr/>
        </p:nvSpPr>
        <p:spPr>
          <a:xfrm>
            <a:off x="0" y="1347307"/>
            <a:ext cx="5464969" cy="3393237"/>
          </a:xfrm>
          <a:prstGeom prst="rect">
            <a:avLst/>
          </a:prstGeom>
          <a:noFill/>
        </p:spPr>
        <p:txBody>
          <a:bodyPr wrap="square" rtlCol="0">
            <a:spAutoFit/>
          </a:bodyPr>
          <a:lstStyle>
            <a:defPPr>
              <a:defRPr lang="zh-TW"/>
            </a:defPPr>
            <a:lvl3pPr marL="457200" lvl="2" indent="0">
              <a:lnSpc>
                <a:spcPct val="150000"/>
              </a:lnSpc>
              <a:defRPr sz="1800">
                <a:latin typeface="+mn-ea"/>
              </a:defRPr>
            </a:lvl3pPr>
          </a:lstStyle>
          <a:p>
            <a:pPr marL="742950" lvl="2" indent="-285750">
              <a:buFont typeface="Wingdings" panose="05000000000000000000" pitchFamily="2" charset="2"/>
              <a:buChar char="Ø"/>
            </a:pPr>
            <a:r>
              <a:rPr lang="zh-CN" altLang="en-US" sz="1100" dirty="0" smtClean="0">
                <a:latin typeface="+mn-lt"/>
              </a:rPr>
              <a:t>针对情况</a:t>
            </a:r>
            <a:r>
              <a:rPr lang="en-US" altLang="zh-CN" sz="1100" dirty="0" smtClean="0">
                <a:latin typeface="+mn-lt"/>
              </a:rPr>
              <a:t>3</a:t>
            </a:r>
            <a:r>
              <a:rPr lang="zh-CN" altLang="en-US" sz="1100" dirty="0" smtClean="0">
                <a:latin typeface="+mn-lt"/>
              </a:rPr>
              <a:t>：车位框识别残缺不完整，当前自身车位框识别不到但识别出周围车位框；</a:t>
            </a:r>
            <a:endParaRPr lang="en-US" altLang="zh-CN" sz="1100" dirty="0" smtClean="0">
              <a:latin typeface="+mn-lt"/>
            </a:endParaRPr>
          </a:p>
          <a:p>
            <a:pPr lvl="2"/>
            <a:r>
              <a:rPr lang="en-US" altLang="zh-CN" sz="1100" dirty="0" smtClean="0">
                <a:latin typeface="+mn-lt"/>
              </a:rPr>
              <a:t>	1.</a:t>
            </a:r>
            <a:r>
              <a:rPr lang="zh-CN" altLang="en-US" sz="1100" dirty="0" smtClean="0">
                <a:latin typeface="+mn-lt"/>
              </a:rPr>
              <a:t>根据左右两边车位框构造当前车位框</a:t>
            </a:r>
            <a:endParaRPr lang="en-US" altLang="zh-CN" sz="1100" dirty="0" smtClean="0">
              <a:latin typeface="+mn-lt"/>
            </a:endParaRPr>
          </a:p>
          <a:p>
            <a:pPr lvl="2"/>
            <a:r>
              <a:rPr lang="en-US" altLang="zh-CN" sz="1100" dirty="0" smtClean="0">
                <a:latin typeface="+mn-lt"/>
              </a:rPr>
              <a:t>	</a:t>
            </a:r>
            <a:r>
              <a:rPr lang="zh-CN" altLang="en-US" sz="1100" dirty="0" smtClean="0">
                <a:latin typeface="+mn-lt"/>
              </a:rPr>
              <a:t>当前车位框左上角的点：</a:t>
            </a:r>
            <a:r>
              <a:rPr lang="en-US" altLang="zh-CN" sz="1100" dirty="0" smtClean="0">
                <a:latin typeface="+mn-lt"/>
              </a:rPr>
              <a:t>D</a:t>
            </a:r>
            <a:r>
              <a:rPr lang="zh-CN" altLang="en-US" sz="1100" dirty="0" smtClean="0">
                <a:latin typeface="+mn-lt"/>
              </a:rPr>
              <a:t>；右下角的点：</a:t>
            </a:r>
            <a:r>
              <a:rPr lang="en-US" altLang="zh-CN" sz="1100" dirty="0" smtClean="0">
                <a:latin typeface="+mn-lt"/>
              </a:rPr>
              <a:t>F</a:t>
            </a:r>
            <a:r>
              <a:rPr lang="zh-CN" altLang="en-US" sz="1100" dirty="0" smtClean="0">
                <a:latin typeface="+mn-lt"/>
              </a:rPr>
              <a:t>；</a:t>
            </a:r>
            <a:endParaRPr lang="en-US" altLang="zh-CN" sz="1100" dirty="0" smtClean="0">
              <a:latin typeface="+mn-lt"/>
            </a:endParaRPr>
          </a:p>
          <a:p>
            <a:pPr lvl="2"/>
            <a:r>
              <a:rPr lang="en-US" altLang="zh-CN" sz="1100" dirty="0">
                <a:latin typeface="+mn-lt"/>
              </a:rPr>
              <a:t>	</a:t>
            </a:r>
            <a:r>
              <a:rPr lang="zh-CN" altLang="en-US" sz="1100" dirty="0" smtClean="0">
                <a:latin typeface="+mn-lt"/>
              </a:rPr>
              <a:t>当前车位框左下角的点：</a:t>
            </a:r>
            <a:r>
              <a:rPr lang="en-US" altLang="zh-CN" sz="1100" dirty="0" smtClean="0">
                <a:latin typeface="+mn-lt"/>
              </a:rPr>
              <a:t>BF</a:t>
            </a:r>
            <a:r>
              <a:rPr lang="zh-CN" altLang="en-US" sz="1100" dirty="0" smtClean="0">
                <a:latin typeface="+mn-lt"/>
              </a:rPr>
              <a:t>直线和</a:t>
            </a:r>
            <a:r>
              <a:rPr lang="en-US" altLang="zh-CN" sz="1100" dirty="0" smtClean="0">
                <a:latin typeface="+mn-lt"/>
              </a:rPr>
              <a:t>CD</a:t>
            </a:r>
            <a:r>
              <a:rPr lang="zh-CN" altLang="en-US" sz="1100" dirty="0" smtClean="0">
                <a:latin typeface="+mn-lt"/>
              </a:rPr>
              <a:t>直线的交点；</a:t>
            </a:r>
            <a:endParaRPr lang="en-US" altLang="zh-CN" sz="1100" dirty="0" smtClean="0">
              <a:latin typeface="+mn-lt"/>
            </a:endParaRPr>
          </a:p>
          <a:p>
            <a:pPr lvl="2"/>
            <a:r>
              <a:rPr lang="en-US" altLang="zh-CN" sz="1100" dirty="0">
                <a:latin typeface="+mn-lt"/>
              </a:rPr>
              <a:t>	</a:t>
            </a:r>
            <a:r>
              <a:rPr lang="zh-CN" altLang="en-US" sz="1100" dirty="0" smtClean="0">
                <a:latin typeface="+mn-lt"/>
              </a:rPr>
              <a:t>当前车位框右上角的点：</a:t>
            </a:r>
            <a:r>
              <a:rPr lang="en-US" altLang="zh-CN" sz="1100" dirty="0" smtClean="0">
                <a:latin typeface="+mn-lt"/>
              </a:rPr>
              <a:t>DH</a:t>
            </a:r>
            <a:r>
              <a:rPr lang="zh-CN" altLang="en-US" sz="1100" dirty="0" smtClean="0">
                <a:latin typeface="+mn-lt"/>
              </a:rPr>
              <a:t>直线和</a:t>
            </a:r>
            <a:r>
              <a:rPr lang="en-US" altLang="zh-CN" sz="1100" dirty="0" smtClean="0">
                <a:latin typeface="+mn-lt"/>
              </a:rPr>
              <a:t>EF</a:t>
            </a:r>
            <a:r>
              <a:rPr lang="zh-CN" altLang="en-US" sz="1100" dirty="0" smtClean="0">
                <a:latin typeface="+mn-lt"/>
              </a:rPr>
              <a:t>直线</a:t>
            </a:r>
            <a:r>
              <a:rPr lang="zh-CN" altLang="en-US" sz="1100" dirty="0">
                <a:latin typeface="+mn-lt"/>
              </a:rPr>
              <a:t>的交点；</a:t>
            </a:r>
            <a:endParaRPr lang="en-US" altLang="zh-CN" sz="1100" dirty="0">
              <a:latin typeface="+mn-lt"/>
            </a:endParaRPr>
          </a:p>
          <a:p>
            <a:pPr lvl="2"/>
            <a:r>
              <a:rPr lang="en-US" altLang="zh-CN" sz="1100" dirty="0">
                <a:latin typeface="+mn-lt"/>
              </a:rPr>
              <a:t>	</a:t>
            </a:r>
            <a:r>
              <a:rPr lang="en-US" altLang="zh-CN" sz="1100" dirty="0" smtClean="0">
                <a:latin typeface="+mn-lt"/>
              </a:rPr>
              <a:t>2.</a:t>
            </a:r>
            <a:r>
              <a:rPr lang="zh-CN" altLang="en-US" sz="1100" dirty="0" smtClean="0">
                <a:latin typeface="+mn-lt"/>
              </a:rPr>
              <a:t>根据单边多个车位框构造当前车位框</a:t>
            </a:r>
            <a:endParaRPr lang="en-US" altLang="zh-CN" sz="1100" dirty="0" smtClean="0">
              <a:latin typeface="+mn-lt"/>
            </a:endParaRPr>
          </a:p>
          <a:p>
            <a:pPr lvl="2"/>
            <a:r>
              <a:rPr lang="en-US" altLang="zh-CN" sz="1100" dirty="0" smtClean="0">
                <a:latin typeface="+mn-lt"/>
              </a:rPr>
              <a:t>	</a:t>
            </a:r>
            <a:r>
              <a:rPr lang="zh-CN" altLang="en-US" sz="1100" dirty="0">
                <a:latin typeface="+mn-lt"/>
              </a:rPr>
              <a:t>当前车位框左上角的点</a:t>
            </a:r>
            <a:r>
              <a:rPr lang="zh-CN" altLang="en-US" sz="1100" dirty="0" smtClean="0">
                <a:latin typeface="+mn-lt"/>
              </a:rPr>
              <a:t>：</a:t>
            </a:r>
            <a:r>
              <a:rPr lang="en-US" altLang="zh-CN" sz="1100" dirty="0" smtClean="0">
                <a:latin typeface="+mn-lt"/>
              </a:rPr>
              <a:t>h</a:t>
            </a:r>
            <a:r>
              <a:rPr lang="zh-CN" altLang="en-US" sz="1100" dirty="0" smtClean="0">
                <a:latin typeface="+mn-lt"/>
              </a:rPr>
              <a:t>；</a:t>
            </a:r>
            <a:endParaRPr lang="en-US" altLang="zh-CN" sz="1100" dirty="0">
              <a:latin typeface="+mn-lt"/>
            </a:endParaRPr>
          </a:p>
          <a:p>
            <a:pPr lvl="2"/>
            <a:r>
              <a:rPr lang="en-US" altLang="zh-CN" sz="1100" dirty="0">
                <a:latin typeface="+mn-lt"/>
              </a:rPr>
              <a:t>	</a:t>
            </a:r>
            <a:r>
              <a:rPr lang="zh-CN" altLang="en-US" sz="1100" dirty="0">
                <a:latin typeface="+mn-lt"/>
              </a:rPr>
              <a:t>当前车位框左下角的点</a:t>
            </a:r>
            <a:r>
              <a:rPr lang="zh-CN" altLang="en-US" sz="1100" dirty="0" smtClean="0">
                <a:latin typeface="+mn-lt"/>
              </a:rPr>
              <a:t>：</a:t>
            </a:r>
            <a:r>
              <a:rPr lang="en-US" altLang="zh-CN" sz="1100" dirty="0" smtClean="0">
                <a:latin typeface="+mn-lt"/>
              </a:rPr>
              <a:t>bf</a:t>
            </a:r>
            <a:r>
              <a:rPr lang="zh-CN" altLang="en-US" sz="1100" dirty="0" smtClean="0">
                <a:latin typeface="+mn-lt"/>
              </a:rPr>
              <a:t>直线和</a:t>
            </a:r>
            <a:r>
              <a:rPr lang="en-US" altLang="zh-CN" sz="1100" dirty="0" err="1" smtClean="0">
                <a:latin typeface="+mn-lt"/>
              </a:rPr>
              <a:t>gh</a:t>
            </a:r>
            <a:r>
              <a:rPr lang="zh-CN" altLang="en-US" sz="1100" dirty="0" smtClean="0">
                <a:latin typeface="+mn-lt"/>
              </a:rPr>
              <a:t>直线</a:t>
            </a:r>
            <a:r>
              <a:rPr lang="zh-CN" altLang="en-US" sz="1100" dirty="0">
                <a:latin typeface="+mn-lt"/>
              </a:rPr>
              <a:t>的交点；</a:t>
            </a:r>
            <a:endParaRPr lang="en-US" altLang="zh-CN" sz="1100" dirty="0">
              <a:latin typeface="+mn-lt"/>
            </a:endParaRPr>
          </a:p>
          <a:p>
            <a:pPr lvl="2"/>
            <a:r>
              <a:rPr lang="en-US" altLang="zh-CN" sz="1100" dirty="0">
                <a:latin typeface="+mn-lt"/>
              </a:rPr>
              <a:t>	</a:t>
            </a:r>
            <a:r>
              <a:rPr lang="zh-CN" altLang="en-US" sz="1100" dirty="0">
                <a:latin typeface="+mn-lt"/>
              </a:rPr>
              <a:t>当前车位框右上角的点</a:t>
            </a:r>
            <a:r>
              <a:rPr lang="zh-CN" altLang="en-US" sz="1100" dirty="0" smtClean="0">
                <a:latin typeface="+mn-lt"/>
              </a:rPr>
              <a:t>：</a:t>
            </a:r>
            <a:r>
              <a:rPr lang="en-US" altLang="zh-CN" sz="1100" dirty="0" smtClean="0">
                <a:latin typeface="+mn-lt"/>
              </a:rPr>
              <a:t>h</a:t>
            </a:r>
            <a:r>
              <a:rPr lang="zh-CN" altLang="en-US" sz="1100" dirty="0" smtClean="0">
                <a:latin typeface="+mn-lt"/>
              </a:rPr>
              <a:t>坐标平移与</a:t>
            </a:r>
            <a:r>
              <a:rPr lang="en-US" altLang="zh-CN" sz="1100" dirty="0" smtClean="0">
                <a:latin typeface="+mn-lt"/>
              </a:rPr>
              <a:t>d</a:t>
            </a:r>
            <a:r>
              <a:rPr lang="zh-CN" altLang="en-US" sz="1100" dirty="0" smtClean="0">
                <a:latin typeface="+mn-lt"/>
              </a:rPr>
              <a:t>点的相对距离；</a:t>
            </a:r>
            <a:endParaRPr lang="en-US" altLang="zh-CN" sz="1100" dirty="0" smtClean="0">
              <a:latin typeface="+mn-lt"/>
            </a:endParaRPr>
          </a:p>
          <a:p>
            <a:pPr lvl="2"/>
            <a:r>
              <a:rPr lang="en-US" altLang="zh-CN" sz="1100" dirty="0">
                <a:latin typeface="+mn-lt"/>
              </a:rPr>
              <a:t>	</a:t>
            </a:r>
            <a:r>
              <a:rPr lang="zh-CN" altLang="en-US" sz="1100" dirty="0" smtClean="0">
                <a:latin typeface="+mn-lt"/>
              </a:rPr>
              <a:t>当前车位框右下角的点：</a:t>
            </a:r>
            <a:r>
              <a:rPr lang="zh-CN" altLang="en-US" sz="1100" dirty="0">
                <a:latin typeface="+mn-lt"/>
              </a:rPr>
              <a:t>左下角的</a:t>
            </a:r>
            <a:r>
              <a:rPr lang="zh-CN" altLang="en-US" sz="1100" dirty="0" smtClean="0">
                <a:latin typeface="+mn-lt"/>
              </a:rPr>
              <a:t>点</a:t>
            </a:r>
            <a:r>
              <a:rPr lang="zh-CN" altLang="en-US" sz="1100" dirty="0">
                <a:latin typeface="+mn-lt"/>
              </a:rPr>
              <a:t>坐标平移</a:t>
            </a:r>
            <a:r>
              <a:rPr lang="zh-CN" altLang="en-US" sz="1100" dirty="0" smtClean="0">
                <a:latin typeface="+mn-lt"/>
              </a:rPr>
              <a:t>与</a:t>
            </a:r>
            <a:r>
              <a:rPr lang="en-US" altLang="zh-CN" sz="1100" dirty="0" smtClean="0">
                <a:latin typeface="+mn-lt"/>
              </a:rPr>
              <a:t>f</a:t>
            </a:r>
            <a:r>
              <a:rPr lang="zh-CN" altLang="en-US" sz="1100" dirty="0" smtClean="0">
                <a:latin typeface="+mn-lt"/>
              </a:rPr>
              <a:t>点</a:t>
            </a:r>
            <a:r>
              <a:rPr lang="zh-CN" altLang="en-US" sz="1100" dirty="0">
                <a:latin typeface="+mn-lt"/>
              </a:rPr>
              <a:t>的相对</a:t>
            </a:r>
            <a:r>
              <a:rPr lang="zh-CN" altLang="en-US" sz="1100" dirty="0" smtClean="0">
                <a:latin typeface="+mn-lt"/>
              </a:rPr>
              <a:t>距离。</a:t>
            </a:r>
            <a:endParaRPr lang="en-US" altLang="zh-CN" sz="1100" dirty="0" smtClean="0">
              <a:latin typeface="+mn-lt"/>
            </a:endParaRPr>
          </a:p>
          <a:p>
            <a:pPr lvl="2"/>
            <a:r>
              <a:rPr lang="en-US" altLang="zh-CN" sz="1100" dirty="0" smtClean="0">
                <a:latin typeface="+mn-lt"/>
              </a:rPr>
              <a:t>    </a:t>
            </a:r>
            <a:r>
              <a:rPr lang="zh-CN" altLang="en-US" sz="1100" dirty="0" smtClean="0">
                <a:latin typeface="+mn-lt"/>
              </a:rPr>
              <a:t>其他情况以此类推。</a:t>
            </a:r>
            <a:endParaRPr lang="en-US" altLang="zh-CN" sz="1100" dirty="0">
              <a:latin typeface="+mn-lt"/>
            </a:endParaRPr>
          </a:p>
          <a:p>
            <a:pPr lvl="2"/>
            <a:endParaRPr lang="en-US" altLang="zh-CN" sz="1100" dirty="0" smtClean="0">
              <a:latin typeface="+mn-lt"/>
            </a:endParaRPr>
          </a:p>
        </p:txBody>
      </p:sp>
      <p:grpSp>
        <p:nvGrpSpPr>
          <p:cNvPr id="687" name="组合 686"/>
          <p:cNvGrpSpPr/>
          <p:nvPr/>
        </p:nvGrpSpPr>
        <p:grpSpPr>
          <a:xfrm>
            <a:off x="6605802" y="1377984"/>
            <a:ext cx="1578180" cy="1411247"/>
            <a:chOff x="5503759" y="3611952"/>
            <a:chExt cx="1578180" cy="1411247"/>
          </a:xfrm>
        </p:grpSpPr>
        <p:sp>
          <p:nvSpPr>
            <p:cNvPr id="85" name="矩形 84"/>
            <p:cNvSpPr/>
            <p:nvPr/>
          </p:nvSpPr>
          <p:spPr>
            <a:xfrm rot="10800000">
              <a:off x="5503759" y="3631918"/>
              <a:ext cx="526060" cy="848458"/>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sp>
          <p:nvSpPr>
            <p:cNvPr id="86" name="矩形 85"/>
            <p:cNvSpPr/>
            <p:nvPr/>
          </p:nvSpPr>
          <p:spPr>
            <a:xfrm rot="10800000">
              <a:off x="6555879" y="4165006"/>
              <a:ext cx="526060" cy="848458"/>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pic>
          <p:nvPicPr>
            <p:cNvPr id="87" name="图片 86"/>
            <p:cNvPicPr>
              <a:picLocks noChangeAspect="1"/>
            </p:cNvPicPr>
            <p:nvPr/>
          </p:nvPicPr>
          <p:blipFill>
            <a:blip r:embed="rId4"/>
            <a:srcRect l="8936" t="15826" r="65159" b="27365"/>
            <a:stretch>
              <a:fillRect/>
            </a:stretch>
          </p:blipFill>
          <p:spPr>
            <a:xfrm rot="10800000">
              <a:off x="6131258" y="3984834"/>
              <a:ext cx="353781" cy="761129"/>
            </a:xfrm>
            <a:prstGeom prst="rect">
              <a:avLst/>
            </a:prstGeom>
            <a:effectLst>
              <a:softEdge rad="31750"/>
            </a:effectLst>
          </p:spPr>
        </p:pic>
        <p:sp>
          <p:nvSpPr>
            <p:cNvPr id="95" name="文本框 13"/>
            <p:cNvSpPr txBox="1"/>
            <p:nvPr/>
          </p:nvSpPr>
          <p:spPr>
            <a:xfrm>
              <a:off x="6673989" y="4575558"/>
              <a:ext cx="232928" cy="215997"/>
            </a:xfrm>
            <a:prstGeom prst="rect">
              <a:avLst/>
            </a:prstGeom>
            <a:noFill/>
          </p:spPr>
          <p:txBody>
            <a:bodyPr wrap="none" rtlCol="0">
              <a:spAutoFit/>
            </a:bodyPr>
            <a:lstStyle/>
            <a:p>
              <a:pPr>
                <a:lnSpc>
                  <a:spcPts val="2000"/>
                </a:lnSpc>
              </a:pPr>
              <a:r>
                <a:rPr lang="zh-CN" altLang="en-US" sz="1200" dirty="0" smtClean="0"/>
                <a:t>②</a:t>
              </a:r>
              <a:endParaRPr lang="zh-CN" altLang="en-US" sz="1200" dirty="0"/>
            </a:p>
          </p:txBody>
        </p:sp>
        <p:pic>
          <p:nvPicPr>
            <p:cNvPr id="97" name="图片 96"/>
            <p:cNvPicPr>
              <a:picLocks noChangeAspect="1"/>
            </p:cNvPicPr>
            <p:nvPr/>
          </p:nvPicPr>
          <p:blipFill>
            <a:blip r:embed="rId5"/>
            <a:stretch>
              <a:fillRect/>
            </a:stretch>
          </p:blipFill>
          <p:spPr>
            <a:xfrm>
              <a:off x="5652845" y="3786672"/>
              <a:ext cx="234753" cy="269730"/>
            </a:xfrm>
            <a:prstGeom prst="rect">
              <a:avLst/>
            </a:prstGeom>
          </p:spPr>
        </p:pic>
        <p:cxnSp>
          <p:nvCxnSpPr>
            <p:cNvPr id="6" name="直接连接符 5"/>
            <p:cNvCxnSpPr/>
            <p:nvPr/>
          </p:nvCxnSpPr>
          <p:spPr>
            <a:xfrm>
              <a:off x="6034351" y="3619327"/>
              <a:ext cx="1021546" cy="535099"/>
            </a:xfrm>
            <a:prstGeom prst="line">
              <a:avLst/>
            </a:prstGeom>
            <a:ln w="2540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6" name="直接连接符 105"/>
            <p:cNvCxnSpPr/>
            <p:nvPr/>
          </p:nvCxnSpPr>
          <p:spPr>
            <a:xfrm>
              <a:off x="5511209" y="4488100"/>
              <a:ext cx="1021546" cy="535099"/>
            </a:xfrm>
            <a:prstGeom prst="line">
              <a:avLst/>
            </a:prstGeom>
            <a:ln w="2540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8" name="直接连接符 107"/>
            <p:cNvCxnSpPr/>
            <p:nvPr/>
          </p:nvCxnSpPr>
          <p:spPr>
            <a:xfrm flipH="1">
              <a:off x="6029818" y="3611952"/>
              <a:ext cx="2862" cy="1134012"/>
            </a:xfrm>
            <a:prstGeom prst="line">
              <a:avLst/>
            </a:prstGeom>
            <a:ln w="254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9" name="直接连接符 108"/>
            <p:cNvCxnSpPr/>
            <p:nvPr/>
          </p:nvCxnSpPr>
          <p:spPr>
            <a:xfrm>
              <a:off x="6555877" y="3902215"/>
              <a:ext cx="0" cy="1120984"/>
            </a:xfrm>
            <a:prstGeom prst="line">
              <a:avLst/>
            </a:prstGeom>
            <a:ln w="254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0" name="直接连接符 109"/>
            <p:cNvCxnSpPr/>
            <p:nvPr/>
          </p:nvCxnSpPr>
          <p:spPr>
            <a:xfrm>
              <a:off x="6032680" y="3622094"/>
              <a:ext cx="523199" cy="280121"/>
            </a:xfrm>
            <a:prstGeom prst="line">
              <a:avLst/>
            </a:prstGeom>
            <a:ln w="254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1" name="直接连接符 110"/>
            <p:cNvCxnSpPr/>
            <p:nvPr/>
          </p:nvCxnSpPr>
          <p:spPr>
            <a:xfrm>
              <a:off x="6018228" y="4745964"/>
              <a:ext cx="526060" cy="277235"/>
            </a:xfrm>
            <a:prstGeom prst="line">
              <a:avLst/>
            </a:prstGeom>
            <a:ln w="254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nvGrpSpPr>
          <p:cNvPr id="686" name="组合 685"/>
          <p:cNvGrpSpPr/>
          <p:nvPr/>
        </p:nvGrpSpPr>
        <p:grpSpPr>
          <a:xfrm>
            <a:off x="6591873" y="3065772"/>
            <a:ext cx="1608898" cy="1699777"/>
            <a:chOff x="7249022" y="3451040"/>
            <a:chExt cx="1608898" cy="1699777"/>
          </a:xfrm>
        </p:grpSpPr>
        <p:sp>
          <p:nvSpPr>
            <p:cNvPr id="138" name="矩形 137"/>
            <p:cNvSpPr/>
            <p:nvPr/>
          </p:nvSpPr>
          <p:spPr>
            <a:xfrm rot="10800000">
              <a:off x="7782419" y="3756484"/>
              <a:ext cx="526060" cy="848458"/>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pic>
          <p:nvPicPr>
            <p:cNvPr id="140" name="图片 139"/>
            <p:cNvPicPr>
              <a:picLocks noChangeAspect="1"/>
            </p:cNvPicPr>
            <p:nvPr/>
          </p:nvPicPr>
          <p:blipFill>
            <a:blip r:embed="rId4"/>
            <a:srcRect l="8936" t="15826" r="65159" b="27365"/>
            <a:stretch>
              <a:fillRect/>
            </a:stretch>
          </p:blipFill>
          <p:spPr>
            <a:xfrm rot="10800000">
              <a:off x="8409918" y="4109400"/>
              <a:ext cx="353781" cy="761129"/>
            </a:xfrm>
            <a:prstGeom prst="rect">
              <a:avLst/>
            </a:prstGeom>
            <a:effectLst>
              <a:softEdge rad="31750"/>
            </a:effectLst>
          </p:spPr>
        </p:pic>
        <p:pic>
          <p:nvPicPr>
            <p:cNvPr id="146" name="图片 145"/>
            <p:cNvPicPr>
              <a:picLocks noChangeAspect="1"/>
            </p:cNvPicPr>
            <p:nvPr/>
          </p:nvPicPr>
          <p:blipFill>
            <a:blip r:embed="rId5"/>
            <a:stretch>
              <a:fillRect/>
            </a:stretch>
          </p:blipFill>
          <p:spPr>
            <a:xfrm>
              <a:off x="7931505" y="3911238"/>
              <a:ext cx="234753" cy="269730"/>
            </a:xfrm>
            <a:prstGeom prst="rect">
              <a:avLst/>
            </a:prstGeom>
          </p:spPr>
        </p:pic>
        <p:sp>
          <p:nvSpPr>
            <p:cNvPr id="147" name="矩形 146"/>
            <p:cNvSpPr/>
            <p:nvPr/>
          </p:nvSpPr>
          <p:spPr>
            <a:xfrm rot="10800000">
              <a:off x="7249022" y="3457734"/>
              <a:ext cx="526060" cy="848458"/>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pic>
          <p:nvPicPr>
            <p:cNvPr id="154" name="图片 153"/>
            <p:cNvPicPr>
              <a:picLocks noChangeAspect="1"/>
            </p:cNvPicPr>
            <p:nvPr/>
          </p:nvPicPr>
          <p:blipFill>
            <a:blip r:embed="rId6"/>
            <a:stretch>
              <a:fillRect/>
            </a:stretch>
          </p:blipFill>
          <p:spPr>
            <a:xfrm>
              <a:off x="7418391" y="3749703"/>
              <a:ext cx="184828" cy="195063"/>
            </a:xfrm>
            <a:prstGeom prst="rect">
              <a:avLst/>
            </a:prstGeom>
          </p:spPr>
        </p:pic>
        <p:cxnSp>
          <p:nvCxnSpPr>
            <p:cNvPr id="155" name="直接连接符 154"/>
            <p:cNvCxnSpPr/>
            <p:nvPr/>
          </p:nvCxnSpPr>
          <p:spPr>
            <a:xfrm>
              <a:off x="7805042" y="3451040"/>
              <a:ext cx="1021546" cy="535099"/>
            </a:xfrm>
            <a:prstGeom prst="line">
              <a:avLst/>
            </a:prstGeom>
            <a:ln w="2540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6" name="直接连接符 155"/>
            <p:cNvCxnSpPr/>
            <p:nvPr/>
          </p:nvCxnSpPr>
          <p:spPr>
            <a:xfrm>
              <a:off x="7277404" y="4335722"/>
              <a:ext cx="1021546" cy="535099"/>
            </a:xfrm>
            <a:prstGeom prst="line">
              <a:avLst/>
            </a:prstGeom>
            <a:ln w="2540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7" name="直接连接符 156"/>
            <p:cNvCxnSpPr/>
            <p:nvPr/>
          </p:nvCxnSpPr>
          <p:spPr>
            <a:xfrm>
              <a:off x="8334721" y="3739570"/>
              <a:ext cx="523199" cy="280121"/>
            </a:xfrm>
            <a:prstGeom prst="line">
              <a:avLst/>
            </a:prstGeom>
            <a:ln w="254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8" name="直接连接符 157"/>
            <p:cNvCxnSpPr/>
            <p:nvPr/>
          </p:nvCxnSpPr>
          <p:spPr>
            <a:xfrm flipH="1">
              <a:off x="8315288" y="3739570"/>
              <a:ext cx="2862" cy="1134012"/>
            </a:xfrm>
            <a:prstGeom prst="line">
              <a:avLst/>
            </a:prstGeom>
            <a:ln w="254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9" name="直接连接符 158"/>
            <p:cNvCxnSpPr/>
            <p:nvPr/>
          </p:nvCxnSpPr>
          <p:spPr>
            <a:xfrm>
              <a:off x="8857920" y="4019691"/>
              <a:ext cx="0" cy="1120984"/>
            </a:xfrm>
            <a:prstGeom prst="line">
              <a:avLst/>
            </a:prstGeom>
            <a:ln w="254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0" name="直接连接符 159"/>
            <p:cNvCxnSpPr/>
            <p:nvPr/>
          </p:nvCxnSpPr>
          <p:spPr>
            <a:xfrm>
              <a:off x="8328000" y="4873582"/>
              <a:ext cx="526060" cy="277235"/>
            </a:xfrm>
            <a:prstGeom prst="line">
              <a:avLst/>
            </a:prstGeom>
            <a:ln w="254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
        <p:nvSpPr>
          <p:cNvPr id="4" name="文本框 3"/>
          <p:cNvSpPr txBox="1"/>
          <p:nvPr/>
        </p:nvSpPr>
        <p:spPr>
          <a:xfrm>
            <a:off x="6382850" y="1247179"/>
            <a:ext cx="178594" cy="261610"/>
          </a:xfrm>
          <a:prstGeom prst="rect">
            <a:avLst/>
          </a:prstGeom>
          <a:noFill/>
        </p:spPr>
        <p:txBody>
          <a:bodyPr wrap="square" rtlCol="0">
            <a:spAutoFit/>
          </a:bodyPr>
          <a:lstStyle/>
          <a:p>
            <a:r>
              <a:rPr lang="en-US" altLang="zh-CN" sz="1100" dirty="0" smtClean="0">
                <a:latin typeface="宋体" panose="02010600030101010101" pitchFamily="2" charset="-122"/>
              </a:rPr>
              <a:t>A</a:t>
            </a:r>
            <a:endParaRPr lang="zh-CN" altLang="en-US" sz="1100" dirty="0" smtClean="0">
              <a:latin typeface="宋体" panose="02010600030101010101" pitchFamily="2" charset="-122"/>
            </a:endParaRPr>
          </a:p>
        </p:txBody>
      </p:sp>
      <p:sp>
        <p:nvSpPr>
          <p:cNvPr id="54" name="文本框 53"/>
          <p:cNvSpPr txBox="1"/>
          <p:nvPr/>
        </p:nvSpPr>
        <p:spPr>
          <a:xfrm>
            <a:off x="6368153" y="2097934"/>
            <a:ext cx="178594" cy="261610"/>
          </a:xfrm>
          <a:prstGeom prst="rect">
            <a:avLst/>
          </a:prstGeom>
          <a:noFill/>
        </p:spPr>
        <p:txBody>
          <a:bodyPr wrap="square" rtlCol="0">
            <a:spAutoFit/>
          </a:bodyPr>
          <a:lstStyle/>
          <a:p>
            <a:r>
              <a:rPr lang="en-US" altLang="zh-CN" sz="1100" dirty="0" smtClean="0">
                <a:latin typeface="宋体" panose="02010600030101010101" pitchFamily="2" charset="-122"/>
              </a:rPr>
              <a:t>B</a:t>
            </a:r>
            <a:endParaRPr lang="zh-CN" altLang="en-US" sz="1100" dirty="0" smtClean="0">
              <a:latin typeface="宋体" panose="02010600030101010101" pitchFamily="2" charset="-122"/>
            </a:endParaRPr>
          </a:p>
        </p:txBody>
      </p:sp>
      <p:sp>
        <p:nvSpPr>
          <p:cNvPr id="55" name="文本框 54"/>
          <p:cNvSpPr txBox="1"/>
          <p:nvPr/>
        </p:nvSpPr>
        <p:spPr>
          <a:xfrm>
            <a:off x="7105535" y="2097934"/>
            <a:ext cx="137422" cy="261610"/>
          </a:xfrm>
          <a:prstGeom prst="rect">
            <a:avLst/>
          </a:prstGeom>
          <a:noFill/>
        </p:spPr>
        <p:txBody>
          <a:bodyPr wrap="square" rtlCol="0">
            <a:spAutoFit/>
          </a:bodyPr>
          <a:lstStyle/>
          <a:p>
            <a:r>
              <a:rPr lang="en-US" altLang="zh-CN" sz="1100" dirty="0" smtClean="0">
                <a:latin typeface="宋体" panose="02010600030101010101" pitchFamily="2" charset="-122"/>
              </a:rPr>
              <a:t>C</a:t>
            </a:r>
            <a:endParaRPr lang="zh-CN" altLang="en-US" sz="1100" dirty="0" smtClean="0">
              <a:latin typeface="宋体" panose="02010600030101010101" pitchFamily="2" charset="-122"/>
            </a:endParaRPr>
          </a:p>
        </p:txBody>
      </p:sp>
      <p:sp>
        <p:nvSpPr>
          <p:cNvPr id="56" name="文本框 55"/>
          <p:cNvSpPr txBox="1"/>
          <p:nvPr/>
        </p:nvSpPr>
        <p:spPr>
          <a:xfrm>
            <a:off x="7105535" y="1221002"/>
            <a:ext cx="178594" cy="261610"/>
          </a:xfrm>
          <a:prstGeom prst="rect">
            <a:avLst/>
          </a:prstGeom>
          <a:noFill/>
        </p:spPr>
        <p:txBody>
          <a:bodyPr wrap="square" rtlCol="0">
            <a:spAutoFit/>
          </a:bodyPr>
          <a:lstStyle/>
          <a:p>
            <a:r>
              <a:rPr lang="en-US" altLang="zh-CN" sz="1100" dirty="0" smtClean="0">
                <a:latin typeface="宋体" panose="02010600030101010101" pitchFamily="2" charset="-122"/>
              </a:rPr>
              <a:t>D</a:t>
            </a:r>
            <a:endParaRPr lang="zh-CN" altLang="en-US" sz="1100" dirty="0" smtClean="0">
              <a:latin typeface="宋体" panose="02010600030101010101" pitchFamily="2" charset="-122"/>
            </a:endParaRPr>
          </a:p>
        </p:txBody>
      </p:sp>
      <p:sp>
        <p:nvSpPr>
          <p:cNvPr id="57" name="文本框 56"/>
          <p:cNvSpPr txBox="1"/>
          <p:nvPr/>
        </p:nvSpPr>
        <p:spPr>
          <a:xfrm>
            <a:off x="7484517" y="1756263"/>
            <a:ext cx="178594" cy="261610"/>
          </a:xfrm>
          <a:prstGeom prst="rect">
            <a:avLst/>
          </a:prstGeom>
          <a:noFill/>
        </p:spPr>
        <p:txBody>
          <a:bodyPr wrap="square" rtlCol="0">
            <a:spAutoFit/>
          </a:bodyPr>
          <a:lstStyle/>
          <a:p>
            <a:r>
              <a:rPr lang="en-US" altLang="zh-CN" sz="1100" dirty="0" smtClean="0">
                <a:latin typeface="宋体" panose="02010600030101010101" pitchFamily="2" charset="-122"/>
              </a:rPr>
              <a:t>E</a:t>
            </a:r>
            <a:endParaRPr lang="zh-CN" altLang="en-US" sz="1100" dirty="0" smtClean="0">
              <a:latin typeface="宋体" panose="02010600030101010101" pitchFamily="2" charset="-122"/>
            </a:endParaRPr>
          </a:p>
        </p:txBody>
      </p:sp>
      <p:sp>
        <p:nvSpPr>
          <p:cNvPr id="58" name="文本框 57"/>
          <p:cNvSpPr txBox="1"/>
          <p:nvPr/>
        </p:nvSpPr>
        <p:spPr>
          <a:xfrm>
            <a:off x="7477340" y="2730773"/>
            <a:ext cx="178594" cy="261610"/>
          </a:xfrm>
          <a:prstGeom prst="rect">
            <a:avLst/>
          </a:prstGeom>
          <a:noFill/>
        </p:spPr>
        <p:txBody>
          <a:bodyPr wrap="square" rtlCol="0">
            <a:spAutoFit/>
          </a:bodyPr>
          <a:lstStyle/>
          <a:p>
            <a:r>
              <a:rPr lang="en-US" altLang="zh-CN" sz="1100" dirty="0" smtClean="0">
                <a:latin typeface="宋体" panose="02010600030101010101" pitchFamily="2" charset="-122"/>
              </a:rPr>
              <a:t>F</a:t>
            </a:r>
            <a:endParaRPr lang="zh-CN" altLang="en-US" sz="1100" dirty="0" smtClean="0">
              <a:latin typeface="宋体" panose="02010600030101010101" pitchFamily="2" charset="-122"/>
            </a:endParaRPr>
          </a:p>
        </p:txBody>
      </p:sp>
      <p:sp>
        <p:nvSpPr>
          <p:cNvPr id="59" name="文本框 58"/>
          <p:cNvSpPr txBox="1"/>
          <p:nvPr/>
        </p:nvSpPr>
        <p:spPr>
          <a:xfrm>
            <a:off x="8145449" y="2746866"/>
            <a:ext cx="178594" cy="261610"/>
          </a:xfrm>
          <a:prstGeom prst="rect">
            <a:avLst/>
          </a:prstGeom>
          <a:noFill/>
        </p:spPr>
        <p:txBody>
          <a:bodyPr wrap="square" rtlCol="0">
            <a:spAutoFit/>
          </a:bodyPr>
          <a:lstStyle/>
          <a:p>
            <a:r>
              <a:rPr lang="en-US" altLang="zh-CN" sz="1100" dirty="0" smtClean="0">
                <a:latin typeface="宋体" panose="02010600030101010101" pitchFamily="2" charset="-122"/>
              </a:rPr>
              <a:t>G</a:t>
            </a:r>
            <a:endParaRPr lang="zh-CN" altLang="en-US" sz="1100" dirty="0" smtClean="0">
              <a:latin typeface="宋体" panose="02010600030101010101" pitchFamily="2" charset="-122"/>
            </a:endParaRPr>
          </a:p>
        </p:txBody>
      </p:sp>
      <p:sp>
        <p:nvSpPr>
          <p:cNvPr id="60" name="文本框 59"/>
          <p:cNvSpPr txBox="1"/>
          <p:nvPr/>
        </p:nvSpPr>
        <p:spPr>
          <a:xfrm>
            <a:off x="8155136" y="1763539"/>
            <a:ext cx="178594" cy="261610"/>
          </a:xfrm>
          <a:prstGeom prst="rect">
            <a:avLst/>
          </a:prstGeom>
          <a:noFill/>
        </p:spPr>
        <p:txBody>
          <a:bodyPr wrap="square" rtlCol="0">
            <a:spAutoFit/>
          </a:bodyPr>
          <a:lstStyle/>
          <a:p>
            <a:r>
              <a:rPr lang="en-US" altLang="zh-CN" sz="1100" dirty="0" smtClean="0">
                <a:latin typeface="宋体" panose="02010600030101010101" pitchFamily="2" charset="-122"/>
              </a:rPr>
              <a:t>H</a:t>
            </a:r>
            <a:endParaRPr lang="zh-CN" altLang="en-US" sz="1100" dirty="0" smtClean="0">
              <a:latin typeface="宋体" panose="02010600030101010101" pitchFamily="2" charset="-122"/>
            </a:endParaRPr>
          </a:p>
        </p:txBody>
      </p:sp>
      <p:sp>
        <p:nvSpPr>
          <p:cNvPr id="61" name="文本框 60"/>
          <p:cNvSpPr txBox="1"/>
          <p:nvPr/>
        </p:nvSpPr>
        <p:spPr>
          <a:xfrm>
            <a:off x="6365009" y="2865854"/>
            <a:ext cx="149162" cy="261610"/>
          </a:xfrm>
          <a:prstGeom prst="rect">
            <a:avLst/>
          </a:prstGeom>
          <a:noFill/>
        </p:spPr>
        <p:txBody>
          <a:bodyPr wrap="square" rtlCol="0">
            <a:spAutoFit/>
          </a:bodyPr>
          <a:lstStyle/>
          <a:p>
            <a:r>
              <a:rPr lang="en-US" altLang="zh-CN" sz="1100" dirty="0" smtClean="0">
                <a:latin typeface="宋体" panose="02010600030101010101" pitchFamily="2" charset="-122"/>
              </a:rPr>
              <a:t>a</a:t>
            </a:r>
            <a:endParaRPr lang="zh-CN" altLang="en-US" sz="1100" dirty="0" smtClean="0">
              <a:latin typeface="宋体" panose="02010600030101010101" pitchFamily="2" charset="-122"/>
            </a:endParaRPr>
          </a:p>
        </p:txBody>
      </p:sp>
      <p:sp>
        <p:nvSpPr>
          <p:cNvPr id="62" name="文本框 61"/>
          <p:cNvSpPr txBox="1"/>
          <p:nvPr/>
        </p:nvSpPr>
        <p:spPr>
          <a:xfrm>
            <a:off x="6322647" y="3793499"/>
            <a:ext cx="178594" cy="261610"/>
          </a:xfrm>
          <a:prstGeom prst="rect">
            <a:avLst/>
          </a:prstGeom>
          <a:noFill/>
        </p:spPr>
        <p:txBody>
          <a:bodyPr wrap="square" rtlCol="0">
            <a:spAutoFit/>
          </a:bodyPr>
          <a:lstStyle/>
          <a:p>
            <a:r>
              <a:rPr lang="en-US" altLang="zh-CN" sz="1100" dirty="0" smtClean="0">
                <a:latin typeface="宋体" panose="02010600030101010101" pitchFamily="2" charset="-122"/>
              </a:rPr>
              <a:t>b</a:t>
            </a:r>
            <a:endParaRPr lang="zh-CN" altLang="en-US" sz="1100" dirty="0" smtClean="0">
              <a:latin typeface="宋体" panose="02010600030101010101" pitchFamily="2" charset="-122"/>
            </a:endParaRPr>
          </a:p>
        </p:txBody>
      </p:sp>
      <p:sp>
        <p:nvSpPr>
          <p:cNvPr id="63" name="文本框 62"/>
          <p:cNvSpPr txBox="1"/>
          <p:nvPr/>
        </p:nvSpPr>
        <p:spPr>
          <a:xfrm>
            <a:off x="7088533" y="3780086"/>
            <a:ext cx="149162" cy="261610"/>
          </a:xfrm>
          <a:prstGeom prst="rect">
            <a:avLst/>
          </a:prstGeom>
          <a:noFill/>
        </p:spPr>
        <p:txBody>
          <a:bodyPr wrap="square" rtlCol="0">
            <a:spAutoFit/>
          </a:bodyPr>
          <a:lstStyle/>
          <a:p>
            <a:r>
              <a:rPr lang="en-US" altLang="zh-CN" sz="1100" dirty="0">
                <a:latin typeface="宋体" panose="02010600030101010101" pitchFamily="2" charset="-122"/>
              </a:rPr>
              <a:t>c</a:t>
            </a:r>
            <a:endParaRPr lang="zh-CN" altLang="en-US" sz="1100" dirty="0" smtClean="0">
              <a:latin typeface="宋体" panose="02010600030101010101" pitchFamily="2" charset="-122"/>
            </a:endParaRPr>
          </a:p>
        </p:txBody>
      </p:sp>
      <p:sp>
        <p:nvSpPr>
          <p:cNvPr id="67" name="文本框 66"/>
          <p:cNvSpPr txBox="1"/>
          <p:nvPr/>
        </p:nvSpPr>
        <p:spPr>
          <a:xfrm>
            <a:off x="7105535" y="2857255"/>
            <a:ext cx="149162" cy="261610"/>
          </a:xfrm>
          <a:prstGeom prst="rect">
            <a:avLst/>
          </a:prstGeom>
          <a:noFill/>
        </p:spPr>
        <p:txBody>
          <a:bodyPr wrap="square" rtlCol="0">
            <a:spAutoFit/>
          </a:bodyPr>
          <a:lstStyle/>
          <a:p>
            <a:r>
              <a:rPr lang="en-US" altLang="zh-CN" sz="1100" dirty="0" smtClean="0">
                <a:latin typeface="宋体" panose="02010600030101010101" pitchFamily="2" charset="-122"/>
              </a:rPr>
              <a:t>d</a:t>
            </a:r>
            <a:endParaRPr lang="zh-CN" altLang="en-US" sz="1100" dirty="0" smtClean="0">
              <a:latin typeface="宋体" panose="02010600030101010101" pitchFamily="2" charset="-122"/>
            </a:endParaRPr>
          </a:p>
        </p:txBody>
      </p:sp>
      <p:sp>
        <p:nvSpPr>
          <p:cNvPr id="68" name="文本框 67"/>
          <p:cNvSpPr txBox="1"/>
          <p:nvPr/>
        </p:nvSpPr>
        <p:spPr>
          <a:xfrm>
            <a:off x="6923499" y="3179456"/>
            <a:ext cx="149162" cy="261610"/>
          </a:xfrm>
          <a:prstGeom prst="rect">
            <a:avLst/>
          </a:prstGeom>
          <a:noFill/>
        </p:spPr>
        <p:txBody>
          <a:bodyPr wrap="square" rtlCol="0">
            <a:spAutoFit/>
          </a:bodyPr>
          <a:lstStyle/>
          <a:p>
            <a:r>
              <a:rPr lang="en-US" altLang="zh-CN" sz="1100" dirty="0" smtClean="0">
                <a:latin typeface="宋体" panose="02010600030101010101" pitchFamily="2" charset="-122"/>
              </a:rPr>
              <a:t>e</a:t>
            </a:r>
            <a:endParaRPr lang="zh-CN" altLang="en-US" sz="1100" dirty="0" smtClean="0">
              <a:latin typeface="宋体" panose="02010600030101010101" pitchFamily="2" charset="-122"/>
            </a:endParaRPr>
          </a:p>
        </p:txBody>
      </p:sp>
      <p:sp>
        <p:nvSpPr>
          <p:cNvPr id="69" name="文本框 68"/>
          <p:cNvSpPr txBox="1"/>
          <p:nvPr/>
        </p:nvSpPr>
        <p:spPr>
          <a:xfrm>
            <a:off x="6939371" y="4140018"/>
            <a:ext cx="149162" cy="261610"/>
          </a:xfrm>
          <a:prstGeom prst="rect">
            <a:avLst/>
          </a:prstGeom>
          <a:noFill/>
        </p:spPr>
        <p:txBody>
          <a:bodyPr wrap="square" rtlCol="0">
            <a:spAutoFit/>
          </a:bodyPr>
          <a:lstStyle/>
          <a:p>
            <a:r>
              <a:rPr lang="en-US" altLang="zh-CN" sz="1100" dirty="0" smtClean="0">
                <a:latin typeface="宋体" panose="02010600030101010101" pitchFamily="2" charset="-122"/>
              </a:rPr>
              <a:t>f</a:t>
            </a:r>
            <a:endParaRPr lang="zh-CN" altLang="en-US" sz="1100" dirty="0" smtClean="0">
              <a:latin typeface="宋体" panose="02010600030101010101" pitchFamily="2" charset="-122"/>
            </a:endParaRPr>
          </a:p>
        </p:txBody>
      </p:sp>
      <p:sp>
        <p:nvSpPr>
          <p:cNvPr id="70" name="文本框 69"/>
          <p:cNvSpPr txBox="1"/>
          <p:nvPr/>
        </p:nvSpPr>
        <p:spPr>
          <a:xfrm>
            <a:off x="7613485" y="4128432"/>
            <a:ext cx="149162" cy="261610"/>
          </a:xfrm>
          <a:prstGeom prst="rect">
            <a:avLst/>
          </a:prstGeom>
          <a:noFill/>
        </p:spPr>
        <p:txBody>
          <a:bodyPr wrap="square" rtlCol="0">
            <a:spAutoFit/>
          </a:bodyPr>
          <a:lstStyle/>
          <a:p>
            <a:r>
              <a:rPr lang="en-US" altLang="zh-CN" sz="1100" dirty="0" smtClean="0">
                <a:latin typeface="宋体" panose="02010600030101010101" pitchFamily="2" charset="-122"/>
              </a:rPr>
              <a:t>g</a:t>
            </a:r>
            <a:endParaRPr lang="zh-CN" altLang="en-US" sz="1100" dirty="0" smtClean="0">
              <a:latin typeface="宋体" panose="02010600030101010101" pitchFamily="2" charset="-122"/>
            </a:endParaRPr>
          </a:p>
        </p:txBody>
      </p:sp>
      <p:sp>
        <p:nvSpPr>
          <p:cNvPr id="71" name="文本框 70"/>
          <p:cNvSpPr txBox="1"/>
          <p:nvPr/>
        </p:nvSpPr>
        <p:spPr>
          <a:xfrm>
            <a:off x="7634798" y="3131293"/>
            <a:ext cx="149162" cy="261610"/>
          </a:xfrm>
          <a:prstGeom prst="rect">
            <a:avLst/>
          </a:prstGeom>
          <a:noFill/>
        </p:spPr>
        <p:txBody>
          <a:bodyPr wrap="square" rtlCol="0">
            <a:spAutoFit/>
          </a:bodyPr>
          <a:lstStyle/>
          <a:p>
            <a:r>
              <a:rPr lang="en-US" altLang="zh-CN" sz="1100" dirty="0" smtClean="0">
                <a:latin typeface="宋体" panose="02010600030101010101" pitchFamily="2" charset="-122"/>
              </a:rPr>
              <a:t>h</a:t>
            </a:r>
            <a:endParaRPr lang="zh-CN" altLang="en-US" sz="1100" dirty="0" smtClean="0">
              <a:latin typeface="宋体" panose="02010600030101010101" pitchFamily="2" charset="-122"/>
            </a:endParaRPr>
          </a:p>
        </p:txBody>
      </p:sp>
    </p:spTree>
    <p:custDataLst>
      <p:tags r:id="rId1"/>
    </p:custDataLst>
    <p:extLst>
      <p:ext uri="{BB962C8B-B14F-4D97-AF65-F5344CB8AC3E}">
        <p14:creationId xmlns:p14="http://schemas.microsoft.com/office/powerpoint/2010/main" val="25635058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79202" y="233084"/>
            <a:ext cx="677732" cy="4034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1323" tIns="35662" rIns="71323" bIns="35662" rtlCol="0" anchor="ctr"/>
          <a:lstStyle/>
          <a:p>
            <a:pPr algn="ctr"/>
            <a:r>
              <a:rPr lang="en-US" altLang="zh-CN" sz="2200" b="1" dirty="0" smtClean="0">
                <a:solidFill>
                  <a:schemeClr val="tx1"/>
                </a:solidFill>
                <a:latin typeface="微软雅黑" panose="020B0503020204020204" pitchFamily="34" charset="-122"/>
                <a:ea typeface="微软雅黑" panose="020B0503020204020204" pitchFamily="34" charset="-122"/>
              </a:rPr>
              <a:t>02</a:t>
            </a:r>
            <a:endParaRPr lang="zh-CN" altLang="en-US" sz="2200" b="1" dirty="0">
              <a:solidFill>
                <a:schemeClr val="tx1"/>
              </a:solidFill>
              <a:latin typeface="微软雅黑" panose="020B0503020204020204" pitchFamily="34" charset="-122"/>
              <a:ea typeface="微软雅黑" panose="020B0503020204020204" pitchFamily="34" charset="-122"/>
            </a:endParaRPr>
          </a:p>
        </p:txBody>
      </p:sp>
      <p:sp>
        <p:nvSpPr>
          <p:cNvPr id="31" name="标题 1"/>
          <p:cNvSpPr txBox="1"/>
          <p:nvPr/>
        </p:nvSpPr>
        <p:spPr bwMode="auto">
          <a:xfrm>
            <a:off x="1056937" y="210144"/>
            <a:ext cx="3416007" cy="476250"/>
          </a:xfrm>
          <a:prstGeom prst="rect">
            <a:avLst/>
          </a:prstGeom>
          <a:noFill/>
          <a:ln w="9525">
            <a:noFill/>
            <a:miter lim="800000"/>
          </a:ln>
        </p:spPr>
        <p:txBody>
          <a:bodyPr lIns="91429" tIns="45714" rIns="91429" bIns="45714" anchor="ctr"/>
          <a:lstStyle/>
          <a:p>
            <a:r>
              <a:rPr lang="zh-CN" altLang="en-US" sz="2400" b="1" dirty="0" smtClean="0">
                <a:solidFill>
                  <a:srgbClr val="7F7F7F"/>
                </a:solidFill>
                <a:latin typeface="+mn-ea"/>
                <a:ea typeface="+mn-ea"/>
                <a:cs typeface="Arial Unicode MS" panose="020B0604020202020204" pitchFamily="34" charset="-122"/>
              </a:rPr>
              <a:t>完全泊出逻辑策略说明</a:t>
            </a:r>
            <a:endParaRPr lang="zh-CN" altLang="en-US" sz="2400" b="1" dirty="0">
              <a:solidFill>
                <a:srgbClr val="7F7F7F"/>
              </a:solidFill>
              <a:latin typeface="+mn-ea"/>
              <a:ea typeface="+mn-ea"/>
              <a:cs typeface="Arial Unicode MS" panose="020B0604020202020204" pitchFamily="34" charset="-122"/>
            </a:endParaRPr>
          </a:p>
        </p:txBody>
      </p:sp>
      <p:sp>
        <p:nvSpPr>
          <p:cNvPr id="13" name="TextBox 12"/>
          <p:cNvSpPr txBox="1"/>
          <p:nvPr/>
        </p:nvSpPr>
        <p:spPr>
          <a:xfrm>
            <a:off x="8618220" y="5345966"/>
            <a:ext cx="454732" cy="338554"/>
          </a:xfrm>
          <a:prstGeom prst="rect">
            <a:avLst/>
          </a:prstGeom>
          <a:solidFill>
            <a:schemeClr val="bg1"/>
          </a:solidFill>
          <a:ln>
            <a:solidFill>
              <a:schemeClr val="bg1"/>
            </a:solidFill>
          </a:ln>
        </p:spPr>
        <p:txBody>
          <a:bodyPr wrap="square" rtlCol="0">
            <a:spAutoFit/>
          </a:bodyPr>
          <a:lstStyle/>
          <a:p>
            <a:r>
              <a:rPr lang="en-US" altLang="zh-CN" sz="1600" dirty="0" smtClean="0">
                <a:latin typeface="+mn-ea"/>
                <a:ea typeface="+mn-ea"/>
              </a:rPr>
              <a:t>  </a:t>
            </a:r>
            <a:endParaRPr lang="zh-CN" altLang="en-US" sz="1600" dirty="0">
              <a:latin typeface="+mn-ea"/>
              <a:ea typeface="+mn-ea"/>
            </a:endParaRPr>
          </a:p>
        </p:txBody>
      </p:sp>
      <p:sp>
        <p:nvSpPr>
          <p:cNvPr id="5"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灯片编号占位符 2"/>
          <p:cNvSpPr txBox="1">
            <a:spLocks/>
          </p:cNvSpPr>
          <p:nvPr/>
        </p:nvSpPr>
        <p:spPr>
          <a:xfrm>
            <a:off x="5584611" y="6849318"/>
            <a:ext cx="1021191" cy="224284"/>
          </a:xfrm>
          <a:prstGeom prst="rect">
            <a:avLst/>
          </a:prstGeom>
        </p:spPr>
        <p:txBody>
          <a:bodyPr/>
          <a:lstStyle>
            <a:defPPr>
              <a:defRPr lang="zh-CN"/>
            </a:defPPr>
            <a:lvl1pPr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1pPr>
            <a:lvl2pPr marL="455930" indent="-444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2pPr>
            <a:lvl3pPr marL="913130" indent="-92075"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3pPr>
            <a:lvl4pPr marL="1370330" indent="-13843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4pPr>
            <a:lvl5pPr marL="1825625" indent="-1841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9pPr>
          </a:lstStyle>
          <a:p>
            <a:pPr>
              <a:defRPr/>
            </a:pPr>
            <a:fld id="{0D91A68C-EF75-448C-824C-11AEAA06B251}" type="slidenum">
              <a:rPr lang="en-GB" smtClean="0">
                <a:solidFill>
                  <a:prstClr val="black">
                    <a:tint val="75000"/>
                  </a:prstClr>
                </a:solidFill>
              </a:rPr>
              <a:pPr>
                <a:defRPr/>
              </a:pPr>
              <a:t>10</a:t>
            </a:fld>
            <a:endParaRPr lang="en-GB">
              <a:solidFill>
                <a:prstClr val="black">
                  <a:tint val="75000"/>
                </a:prstClr>
              </a:solidFill>
            </a:endParaRPr>
          </a:p>
        </p:txBody>
      </p:sp>
      <p:sp>
        <p:nvSpPr>
          <p:cNvPr id="8" name="页脚占位符 3"/>
          <p:cNvSpPr txBox="1">
            <a:spLocks/>
          </p:cNvSpPr>
          <p:nvPr/>
        </p:nvSpPr>
        <p:spPr>
          <a:xfrm>
            <a:off x="6928015" y="6848955"/>
            <a:ext cx="5242516" cy="224284"/>
          </a:xfrm>
          <a:prstGeom prst="rect">
            <a:avLst/>
          </a:prstGeom>
        </p:spPr>
        <p:txBody>
          <a:bodyPr/>
          <a:lstStyle>
            <a:defPPr>
              <a:defRPr lang="zh-CN"/>
            </a:defPPr>
            <a:lvl1pPr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1pPr>
            <a:lvl2pPr marL="455930" indent="-444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2pPr>
            <a:lvl3pPr marL="913130" indent="-92075"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3pPr>
            <a:lvl4pPr marL="1370330" indent="-13843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4pPr>
            <a:lvl5pPr marL="1825625" indent="-1841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9pPr>
          </a:lstStyle>
          <a:p>
            <a:pPr>
              <a:defRPr/>
            </a:pPr>
            <a:r>
              <a:rPr lang="en-US" altLang="zh-TW" smtClean="0">
                <a:solidFill>
                  <a:prstClr val="black">
                    <a:tint val="75000"/>
                  </a:prstClr>
                </a:solidFill>
              </a:rPr>
              <a:t>© 2024 TTE GROUP ALL RIGHT RESERVED | DO NOT FORWARD WITHOUT PERMISSION</a:t>
            </a:r>
            <a:endParaRPr lang="zh-TW" altLang="en-US" dirty="0">
              <a:solidFill>
                <a:prstClr val="black">
                  <a:tint val="75000"/>
                </a:prstClr>
              </a:solidFill>
            </a:endParaRPr>
          </a:p>
        </p:txBody>
      </p:sp>
      <p:sp>
        <p:nvSpPr>
          <p:cNvPr id="9" name="TextBox 20"/>
          <p:cNvSpPr txBox="1"/>
          <p:nvPr/>
        </p:nvSpPr>
        <p:spPr>
          <a:xfrm>
            <a:off x="0" y="815513"/>
            <a:ext cx="8393635" cy="461665"/>
          </a:xfrm>
          <a:prstGeom prst="rect">
            <a:avLst/>
          </a:prstGeom>
          <a:noFill/>
        </p:spPr>
        <p:txBody>
          <a:bodyPr wrap="square" rtlCol="0">
            <a:spAutoFit/>
          </a:bodyPr>
          <a:lstStyle/>
          <a:p>
            <a:pPr marL="742950" lvl="2" indent="-285750">
              <a:lnSpc>
                <a:spcPct val="150000"/>
              </a:lnSpc>
              <a:buFont typeface="Wingdings" panose="05000000000000000000" pitchFamily="2" charset="2"/>
              <a:buChar char="p"/>
            </a:pPr>
            <a:r>
              <a:rPr lang="zh-CN" altLang="en-US" sz="1600" dirty="0">
                <a:latin typeface="+mn-ea"/>
              </a:rPr>
              <a:t>获取</a:t>
            </a:r>
            <a:r>
              <a:rPr lang="zh-CN" altLang="en-US" sz="1600" dirty="0" smtClean="0">
                <a:latin typeface="+mn-ea"/>
              </a:rPr>
              <a:t>泊出车位框</a:t>
            </a:r>
            <a:endParaRPr lang="en-US" altLang="zh-CN" sz="1600" dirty="0" smtClean="0">
              <a:latin typeface="+mn-ea"/>
            </a:endParaRPr>
          </a:p>
        </p:txBody>
      </p:sp>
      <p:sp>
        <p:nvSpPr>
          <p:cNvPr id="699" name="文本框 13"/>
          <p:cNvSpPr txBox="1"/>
          <p:nvPr/>
        </p:nvSpPr>
        <p:spPr>
          <a:xfrm>
            <a:off x="-1" y="1347307"/>
            <a:ext cx="6873611" cy="4154984"/>
          </a:xfrm>
          <a:prstGeom prst="rect">
            <a:avLst/>
          </a:prstGeom>
          <a:noFill/>
        </p:spPr>
        <p:txBody>
          <a:bodyPr wrap="square" rtlCol="0">
            <a:spAutoFit/>
          </a:bodyPr>
          <a:lstStyle>
            <a:defPPr>
              <a:defRPr lang="zh-TW"/>
            </a:defPPr>
            <a:lvl3pPr marL="457200" lvl="2" indent="0">
              <a:lnSpc>
                <a:spcPct val="150000"/>
              </a:lnSpc>
              <a:defRPr sz="1800">
                <a:latin typeface="+mn-ea"/>
              </a:defRPr>
            </a:lvl3pPr>
          </a:lstStyle>
          <a:p>
            <a:pPr marL="742950" lvl="2" indent="-285750">
              <a:buFont typeface="Wingdings" panose="05000000000000000000" pitchFamily="2" charset="2"/>
              <a:buChar char="Ø"/>
            </a:pPr>
            <a:r>
              <a:rPr lang="zh-CN" altLang="en-US" sz="1100" dirty="0" smtClean="0">
                <a:latin typeface="+mn-lt"/>
              </a:rPr>
              <a:t>针对情况</a:t>
            </a:r>
            <a:r>
              <a:rPr lang="en-US" altLang="zh-CN" sz="1100" dirty="0" smtClean="0">
                <a:latin typeface="+mn-lt"/>
              </a:rPr>
              <a:t>4</a:t>
            </a:r>
            <a:r>
              <a:rPr lang="zh-CN" altLang="en-US" sz="1100" dirty="0" smtClean="0">
                <a:latin typeface="+mn-lt"/>
              </a:rPr>
              <a:t>：没有有效的车位框数据，用感知</a:t>
            </a:r>
            <a:r>
              <a:rPr lang="zh-CN" altLang="en-US" sz="1100" dirty="0">
                <a:latin typeface="+mn-lt"/>
              </a:rPr>
              <a:t>信息</a:t>
            </a:r>
            <a:r>
              <a:rPr lang="zh-CN" altLang="en-US" sz="1100" dirty="0" smtClean="0">
                <a:latin typeface="+mn-lt"/>
              </a:rPr>
              <a:t>（</a:t>
            </a:r>
            <a:r>
              <a:rPr lang="en-US" altLang="zh-CN" sz="1100" dirty="0" smtClean="0">
                <a:latin typeface="+mn-lt"/>
              </a:rPr>
              <a:t>FSD</a:t>
            </a:r>
            <a:r>
              <a:rPr lang="zh-CN" altLang="en-US" sz="1100" dirty="0" smtClean="0">
                <a:latin typeface="+mn-lt"/>
              </a:rPr>
              <a:t>、</a:t>
            </a:r>
            <a:r>
              <a:rPr lang="en-US" altLang="zh-CN" sz="1100" dirty="0" err="1" smtClean="0">
                <a:latin typeface="+mn-lt"/>
              </a:rPr>
              <a:t>Senser</a:t>
            </a:r>
            <a:r>
              <a:rPr lang="zh-CN" altLang="en-US" sz="1100" dirty="0">
                <a:latin typeface="+mn-lt"/>
              </a:rPr>
              <a:t>、</a:t>
            </a:r>
            <a:r>
              <a:rPr lang="en-US" altLang="zh-CN" sz="1100" dirty="0">
                <a:latin typeface="+mn-lt"/>
              </a:rPr>
              <a:t>OD</a:t>
            </a:r>
            <a:r>
              <a:rPr lang="zh-CN" altLang="en-US" sz="1100" dirty="0">
                <a:latin typeface="+mn-lt"/>
              </a:rPr>
              <a:t>、</a:t>
            </a:r>
            <a:r>
              <a:rPr lang="en-US" altLang="zh-CN" sz="1100" dirty="0">
                <a:latin typeface="+mn-lt"/>
              </a:rPr>
              <a:t>PDC</a:t>
            </a:r>
            <a:r>
              <a:rPr lang="zh-CN" altLang="en-US" sz="1100" dirty="0">
                <a:latin typeface="+mn-lt"/>
              </a:rPr>
              <a:t>）构造虚拟车位框； </a:t>
            </a:r>
            <a:endParaRPr lang="en-US" altLang="zh-CN" sz="1100" dirty="0" smtClean="0">
              <a:latin typeface="+mn-lt"/>
            </a:endParaRPr>
          </a:p>
          <a:p>
            <a:pPr lvl="2"/>
            <a:r>
              <a:rPr lang="en-US" altLang="zh-CN" sz="1100" dirty="0" smtClean="0">
                <a:latin typeface="+mn-lt"/>
              </a:rPr>
              <a:t>	</a:t>
            </a:r>
            <a:r>
              <a:rPr lang="zh-CN" altLang="en-US" sz="1100" dirty="0" smtClean="0">
                <a:latin typeface="+mn-lt"/>
              </a:rPr>
              <a:t>以初始车辆后轴中心取相对位置定义四个角点坐标（</a:t>
            </a:r>
            <a:r>
              <a:rPr lang="en-US" altLang="zh-CN" sz="1100" dirty="0" smtClean="0">
                <a:latin typeface="+mn-lt"/>
              </a:rPr>
              <a:t>Obj1</a:t>
            </a:r>
            <a:r>
              <a:rPr lang="zh-CN" altLang="en-US" sz="1100" dirty="0">
                <a:latin typeface="+mn-lt"/>
              </a:rPr>
              <a:t>、</a:t>
            </a:r>
            <a:r>
              <a:rPr lang="en-US" altLang="zh-CN" sz="1100" dirty="0" smtClean="0">
                <a:latin typeface="+mn-lt"/>
              </a:rPr>
              <a:t>Obj2</a:t>
            </a:r>
            <a:r>
              <a:rPr lang="zh-CN" altLang="en-US" sz="1100" dirty="0" smtClean="0">
                <a:latin typeface="+mn-lt"/>
              </a:rPr>
              <a:t>为虚拟车位框的两个角点）；</a:t>
            </a:r>
            <a:endParaRPr lang="en-US" altLang="zh-CN" sz="1100" dirty="0" smtClean="0">
              <a:latin typeface="+mn-lt"/>
            </a:endParaRPr>
          </a:p>
          <a:p>
            <a:pPr lvl="2"/>
            <a:r>
              <a:rPr lang="en-US" altLang="zh-CN" sz="1100" dirty="0" smtClean="0">
                <a:latin typeface="+mn-lt"/>
              </a:rPr>
              <a:t>	1.</a:t>
            </a:r>
            <a:r>
              <a:rPr lang="zh-CN" altLang="en-US" sz="1100" dirty="0" smtClean="0">
                <a:latin typeface="+mn-lt"/>
              </a:rPr>
              <a:t>垂直车位</a:t>
            </a:r>
            <a:r>
              <a:rPr lang="en-US" altLang="zh-CN" sz="1100" dirty="0" smtClean="0">
                <a:latin typeface="+mn-lt"/>
              </a:rPr>
              <a:t>-</a:t>
            </a:r>
            <a:r>
              <a:rPr lang="zh-CN" altLang="en-US" sz="1100" dirty="0" smtClean="0">
                <a:latin typeface="+mn-lt"/>
              </a:rPr>
              <a:t>车头泊出</a:t>
            </a:r>
            <a:endParaRPr lang="en-US" altLang="zh-CN" sz="1100" dirty="0" smtClean="0">
              <a:latin typeface="+mn-lt"/>
            </a:endParaRPr>
          </a:p>
          <a:p>
            <a:pPr lvl="2"/>
            <a:r>
              <a:rPr lang="en-US" altLang="zh-CN" sz="1100" dirty="0" smtClean="0">
                <a:latin typeface="+mn-lt"/>
              </a:rPr>
              <a:t>	   A</a:t>
            </a:r>
            <a:r>
              <a:rPr lang="zh-CN" altLang="en-US" sz="1100" dirty="0" smtClean="0">
                <a:latin typeface="+mn-lt"/>
              </a:rPr>
              <a:t>、</a:t>
            </a:r>
            <a:r>
              <a:rPr lang="en-US" altLang="zh-CN" sz="1100" dirty="0" smtClean="0">
                <a:latin typeface="+mn-lt"/>
              </a:rPr>
              <a:t>D</a:t>
            </a:r>
            <a:r>
              <a:rPr lang="zh-CN" altLang="en-US" sz="1100" dirty="0" smtClean="0">
                <a:latin typeface="+mn-lt"/>
              </a:rPr>
              <a:t>距离后轴中心相对位置：</a:t>
            </a:r>
            <a:r>
              <a:rPr lang="en-US" altLang="zh-CN" sz="1100" dirty="0">
                <a:latin typeface="+mn-lt"/>
              </a:rPr>
              <a:t>			B</a:t>
            </a:r>
            <a:r>
              <a:rPr lang="zh-CN" altLang="en-US" sz="1100" dirty="0">
                <a:latin typeface="+mn-lt"/>
              </a:rPr>
              <a:t>、</a:t>
            </a:r>
            <a:r>
              <a:rPr lang="en-US" altLang="zh-CN" sz="1100" dirty="0">
                <a:latin typeface="+mn-lt"/>
              </a:rPr>
              <a:t>C</a:t>
            </a:r>
            <a:r>
              <a:rPr lang="zh-CN" altLang="en-US" sz="1100" dirty="0">
                <a:latin typeface="+mn-lt"/>
              </a:rPr>
              <a:t>距离后轴中心相对距离：</a:t>
            </a:r>
            <a:endParaRPr lang="en-US" altLang="zh-CN" sz="1100" dirty="0" smtClean="0">
              <a:latin typeface="+mn-lt"/>
            </a:endParaRPr>
          </a:p>
          <a:p>
            <a:pPr lvl="2"/>
            <a:r>
              <a:rPr lang="en-US" altLang="zh-CN" sz="1100" dirty="0">
                <a:latin typeface="+mn-lt"/>
              </a:rPr>
              <a:t>	 </a:t>
            </a:r>
            <a:r>
              <a:rPr lang="en-US" altLang="zh-CN" sz="1100" dirty="0" smtClean="0">
                <a:latin typeface="+mn-lt"/>
              </a:rPr>
              <a:t>   x</a:t>
            </a:r>
            <a:r>
              <a:rPr lang="zh-CN" altLang="en-US" sz="1100" dirty="0" smtClean="0">
                <a:latin typeface="+mn-lt"/>
              </a:rPr>
              <a:t>坐标：半</a:t>
            </a:r>
            <a:r>
              <a:rPr lang="zh-CN" altLang="en-US" sz="1100" dirty="0">
                <a:latin typeface="+mn-lt"/>
              </a:rPr>
              <a:t>车宽</a:t>
            </a:r>
            <a:r>
              <a:rPr lang="en-US" altLang="zh-CN" sz="1100" dirty="0" smtClean="0">
                <a:latin typeface="+mn-lt"/>
              </a:rPr>
              <a:t>+60cm</a:t>
            </a:r>
            <a:r>
              <a:rPr lang="zh-CN" altLang="en-US" sz="1100" dirty="0" smtClean="0">
                <a:latin typeface="+mn-lt"/>
              </a:rPr>
              <a:t>；</a:t>
            </a:r>
            <a:r>
              <a:rPr lang="en-US" altLang="zh-CN" sz="1100" dirty="0" smtClean="0">
                <a:latin typeface="+mn-lt"/>
              </a:rPr>
              <a:t>				 x</a:t>
            </a:r>
            <a:r>
              <a:rPr lang="zh-CN" altLang="en-US" sz="1100" dirty="0">
                <a:latin typeface="+mn-lt"/>
              </a:rPr>
              <a:t>坐标：半车宽</a:t>
            </a:r>
            <a:r>
              <a:rPr lang="en-US" altLang="zh-CN" sz="1100" dirty="0">
                <a:latin typeface="+mn-lt"/>
              </a:rPr>
              <a:t>+60cm</a:t>
            </a:r>
            <a:r>
              <a:rPr lang="zh-CN" altLang="en-US" sz="1100" dirty="0" smtClean="0">
                <a:latin typeface="+mn-lt"/>
              </a:rPr>
              <a:t>；</a:t>
            </a:r>
            <a:endParaRPr lang="en-US" altLang="zh-CN" sz="1100" dirty="0" smtClean="0">
              <a:latin typeface="+mn-lt"/>
            </a:endParaRPr>
          </a:p>
          <a:p>
            <a:pPr lvl="2"/>
            <a:r>
              <a:rPr lang="en-US" altLang="zh-CN" sz="1100" dirty="0">
                <a:latin typeface="+mn-lt"/>
              </a:rPr>
              <a:t>	 </a:t>
            </a:r>
            <a:r>
              <a:rPr lang="en-US" altLang="zh-CN" sz="1100" dirty="0" smtClean="0">
                <a:latin typeface="+mn-lt"/>
              </a:rPr>
              <a:t>   y</a:t>
            </a:r>
            <a:r>
              <a:rPr lang="zh-CN" altLang="en-US" sz="1100" dirty="0" smtClean="0">
                <a:latin typeface="+mn-lt"/>
              </a:rPr>
              <a:t>坐标：后轴中心到前保杠距离</a:t>
            </a:r>
            <a:r>
              <a:rPr lang="en-US" altLang="zh-CN" sz="1100" dirty="0" smtClean="0">
                <a:latin typeface="+mn-lt"/>
              </a:rPr>
              <a:t>+40cm</a:t>
            </a:r>
            <a:r>
              <a:rPr lang="zh-CN" altLang="en-US" sz="1100" dirty="0" smtClean="0">
                <a:latin typeface="+mn-lt"/>
              </a:rPr>
              <a:t>；</a:t>
            </a:r>
            <a:r>
              <a:rPr lang="en-US" altLang="zh-CN" sz="1100" dirty="0" smtClean="0">
                <a:latin typeface="+mn-lt"/>
              </a:rPr>
              <a:t>		 y</a:t>
            </a:r>
            <a:r>
              <a:rPr lang="zh-CN" altLang="en-US" sz="1100" dirty="0">
                <a:latin typeface="+mn-lt"/>
              </a:rPr>
              <a:t>坐标：后轴中心</a:t>
            </a:r>
            <a:r>
              <a:rPr lang="zh-CN" altLang="en-US" sz="1100" dirty="0" smtClean="0">
                <a:latin typeface="+mn-lt"/>
              </a:rPr>
              <a:t>到后保</a:t>
            </a:r>
            <a:r>
              <a:rPr lang="zh-CN" altLang="en-US" sz="1100" dirty="0">
                <a:latin typeface="+mn-lt"/>
              </a:rPr>
              <a:t>杠距离</a:t>
            </a:r>
            <a:r>
              <a:rPr lang="en-US" altLang="zh-CN" sz="1100" dirty="0" smtClean="0">
                <a:latin typeface="+mn-lt"/>
              </a:rPr>
              <a:t>+10cm</a:t>
            </a:r>
            <a:r>
              <a:rPr lang="zh-CN" altLang="en-US" sz="1100" dirty="0">
                <a:latin typeface="+mn-lt"/>
              </a:rPr>
              <a:t>；</a:t>
            </a:r>
            <a:endParaRPr lang="en-US" altLang="zh-CN" sz="1100" dirty="0">
              <a:latin typeface="+mn-lt"/>
            </a:endParaRPr>
          </a:p>
          <a:p>
            <a:pPr lvl="2"/>
            <a:r>
              <a:rPr lang="en-US" altLang="zh-CN" sz="1100" dirty="0">
                <a:latin typeface="+mn-lt"/>
              </a:rPr>
              <a:t>	2.</a:t>
            </a:r>
            <a:r>
              <a:rPr lang="zh-CN" altLang="en-US" sz="1100" dirty="0">
                <a:latin typeface="+mn-lt"/>
              </a:rPr>
              <a:t>垂直车位</a:t>
            </a:r>
            <a:r>
              <a:rPr lang="en-US" altLang="zh-CN" sz="1100" dirty="0">
                <a:latin typeface="+mn-lt"/>
              </a:rPr>
              <a:t>-</a:t>
            </a:r>
            <a:r>
              <a:rPr lang="zh-CN" altLang="en-US" sz="1100" dirty="0">
                <a:latin typeface="+mn-lt"/>
              </a:rPr>
              <a:t>车尾泊</a:t>
            </a:r>
            <a:r>
              <a:rPr lang="zh-CN" altLang="en-US" sz="1100" dirty="0" smtClean="0">
                <a:latin typeface="+mn-lt"/>
              </a:rPr>
              <a:t>出</a:t>
            </a:r>
            <a:endParaRPr lang="en-US" altLang="zh-CN" sz="1100" dirty="0" smtClean="0">
              <a:latin typeface="+mn-lt"/>
            </a:endParaRPr>
          </a:p>
          <a:p>
            <a:pPr lvl="2"/>
            <a:r>
              <a:rPr lang="en-US" altLang="zh-CN" sz="1100" dirty="0">
                <a:latin typeface="+mn-lt"/>
              </a:rPr>
              <a:t>	</a:t>
            </a:r>
            <a:r>
              <a:rPr lang="en-US" altLang="zh-CN" sz="1100" dirty="0" smtClean="0">
                <a:latin typeface="+mn-lt"/>
              </a:rPr>
              <a:t>   B</a:t>
            </a:r>
            <a:r>
              <a:rPr lang="zh-CN" altLang="en-US" sz="1100" dirty="0" smtClean="0">
                <a:latin typeface="+mn-lt"/>
              </a:rPr>
              <a:t>、</a:t>
            </a:r>
            <a:r>
              <a:rPr lang="en-US" altLang="zh-CN" sz="1100" dirty="0" smtClean="0">
                <a:latin typeface="+mn-lt"/>
              </a:rPr>
              <a:t>C</a:t>
            </a:r>
            <a:r>
              <a:rPr lang="zh-CN" altLang="en-US" sz="1100" dirty="0" smtClean="0">
                <a:latin typeface="+mn-lt"/>
              </a:rPr>
              <a:t>距离后轴中心相对位置：</a:t>
            </a:r>
            <a:r>
              <a:rPr lang="en-US" altLang="zh-CN" sz="1100" dirty="0" smtClean="0">
                <a:latin typeface="+mn-lt"/>
              </a:rPr>
              <a:t>			A</a:t>
            </a:r>
            <a:r>
              <a:rPr lang="zh-CN" altLang="en-US" sz="1100" dirty="0" smtClean="0">
                <a:latin typeface="+mn-lt"/>
              </a:rPr>
              <a:t>、</a:t>
            </a:r>
            <a:r>
              <a:rPr lang="en-US" altLang="zh-CN" sz="1100" dirty="0" smtClean="0">
                <a:latin typeface="+mn-lt"/>
              </a:rPr>
              <a:t>D</a:t>
            </a:r>
            <a:r>
              <a:rPr lang="zh-CN" altLang="en-US" sz="1100" dirty="0" smtClean="0">
                <a:latin typeface="+mn-lt"/>
              </a:rPr>
              <a:t>距离</a:t>
            </a:r>
            <a:r>
              <a:rPr lang="zh-CN" altLang="en-US" sz="1100" dirty="0">
                <a:latin typeface="+mn-lt"/>
              </a:rPr>
              <a:t>后轴中心相对距离</a:t>
            </a:r>
            <a:r>
              <a:rPr lang="zh-CN" altLang="en-US" sz="1100" dirty="0" smtClean="0">
                <a:latin typeface="+mn-lt"/>
              </a:rPr>
              <a:t>：</a:t>
            </a:r>
            <a:endParaRPr lang="en-US" altLang="zh-CN" sz="1100" dirty="0" smtClean="0">
              <a:latin typeface="+mn-lt"/>
            </a:endParaRPr>
          </a:p>
          <a:p>
            <a:pPr lvl="2"/>
            <a:r>
              <a:rPr lang="en-US" altLang="zh-CN" sz="1100" dirty="0">
                <a:latin typeface="+mn-lt"/>
              </a:rPr>
              <a:t>	</a:t>
            </a:r>
            <a:r>
              <a:rPr lang="en-US" altLang="zh-CN" sz="1100" dirty="0" smtClean="0">
                <a:latin typeface="+mn-lt"/>
              </a:rPr>
              <a:t>    x</a:t>
            </a:r>
            <a:r>
              <a:rPr lang="zh-CN" altLang="en-US" sz="1100" dirty="0" smtClean="0">
                <a:latin typeface="+mn-lt"/>
              </a:rPr>
              <a:t>坐标：</a:t>
            </a:r>
            <a:r>
              <a:rPr lang="zh-CN" altLang="en-US" sz="1100" dirty="0">
                <a:latin typeface="+mn-lt"/>
              </a:rPr>
              <a:t>半车宽</a:t>
            </a:r>
            <a:r>
              <a:rPr lang="en-US" altLang="zh-CN" sz="1100" dirty="0" smtClean="0">
                <a:latin typeface="+mn-lt"/>
              </a:rPr>
              <a:t>+60cm</a:t>
            </a:r>
            <a:r>
              <a:rPr lang="zh-CN" altLang="en-US" sz="1100" dirty="0" smtClean="0">
                <a:latin typeface="+mn-lt"/>
              </a:rPr>
              <a:t>；</a:t>
            </a:r>
            <a:r>
              <a:rPr lang="en-US" altLang="zh-CN" sz="1100" dirty="0" smtClean="0">
                <a:latin typeface="+mn-lt"/>
              </a:rPr>
              <a:t>				</a:t>
            </a:r>
            <a:r>
              <a:rPr lang="en-US" altLang="zh-CN" sz="1100" dirty="0">
                <a:latin typeface="+mn-lt"/>
              </a:rPr>
              <a:t> x</a:t>
            </a:r>
            <a:r>
              <a:rPr lang="zh-CN" altLang="en-US" sz="1100" dirty="0">
                <a:latin typeface="+mn-lt"/>
              </a:rPr>
              <a:t>坐标：半车宽</a:t>
            </a:r>
            <a:r>
              <a:rPr lang="en-US" altLang="zh-CN" sz="1100" dirty="0">
                <a:latin typeface="+mn-lt"/>
              </a:rPr>
              <a:t>+60cm</a:t>
            </a:r>
            <a:r>
              <a:rPr lang="zh-CN" altLang="en-US" sz="1100" dirty="0">
                <a:latin typeface="+mn-lt"/>
              </a:rPr>
              <a:t>；</a:t>
            </a:r>
            <a:endParaRPr lang="en-US" altLang="zh-CN" sz="1100" dirty="0" smtClean="0">
              <a:latin typeface="+mn-lt"/>
            </a:endParaRPr>
          </a:p>
          <a:p>
            <a:pPr lvl="2"/>
            <a:r>
              <a:rPr lang="en-US" altLang="zh-CN" sz="1100" dirty="0" smtClean="0">
                <a:latin typeface="+mn-lt"/>
              </a:rPr>
              <a:t>	    y</a:t>
            </a:r>
            <a:r>
              <a:rPr lang="zh-CN" altLang="en-US" sz="1100" dirty="0">
                <a:latin typeface="+mn-lt"/>
              </a:rPr>
              <a:t>坐标：后轴中心</a:t>
            </a:r>
            <a:r>
              <a:rPr lang="zh-CN" altLang="en-US" sz="1100" dirty="0" smtClean="0">
                <a:latin typeface="+mn-lt"/>
              </a:rPr>
              <a:t>到后保</a:t>
            </a:r>
            <a:r>
              <a:rPr lang="zh-CN" altLang="en-US" sz="1100" dirty="0">
                <a:latin typeface="+mn-lt"/>
              </a:rPr>
              <a:t>杠距离</a:t>
            </a:r>
            <a:r>
              <a:rPr lang="en-US" altLang="zh-CN" sz="1100" dirty="0">
                <a:latin typeface="+mn-lt"/>
              </a:rPr>
              <a:t>+</a:t>
            </a:r>
            <a:r>
              <a:rPr lang="en-US" altLang="zh-CN" sz="1100" dirty="0" smtClean="0">
                <a:latin typeface="+mn-lt"/>
              </a:rPr>
              <a:t>40cm</a:t>
            </a:r>
            <a:r>
              <a:rPr lang="zh-CN" altLang="en-US" sz="1100" dirty="0" smtClean="0">
                <a:latin typeface="+mn-lt"/>
              </a:rPr>
              <a:t>；</a:t>
            </a:r>
            <a:r>
              <a:rPr lang="en-US" altLang="zh-CN" sz="1100" dirty="0" smtClean="0">
                <a:latin typeface="+mn-lt"/>
              </a:rPr>
              <a:t>		 y</a:t>
            </a:r>
            <a:r>
              <a:rPr lang="zh-CN" altLang="en-US" sz="1100" dirty="0">
                <a:latin typeface="+mn-lt"/>
              </a:rPr>
              <a:t>坐标：后轴中心到前保杠距离</a:t>
            </a:r>
            <a:r>
              <a:rPr lang="en-US" altLang="zh-CN" sz="1100" dirty="0" smtClean="0">
                <a:latin typeface="+mn-lt"/>
              </a:rPr>
              <a:t>+10cm</a:t>
            </a:r>
            <a:r>
              <a:rPr lang="zh-CN" altLang="en-US" sz="1100" dirty="0">
                <a:latin typeface="+mn-lt"/>
              </a:rPr>
              <a:t>；</a:t>
            </a:r>
            <a:endParaRPr lang="en-US" altLang="zh-CN" sz="1100" dirty="0" smtClean="0">
              <a:latin typeface="+mn-lt"/>
            </a:endParaRPr>
          </a:p>
          <a:p>
            <a:pPr lvl="2"/>
            <a:r>
              <a:rPr lang="en-US" altLang="zh-CN" sz="1100" dirty="0" smtClean="0">
                <a:latin typeface="+mn-lt"/>
              </a:rPr>
              <a:t>	3.</a:t>
            </a:r>
            <a:r>
              <a:rPr lang="zh-CN" altLang="en-US" sz="1100" dirty="0" smtClean="0">
                <a:latin typeface="+mn-lt"/>
              </a:rPr>
              <a:t>水平车位</a:t>
            </a:r>
            <a:endParaRPr lang="en-US" altLang="zh-CN" sz="1100" dirty="0" smtClean="0">
              <a:latin typeface="+mn-lt"/>
            </a:endParaRPr>
          </a:p>
          <a:p>
            <a:pPr lvl="2"/>
            <a:r>
              <a:rPr lang="en-US" altLang="zh-CN" sz="1100" dirty="0">
                <a:latin typeface="+mn-lt"/>
              </a:rPr>
              <a:t>	</a:t>
            </a:r>
            <a:r>
              <a:rPr lang="en-US" altLang="zh-CN" sz="1100" dirty="0" smtClean="0">
                <a:latin typeface="+mn-lt"/>
              </a:rPr>
              <a:t>   A</a:t>
            </a:r>
            <a:r>
              <a:rPr lang="zh-CN" altLang="en-US" sz="1100" dirty="0" smtClean="0">
                <a:latin typeface="+mn-lt"/>
              </a:rPr>
              <a:t>、</a:t>
            </a:r>
            <a:r>
              <a:rPr lang="en-US" altLang="zh-CN" sz="1100" dirty="0" smtClean="0">
                <a:latin typeface="+mn-lt"/>
              </a:rPr>
              <a:t>D</a:t>
            </a:r>
            <a:r>
              <a:rPr lang="zh-CN" altLang="en-US" sz="1100" dirty="0" smtClean="0">
                <a:latin typeface="+mn-lt"/>
              </a:rPr>
              <a:t>距离后轴中心相对距离：</a:t>
            </a:r>
            <a:r>
              <a:rPr lang="en-US" altLang="zh-CN" sz="1100" dirty="0" smtClean="0">
                <a:latin typeface="+mn-lt"/>
              </a:rPr>
              <a:t>			B</a:t>
            </a:r>
            <a:r>
              <a:rPr lang="zh-CN" altLang="en-US" sz="1100" dirty="0" smtClean="0">
                <a:latin typeface="+mn-lt"/>
              </a:rPr>
              <a:t>、</a:t>
            </a:r>
            <a:r>
              <a:rPr lang="en-US" altLang="zh-CN" sz="1100" dirty="0" smtClean="0">
                <a:latin typeface="+mn-lt"/>
              </a:rPr>
              <a:t>C</a:t>
            </a:r>
            <a:r>
              <a:rPr lang="zh-CN" altLang="en-US" sz="1100" dirty="0" smtClean="0">
                <a:latin typeface="+mn-lt"/>
              </a:rPr>
              <a:t>距离</a:t>
            </a:r>
            <a:r>
              <a:rPr lang="zh-CN" altLang="en-US" sz="1100" dirty="0">
                <a:latin typeface="+mn-lt"/>
              </a:rPr>
              <a:t>后轴中心相对距离：</a:t>
            </a:r>
            <a:endParaRPr lang="en-US" altLang="zh-CN" sz="1100" dirty="0" smtClean="0">
              <a:latin typeface="+mn-lt"/>
            </a:endParaRPr>
          </a:p>
          <a:p>
            <a:pPr lvl="2"/>
            <a:r>
              <a:rPr lang="en-US" altLang="zh-CN" sz="1100" dirty="0">
                <a:latin typeface="+mn-lt"/>
              </a:rPr>
              <a:t>	</a:t>
            </a:r>
            <a:r>
              <a:rPr lang="en-US" altLang="zh-CN" sz="1100" dirty="0" smtClean="0">
                <a:latin typeface="+mn-lt"/>
              </a:rPr>
              <a:t>    x</a:t>
            </a:r>
            <a:r>
              <a:rPr lang="zh-CN" altLang="en-US" sz="1100" dirty="0" smtClean="0">
                <a:latin typeface="+mn-lt"/>
              </a:rPr>
              <a:t>坐标：半车宽</a:t>
            </a:r>
            <a:r>
              <a:rPr lang="en-US" altLang="zh-CN" sz="1100" dirty="0" smtClean="0">
                <a:latin typeface="+mn-lt"/>
              </a:rPr>
              <a:t>+25cm</a:t>
            </a:r>
            <a:r>
              <a:rPr lang="zh-CN" altLang="en-US" sz="1100" dirty="0" smtClean="0">
                <a:latin typeface="+mn-lt"/>
              </a:rPr>
              <a:t>；</a:t>
            </a:r>
            <a:r>
              <a:rPr lang="en-US" altLang="zh-CN" sz="1100" dirty="0" smtClean="0">
                <a:latin typeface="+mn-lt"/>
              </a:rPr>
              <a:t>				 x</a:t>
            </a:r>
            <a:r>
              <a:rPr lang="zh-CN" altLang="en-US" sz="1100" dirty="0" smtClean="0">
                <a:latin typeface="+mn-lt"/>
              </a:rPr>
              <a:t>坐标：半车宽</a:t>
            </a:r>
            <a:r>
              <a:rPr lang="en-US" altLang="zh-CN" sz="1100" dirty="0" smtClean="0">
                <a:latin typeface="+mn-lt"/>
              </a:rPr>
              <a:t>+25cm</a:t>
            </a:r>
            <a:r>
              <a:rPr lang="zh-CN" altLang="en-US" sz="1100" dirty="0" smtClean="0">
                <a:latin typeface="+mn-lt"/>
              </a:rPr>
              <a:t>；</a:t>
            </a:r>
            <a:endParaRPr lang="en-US" altLang="zh-CN" sz="1100" dirty="0" smtClean="0">
              <a:latin typeface="+mn-lt"/>
            </a:endParaRPr>
          </a:p>
          <a:p>
            <a:pPr lvl="2"/>
            <a:r>
              <a:rPr lang="en-US" altLang="zh-CN" sz="1100" dirty="0">
                <a:latin typeface="+mn-lt"/>
              </a:rPr>
              <a:t>	</a:t>
            </a:r>
            <a:r>
              <a:rPr lang="en-US" altLang="zh-CN" sz="1100" dirty="0" smtClean="0">
                <a:latin typeface="+mn-lt"/>
              </a:rPr>
              <a:t>    y</a:t>
            </a:r>
            <a:r>
              <a:rPr lang="zh-CN" altLang="en-US" sz="1100" dirty="0" smtClean="0">
                <a:latin typeface="+mn-lt"/>
              </a:rPr>
              <a:t>坐标：后轴中心到前保杠距离</a:t>
            </a:r>
            <a:r>
              <a:rPr lang="en-US" altLang="zh-CN" sz="1100" dirty="0" smtClean="0">
                <a:latin typeface="+mn-lt"/>
              </a:rPr>
              <a:t>+150cm</a:t>
            </a:r>
            <a:r>
              <a:rPr lang="zh-CN" altLang="en-US" sz="1100" dirty="0" smtClean="0">
                <a:latin typeface="+mn-lt"/>
              </a:rPr>
              <a:t>；</a:t>
            </a:r>
            <a:r>
              <a:rPr lang="en-US" altLang="zh-CN" sz="1100" dirty="0" smtClean="0">
                <a:latin typeface="+mn-lt"/>
              </a:rPr>
              <a:t>		 y</a:t>
            </a:r>
            <a:r>
              <a:rPr lang="zh-CN" altLang="en-US" sz="1100" dirty="0" smtClean="0">
                <a:latin typeface="+mn-lt"/>
              </a:rPr>
              <a:t>坐标：后轴中心到后保杠距离</a:t>
            </a:r>
            <a:r>
              <a:rPr lang="en-US" altLang="zh-CN" sz="1100" dirty="0" smtClean="0">
                <a:latin typeface="+mn-lt"/>
              </a:rPr>
              <a:t>+200cm</a:t>
            </a:r>
            <a:r>
              <a:rPr lang="zh-CN" altLang="en-US" sz="1100" dirty="0" smtClean="0">
                <a:latin typeface="+mn-lt"/>
              </a:rPr>
              <a:t>；</a:t>
            </a:r>
            <a:endParaRPr lang="en-US" altLang="zh-CN" sz="1100" dirty="0" smtClean="0">
              <a:latin typeface="+mn-lt"/>
            </a:endParaRPr>
          </a:p>
          <a:p>
            <a:pPr lvl="2"/>
            <a:r>
              <a:rPr lang="en-US" altLang="zh-CN" sz="1100" dirty="0">
                <a:latin typeface="+mn-lt"/>
              </a:rPr>
              <a:t>	</a:t>
            </a:r>
          </a:p>
          <a:p>
            <a:pPr lvl="2"/>
            <a:endParaRPr lang="en-US" altLang="zh-CN" sz="1100" dirty="0" smtClean="0">
              <a:latin typeface="+mn-lt"/>
            </a:endParaRPr>
          </a:p>
        </p:txBody>
      </p:sp>
      <p:grpSp>
        <p:nvGrpSpPr>
          <p:cNvPr id="3" name="组合 2"/>
          <p:cNvGrpSpPr/>
          <p:nvPr/>
        </p:nvGrpSpPr>
        <p:grpSpPr>
          <a:xfrm>
            <a:off x="7093839" y="1781494"/>
            <a:ext cx="1216361" cy="1461594"/>
            <a:chOff x="7093839" y="1781494"/>
            <a:chExt cx="1216361" cy="1461594"/>
          </a:xfrm>
        </p:grpSpPr>
        <p:sp>
          <p:nvSpPr>
            <p:cNvPr id="85" name="矩形 84"/>
            <p:cNvSpPr/>
            <p:nvPr/>
          </p:nvSpPr>
          <p:spPr>
            <a:xfrm rot="10800000">
              <a:off x="7335902" y="1933731"/>
              <a:ext cx="807244" cy="1178552"/>
            </a:xfrm>
            <a:prstGeom prst="rect">
              <a:avLst/>
            </a:prstGeom>
            <a:noFill/>
            <a:ln w="38100" cap="flat" cmpd="sng" algn="ctr">
              <a:solidFill>
                <a:srgbClr val="5B9BD5">
                  <a:shade val="50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pic>
          <p:nvPicPr>
            <p:cNvPr id="87" name="图片 86"/>
            <p:cNvPicPr>
              <a:picLocks noChangeAspect="1"/>
            </p:cNvPicPr>
            <p:nvPr/>
          </p:nvPicPr>
          <p:blipFill>
            <a:blip r:embed="rId4"/>
            <a:srcRect l="8936" t="15826" r="65159" b="27365"/>
            <a:stretch>
              <a:fillRect/>
            </a:stretch>
          </p:blipFill>
          <p:spPr>
            <a:xfrm rot="10800000">
              <a:off x="7487033" y="2001217"/>
              <a:ext cx="484662" cy="1042708"/>
            </a:xfrm>
            <a:prstGeom prst="rect">
              <a:avLst/>
            </a:prstGeom>
            <a:effectLst>
              <a:softEdge rad="31750"/>
            </a:effectLst>
          </p:spPr>
        </p:pic>
        <p:sp>
          <p:nvSpPr>
            <p:cNvPr id="4" name="文本框 3"/>
            <p:cNvSpPr txBox="1"/>
            <p:nvPr/>
          </p:nvSpPr>
          <p:spPr>
            <a:xfrm>
              <a:off x="7093839" y="1781494"/>
              <a:ext cx="178594" cy="261610"/>
            </a:xfrm>
            <a:prstGeom prst="rect">
              <a:avLst/>
            </a:prstGeom>
            <a:noFill/>
          </p:spPr>
          <p:txBody>
            <a:bodyPr wrap="square" rtlCol="0">
              <a:spAutoFit/>
            </a:bodyPr>
            <a:lstStyle/>
            <a:p>
              <a:r>
                <a:rPr lang="en-US" altLang="zh-CN" sz="1100" dirty="0" smtClean="0">
                  <a:latin typeface="宋体" panose="02010600030101010101" pitchFamily="2" charset="-122"/>
                </a:rPr>
                <a:t>A</a:t>
              </a:r>
              <a:endParaRPr lang="zh-CN" altLang="en-US" sz="1100" dirty="0" smtClean="0">
                <a:latin typeface="宋体" panose="02010600030101010101" pitchFamily="2" charset="-122"/>
              </a:endParaRPr>
            </a:p>
          </p:txBody>
        </p:sp>
        <p:sp>
          <p:nvSpPr>
            <p:cNvPr id="54" name="文本框 53"/>
            <p:cNvSpPr txBox="1"/>
            <p:nvPr/>
          </p:nvSpPr>
          <p:spPr>
            <a:xfrm>
              <a:off x="7093839" y="2981478"/>
              <a:ext cx="178594" cy="261610"/>
            </a:xfrm>
            <a:prstGeom prst="rect">
              <a:avLst/>
            </a:prstGeom>
            <a:noFill/>
          </p:spPr>
          <p:txBody>
            <a:bodyPr wrap="square" rtlCol="0">
              <a:spAutoFit/>
            </a:bodyPr>
            <a:lstStyle/>
            <a:p>
              <a:r>
                <a:rPr lang="en-US" altLang="zh-CN" sz="1100" dirty="0" smtClean="0">
                  <a:latin typeface="宋体" panose="02010600030101010101" pitchFamily="2" charset="-122"/>
                </a:rPr>
                <a:t>B</a:t>
              </a:r>
              <a:endParaRPr lang="zh-CN" altLang="en-US" sz="1100" dirty="0" smtClean="0">
                <a:latin typeface="宋体" panose="02010600030101010101" pitchFamily="2" charset="-122"/>
              </a:endParaRPr>
            </a:p>
          </p:txBody>
        </p:sp>
        <p:sp>
          <p:nvSpPr>
            <p:cNvPr id="55" name="文本框 54"/>
            <p:cNvSpPr txBox="1"/>
            <p:nvPr/>
          </p:nvSpPr>
          <p:spPr>
            <a:xfrm>
              <a:off x="8172778" y="2981478"/>
              <a:ext cx="137422" cy="261610"/>
            </a:xfrm>
            <a:prstGeom prst="rect">
              <a:avLst/>
            </a:prstGeom>
            <a:noFill/>
          </p:spPr>
          <p:txBody>
            <a:bodyPr wrap="square" rtlCol="0">
              <a:spAutoFit/>
            </a:bodyPr>
            <a:lstStyle/>
            <a:p>
              <a:r>
                <a:rPr lang="en-US" altLang="zh-CN" sz="1100" dirty="0" smtClean="0">
                  <a:latin typeface="宋体" panose="02010600030101010101" pitchFamily="2" charset="-122"/>
                </a:rPr>
                <a:t>C</a:t>
              </a:r>
              <a:endParaRPr lang="zh-CN" altLang="en-US" sz="1100" dirty="0" smtClean="0">
                <a:latin typeface="宋体" panose="02010600030101010101" pitchFamily="2" charset="-122"/>
              </a:endParaRPr>
            </a:p>
          </p:txBody>
        </p:sp>
        <p:sp>
          <p:nvSpPr>
            <p:cNvPr id="56" name="文本框 55"/>
            <p:cNvSpPr txBox="1"/>
            <p:nvPr/>
          </p:nvSpPr>
          <p:spPr>
            <a:xfrm>
              <a:off x="8142933" y="1781494"/>
              <a:ext cx="152979" cy="261610"/>
            </a:xfrm>
            <a:prstGeom prst="rect">
              <a:avLst/>
            </a:prstGeom>
            <a:noFill/>
          </p:spPr>
          <p:txBody>
            <a:bodyPr wrap="square" rtlCol="0">
              <a:spAutoFit/>
            </a:bodyPr>
            <a:lstStyle/>
            <a:p>
              <a:r>
                <a:rPr lang="en-US" altLang="zh-CN" sz="1100" dirty="0" smtClean="0">
                  <a:latin typeface="宋体" panose="02010600030101010101" pitchFamily="2" charset="-122"/>
                </a:rPr>
                <a:t>D</a:t>
              </a:r>
              <a:endParaRPr lang="zh-CN" altLang="en-US" sz="1100" dirty="0" smtClean="0">
                <a:latin typeface="宋体" panose="02010600030101010101" pitchFamily="2" charset="-122"/>
              </a:endParaRPr>
            </a:p>
          </p:txBody>
        </p:sp>
        <p:grpSp>
          <p:nvGrpSpPr>
            <p:cNvPr id="50" name="组合 49"/>
            <p:cNvGrpSpPr/>
            <p:nvPr/>
          </p:nvGrpSpPr>
          <p:grpSpPr>
            <a:xfrm>
              <a:off x="7685550" y="2368319"/>
              <a:ext cx="457383" cy="533264"/>
              <a:chOff x="8019715" y="3105824"/>
              <a:chExt cx="569104" cy="743824"/>
            </a:xfrm>
          </p:grpSpPr>
          <p:cxnSp>
            <p:nvCxnSpPr>
              <p:cNvPr id="51" name="直接箭头连接符 50"/>
              <p:cNvCxnSpPr/>
              <p:nvPr/>
            </p:nvCxnSpPr>
            <p:spPr>
              <a:xfrm flipV="1">
                <a:off x="8053754" y="3330343"/>
                <a:ext cx="8792" cy="35363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p:nvPr/>
            </p:nvCxnSpPr>
            <p:spPr>
              <a:xfrm flipV="1">
                <a:off x="8053754" y="3681046"/>
                <a:ext cx="357554" cy="293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8354357" y="3541871"/>
                <a:ext cx="234462" cy="307777"/>
              </a:xfrm>
              <a:prstGeom prst="rect">
                <a:avLst/>
              </a:prstGeom>
              <a:noFill/>
            </p:spPr>
            <p:txBody>
              <a:bodyPr wrap="square" rtlCol="0">
                <a:spAutoFit/>
              </a:bodyPr>
              <a:lstStyle/>
              <a:p>
                <a:r>
                  <a:rPr lang="en-US" altLang="zh-CN" sz="1400" dirty="0" smtClean="0"/>
                  <a:t>x</a:t>
                </a:r>
                <a:endParaRPr lang="zh-CN" altLang="en-US" sz="1400" dirty="0"/>
              </a:p>
            </p:txBody>
          </p:sp>
          <p:sp>
            <p:nvSpPr>
              <p:cNvPr id="64" name="文本框 63"/>
              <p:cNvSpPr txBox="1"/>
              <p:nvPr/>
            </p:nvSpPr>
            <p:spPr>
              <a:xfrm>
                <a:off x="8019715" y="3105824"/>
                <a:ext cx="234462" cy="307777"/>
              </a:xfrm>
              <a:prstGeom prst="rect">
                <a:avLst/>
              </a:prstGeom>
              <a:noFill/>
            </p:spPr>
            <p:txBody>
              <a:bodyPr wrap="square" rtlCol="0">
                <a:spAutoFit/>
              </a:bodyPr>
              <a:lstStyle/>
              <a:p>
                <a:r>
                  <a:rPr lang="en-US" altLang="zh-CN" sz="1400" dirty="0" smtClean="0"/>
                  <a:t>y</a:t>
                </a:r>
                <a:endParaRPr lang="zh-CN" altLang="en-US" sz="1400" dirty="0"/>
              </a:p>
            </p:txBody>
          </p:sp>
        </p:grpSp>
      </p:grpSp>
    </p:spTree>
    <p:custDataLst>
      <p:tags r:id="rId1"/>
    </p:custDataLst>
    <p:extLst>
      <p:ext uri="{BB962C8B-B14F-4D97-AF65-F5344CB8AC3E}">
        <p14:creationId xmlns:p14="http://schemas.microsoft.com/office/powerpoint/2010/main" val="9516219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79202" y="233084"/>
            <a:ext cx="677732" cy="4034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1323" tIns="35662" rIns="71323" bIns="35662" rtlCol="0" anchor="ctr"/>
          <a:lstStyle/>
          <a:p>
            <a:pPr algn="ctr"/>
            <a:r>
              <a:rPr lang="en-US" altLang="zh-CN" sz="2200" b="1" dirty="0" smtClean="0">
                <a:solidFill>
                  <a:schemeClr val="tx1"/>
                </a:solidFill>
                <a:latin typeface="微软雅黑" panose="020B0503020204020204" pitchFamily="34" charset="-122"/>
                <a:ea typeface="微软雅黑" panose="020B0503020204020204" pitchFamily="34" charset="-122"/>
              </a:rPr>
              <a:t>02</a:t>
            </a:r>
            <a:endParaRPr lang="zh-CN" altLang="en-US" sz="2200" b="1" dirty="0">
              <a:solidFill>
                <a:schemeClr val="tx1"/>
              </a:solidFill>
              <a:latin typeface="微软雅黑" panose="020B0503020204020204" pitchFamily="34" charset="-122"/>
              <a:ea typeface="微软雅黑" panose="020B0503020204020204" pitchFamily="34" charset="-122"/>
            </a:endParaRPr>
          </a:p>
        </p:txBody>
      </p:sp>
      <p:sp>
        <p:nvSpPr>
          <p:cNvPr id="31" name="标题 1"/>
          <p:cNvSpPr txBox="1"/>
          <p:nvPr/>
        </p:nvSpPr>
        <p:spPr bwMode="auto">
          <a:xfrm>
            <a:off x="1056937" y="210144"/>
            <a:ext cx="3416007" cy="476250"/>
          </a:xfrm>
          <a:prstGeom prst="rect">
            <a:avLst/>
          </a:prstGeom>
          <a:noFill/>
          <a:ln w="9525">
            <a:noFill/>
            <a:miter lim="800000"/>
          </a:ln>
        </p:spPr>
        <p:txBody>
          <a:bodyPr lIns="91429" tIns="45714" rIns="91429" bIns="45714" anchor="ctr"/>
          <a:lstStyle/>
          <a:p>
            <a:r>
              <a:rPr lang="zh-CN" altLang="en-US" sz="2400" b="1" dirty="0" smtClean="0">
                <a:solidFill>
                  <a:srgbClr val="7F7F7F"/>
                </a:solidFill>
                <a:latin typeface="+mn-ea"/>
                <a:ea typeface="+mn-ea"/>
                <a:cs typeface="Arial Unicode MS" panose="020B0604020202020204" pitchFamily="34" charset="-122"/>
              </a:rPr>
              <a:t>完全泊出逻辑策略说明</a:t>
            </a:r>
            <a:endParaRPr lang="zh-CN" altLang="en-US" sz="2400" b="1" dirty="0">
              <a:solidFill>
                <a:srgbClr val="7F7F7F"/>
              </a:solidFill>
              <a:latin typeface="+mn-ea"/>
              <a:ea typeface="+mn-ea"/>
              <a:cs typeface="Arial Unicode MS" panose="020B0604020202020204" pitchFamily="34" charset="-122"/>
            </a:endParaRPr>
          </a:p>
        </p:txBody>
      </p:sp>
      <p:sp>
        <p:nvSpPr>
          <p:cNvPr id="13" name="TextBox 12"/>
          <p:cNvSpPr txBox="1"/>
          <p:nvPr/>
        </p:nvSpPr>
        <p:spPr>
          <a:xfrm>
            <a:off x="8618220" y="5345966"/>
            <a:ext cx="454732" cy="338554"/>
          </a:xfrm>
          <a:prstGeom prst="rect">
            <a:avLst/>
          </a:prstGeom>
          <a:solidFill>
            <a:schemeClr val="bg1"/>
          </a:solidFill>
          <a:ln>
            <a:solidFill>
              <a:schemeClr val="bg1"/>
            </a:solidFill>
          </a:ln>
        </p:spPr>
        <p:txBody>
          <a:bodyPr wrap="square" rtlCol="0">
            <a:spAutoFit/>
          </a:bodyPr>
          <a:lstStyle/>
          <a:p>
            <a:r>
              <a:rPr lang="en-US" altLang="zh-CN" sz="1600" dirty="0" smtClean="0">
                <a:latin typeface="+mn-ea"/>
                <a:ea typeface="+mn-ea"/>
              </a:rPr>
              <a:t>  </a:t>
            </a:r>
            <a:endParaRPr lang="zh-CN" altLang="en-US" sz="1600" dirty="0">
              <a:latin typeface="+mn-ea"/>
              <a:ea typeface="+mn-ea"/>
            </a:endParaRPr>
          </a:p>
        </p:txBody>
      </p:sp>
      <p:sp>
        <p:nvSpPr>
          <p:cNvPr id="5"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灯片编号占位符 2"/>
          <p:cNvSpPr txBox="1">
            <a:spLocks/>
          </p:cNvSpPr>
          <p:nvPr/>
        </p:nvSpPr>
        <p:spPr>
          <a:xfrm>
            <a:off x="5584611" y="6849318"/>
            <a:ext cx="1021191" cy="224284"/>
          </a:xfrm>
          <a:prstGeom prst="rect">
            <a:avLst/>
          </a:prstGeom>
        </p:spPr>
        <p:txBody>
          <a:bodyPr/>
          <a:lstStyle>
            <a:defPPr>
              <a:defRPr lang="zh-CN"/>
            </a:defPPr>
            <a:lvl1pPr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1pPr>
            <a:lvl2pPr marL="455930" indent="-444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2pPr>
            <a:lvl3pPr marL="913130" indent="-92075"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3pPr>
            <a:lvl4pPr marL="1370330" indent="-13843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4pPr>
            <a:lvl5pPr marL="1825625" indent="-1841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9pPr>
          </a:lstStyle>
          <a:p>
            <a:pPr>
              <a:defRPr/>
            </a:pPr>
            <a:fld id="{0D91A68C-EF75-448C-824C-11AEAA06B251}" type="slidenum">
              <a:rPr lang="en-GB" smtClean="0">
                <a:solidFill>
                  <a:prstClr val="black">
                    <a:tint val="75000"/>
                  </a:prstClr>
                </a:solidFill>
              </a:rPr>
              <a:pPr>
                <a:defRPr/>
              </a:pPr>
              <a:t>11</a:t>
            </a:fld>
            <a:endParaRPr lang="en-GB">
              <a:solidFill>
                <a:prstClr val="black">
                  <a:tint val="75000"/>
                </a:prstClr>
              </a:solidFill>
            </a:endParaRPr>
          </a:p>
        </p:txBody>
      </p:sp>
      <p:sp>
        <p:nvSpPr>
          <p:cNvPr id="8" name="页脚占位符 3"/>
          <p:cNvSpPr txBox="1">
            <a:spLocks/>
          </p:cNvSpPr>
          <p:nvPr/>
        </p:nvSpPr>
        <p:spPr>
          <a:xfrm>
            <a:off x="6928015" y="6848955"/>
            <a:ext cx="5242516" cy="224284"/>
          </a:xfrm>
          <a:prstGeom prst="rect">
            <a:avLst/>
          </a:prstGeom>
        </p:spPr>
        <p:txBody>
          <a:bodyPr/>
          <a:lstStyle>
            <a:defPPr>
              <a:defRPr lang="zh-CN"/>
            </a:defPPr>
            <a:lvl1pPr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1pPr>
            <a:lvl2pPr marL="455930" indent="-444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2pPr>
            <a:lvl3pPr marL="913130" indent="-92075"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3pPr>
            <a:lvl4pPr marL="1370330" indent="-13843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4pPr>
            <a:lvl5pPr marL="1825625" indent="-1841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9pPr>
          </a:lstStyle>
          <a:p>
            <a:pPr>
              <a:defRPr/>
            </a:pPr>
            <a:r>
              <a:rPr lang="en-US" altLang="zh-TW" smtClean="0">
                <a:solidFill>
                  <a:prstClr val="black">
                    <a:tint val="75000"/>
                  </a:prstClr>
                </a:solidFill>
              </a:rPr>
              <a:t>© 2024 TTE GROUP ALL RIGHT RESERVED | DO NOT FORWARD WITHOUT PERMISSION</a:t>
            </a:r>
            <a:endParaRPr lang="zh-TW" altLang="en-US" dirty="0">
              <a:solidFill>
                <a:prstClr val="black">
                  <a:tint val="75000"/>
                </a:prstClr>
              </a:solidFill>
            </a:endParaRPr>
          </a:p>
        </p:txBody>
      </p:sp>
      <p:sp>
        <p:nvSpPr>
          <p:cNvPr id="9" name="TextBox 20"/>
          <p:cNvSpPr txBox="1"/>
          <p:nvPr/>
        </p:nvSpPr>
        <p:spPr>
          <a:xfrm>
            <a:off x="0" y="815513"/>
            <a:ext cx="8393635" cy="415498"/>
          </a:xfrm>
          <a:prstGeom prst="rect">
            <a:avLst/>
          </a:prstGeom>
          <a:noFill/>
        </p:spPr>
        <p:txBody>
          <a:bodyPr wrap="square" rtlCol="0">
            <a:spAutoFit/>
          </a:bodyPr>
          <a:lstStyle/>
          <a:p>
            <a:pPr marL="742950" lvl="2" indent="-285750">
              <a:lnSpc>
                <a:spcPct val="150000"/>
              </a:lnSpc>
              <a:buFont typeface="Wingdings" panose="05000000000000000000" pitchFamily="2" charset="2"/>
              <a:buChar char="p"/>
            </a:pPr>
            <a:r>
              <a:rPr lang="zh-CN" altLang="en-US" sz="1600" dirty="0" smtClean="0">
                <a:latin typeface="+mn-ea"/>
              </a:rPr>
              <a:t>构建电子围栏边界</a:t>
            </a:r>
            <a:endParaRPr lang="en-US" altLang="zh-CN" sz="1600" dirty="0" smtClean="0">
              <a:latin typeface="+mn-ea"/>
            </a:endParaRPr>
          </a:p>
        </p:txBody>
      </p:sp>
      <p:sp>
        <p:nvSpPr>
          <p:cNvPr id="699" name="文本框 13"/>
          <p:cNvSpPr txBox="1"/>
          <p:nvPr/>
        </p:nvSpPr>
        <p:spPr>
          <a:xfrm>
            <a:off x="0" y="1347307"/>
            <a:ext cx="5624670" cy="3139321"/>
          </a:xfrm>
          <a:prstGeom prst="rect">
            <a:avLst/>
          </a:prstGeom>
          <a:noFill/>
        </p:spPr>
        <p:txBody>
          <a:bodyPr wrap="square" rtlCol="0">
            <a:spAutoFit/>
          </a:bodyPr>
          <a:lstStyle>
            <a:defPPr>
              <a:defRPr lang="zh-TW"/>
            </a:defPPr>
            <a:lvl3pPr marL="457200" lvl="2" indent="0">
              <a:lnSpc>
                <a:spcPct val="150000"/>
              </a:lnSpc>
              <a:defRPr sz="1800">
                <a:latin typeface="+mn-ea"/>
              </a:defRPr>
            </a:lvl3pPr>
          </a:lstStyle>
          <a:p>
            <a:pPr marL="742950" lvl="2" indent="-285750">
              <a:buFont typeface="Wingdings" panose="05000000000000000000" pitchFamily="2" charset="2"/>
              <a:buChar char="Ø"/>
            </a:pPr>
            <a:r>
              <a:rPr lang="en-US" altLang="zh-CN" sz="1100" dirty="0" smtClean="0">
                <a:latin typeface="+mn-lt"/>
              </a:rPr>
              <a:t>1.</a:t>
            </a:r>
            <a:r>
              <a:rPr lang="zh-CN" altLang="en-US" sz="1100" dirty="0" smtClean="0">
                <a:latin typeface="+mn-lt"/>
              </a:rPr>
              <a:t>确定了有效车位框后，开始构建电子围栏边界。（以垂直车头右泊出为例）</a:t>
            </a:r>
            <a:endParaRPr lang="en-US" altLang="zh-CN" sz="1100" dirty="0" smtClean="0">
              <a:latin typeface="+mn-lt"/>
            </a:endParaRPr>
          </a:p>
          <a:p>
            <a:pPr lvl="2"/>
            <a:r>
              <a:rPr lang="en-US" altLang="zh-CN" sz="1100" dirty="0">
                <a:latin typeface="+mn-lt"/>
              </a:rPr>
              <a:t> </a:t>
            </a:r>
            <a:r>
              <a:rPr lang="en-US" altLang="zh-CN" sz="1100" dirty="0" smtClean="0">
                <a:latin typeface="+mn-lt"/>
              </a:rPr>
              <a:t>   </a:t>
            </a:r>
            <a:r>
              <a:rPr lang="zh-CN" altLang="en-US" sz="1100" dirty="0" smtClean="0">
                <a:latin typeface="+mn-lt"/>
              </a:rPr>
              <a:t>电子围栏模块主要根据泊出类型定义以下</a:t>
            </a:r>
            <a:r>
              <a:rPr lang="en-US" altLang="zh-CN" sz="1100" dirty="0" smtClean="0">
                <a:latin typeface="+mn-lt"/>
              </a:rPr>
              <a:t>5</a:t>
            </a:r>
            <a:r>
              <a:rPr lang="zh-CN" altLang="en-US" sz="1100" dirty="0" smtClean="0">
                <a:latin typeface="+mn-lt"/>
              </a:rPr>
              <a:t>个</a:t>
            </a:r>
            <a:r>
              <a:rPr lang="en-US" altLang="zh-CN" sz="1100" dirty="0" smtClean="0">
                <a:latin typeface="+mn-lt"/>
              </a:rPr>
              <a:t>Cal</a:t>
            </a:r>
            <a:r>
              <a:rPr lang="zh-CN" altLang="en-US" sz="1100" dirty="0" smtClean="0">
                <a:latin typeface="+mn-lt"/>
              </a:rPr>
              <a:t>的参数，来确定安全围栏。</a:t>
            </a:r>
            <a:endParaRPr lang="en-US" altLang="zh-CN" sz="1100" dirty="0">
              <a:latin typeface="+mn-lt"/>
            </a:endParaRPr>
          </a:p>
          <a:p>
            <a:pPr marL="1598930" lvl="3" indent="-228600">
              <a:lnSpc>
                <a:spcPct val="150000"/>
              </a:lnSpc>
              <a:buFont typeface="+mj-ea"/>
              <a:buAutoNum type="circleNumDbPlain"/>
            </a:pPr>
            <a:r>
              <a:rPr lang="en-US" altLang="zh-CN" sz="1100" dirty="0" smtClean="0">
                <a:latin typeface="+mn-lt"/>
                <a:sym typeface="Wingdings" panose="05000000000000000000" pitchFamily="2" charset="2"/>
              </a:rPr>
              <a:t>Obj1</a:t>
            </a:r>
            <a:r>
              <a:rPr lang="zh-CN" altLang="en-US" sz="1100" dirty="0" smtClean="0">
                <a:latin typeface="+mn-lt"/>
                <a:sym typeface="Wingdings" panose="05000000000000000000" pitchFamily="2" charset="2"/>
              </a:rPr>
              <a:t>一侧的车位框线到车辆的距离</a:t>
            </a:r>
            <a:endParaRPr lang="en-US" altLang="zh-CN" sz="1100" dirty="0" smtClean="0">
              <a:latin typeface="+mn-lt"/>
              <a:sym typeface="Wingdings" panose="05000000000000000000" pitchFamily="2" charset="2"/>
            </a:endParaRPr>
          </a:p>
          <a:p>
            <a:pPr marL="1598930" lvl="3" indent="-228600">
              <a:lnSpc>
                <a:spcPct val="150000"/>
              </a:lnSpc>
              <a:buFont typeface="+mj-ea"/>
              <a:buAutoNum type="circleNumDbPlain"/>
            </a:pPr>
            <a:r>
              <a:rPr lang="en-US" altLang="zh-CN" sz="1100" dirty="0" smtClean="0">
                <a:latin typeface="+mn-lt"/>
                <a:sym typeface="Wingdings" panose="05000000000000000000" pitchFamily="2" charset="2"/>
              </a:rPr>
              <a:t>Obj2</a:t>
            </a:r>
            <a:r>
              <a:rPr lang="zh-CN" altLang="en-US" sz="1100" dirty="0" smtClean="0">
                <a:latin typeface="+mn-lt"/>
                <a:sym typeface="Wingdings" panose="05000000000000000000" pitchFamily="2" charset="2"/>
              </a:rPr>
              <a:t>一侧的车位框线到车辆的距离</a:t>
            </a:r>
            <a:endParaRPr lang="en-US" altLang="zh-CN" sz="1100" dirty="0" smtClean="0">
              <a:latin typeface="+mn-lt"/>
              <a:sym typeface="Wingdings" panose="05000000000000000000" pitchFamily="2" charset="2"/>
            </a:endParaRPr>
          </a:p>
          <a:p>
            <a:pPr marL="1598930" lvl="3" indent="-228600">
              <a:lnSpc>
                <a:spcPct val="150000"/>
              </a:lnSpc>
              <a:buFont typeface="+mj-ea"/>
              <a:buAutoNum type="circleNumDbPlain"/>
            </a:pPr>
            <a:r>
              <a:rPr lang="en-US" altLang="zh-CN" sz="1100" dirty="0" err="1" smtClean="0">
                <a:latin typeface="+mn-lt"/>
                <a:sym typeface="Wingdings" panose="05000000000000000000" pitchFamily="2" charset="2"/>
              </a:rPr>
              <a:t>Closeline</a:t>
            </a:r>
            <a:r>
              <a:rPr lang="zh-CN" altLang="en-US" sz="1100" dirty="0" smtClean="0">
                <a:latin typeface="+mn-lt"/>
                <a:sym typeface="Wingdings" panose="05000000000000000000" pitchFamily="2" charset="2"/>
              </a:rPr>
              <a:t>一侧的</a:t>
            </a:r>
            <a:r>
              <a:rPr lang="zh-CN" altLang="en-US" sz="1100" dirty="0">
                <a:latin typeface="+mn-lt"/>
                <a:sym typeface="Wingdings" panose="05000000000000000000" pitchFamily="2" charset="2"/>
              </a:rPr>
              <a:t>车位</a:t>
            </a:r>
            <a:r>
              <a:rPr lang="zh-CN" altLang="en-US" sz="1100" dirty="0" smtClean="0">
                <a:latin typeface="+mn-lt"/>
                <a:sym typeface="Wingdings" panose="05000000000000000000" pitchFamily="2" charset="2"/>
              </a:rPr>
              <a:t>框线到车辆的距离</a:t>
            </a:r>
            <a:endParaRPr lang="en-US" altLang="zh-CN" sz="1100" dirty="0" smtClean="0">
              <a:latin typeface="+mn-lt"/>
              <a:sym typeface="Wingdings" panose="05000000000000000000" pitchFamily="2" charset="2"/>
            </a:endParaRPr>
          </a:p>
          <a:p>
            <a:pPr marL="1598930" lvl="3" indent="-228600">
              <a:lnSpc>
                <a:spcPct val="150000"/>
              </a:lnSpc>
              <a:buFont typeface="+mj-ea"/>
              <a:buAutoNum type="circleNumDbPlain"/>
            </a:pPr>
            <a:r>
              <a:rPr lang="en-US" altLang="zh-CN" sz="1100" dirty="0" err="1" smtClean="0">
                <a:latin typeface="+mn-lt"/>
                <a:sym typeface="Wingdings" panose="05000000000000000000" pitchFamily="2" charset="2"/>
              </a:rPr>
              <a:t>Closeline</a:t>
            </a:r>
            <a:r>
              <a:rPr lang="zh-CN" altLang="en-US" sz="1100" dirty="0">
                <a:latin typeface="+mn-lt"/>
                <a:sym typeface="Wingdings" panose="05000000000000000000" pitchFamily="2" charset="2"/>
              </a:rPr>
              <a:t>一侧的车位框线</a:t>
            </a:r>
            <a:r>
              <a:rPr lang="zh-CN" altLang="en-US" sz="1100" dirty="0" smtClean="0">
                <a:latin typeface="+mn-lt"/>
                <a:sym typeface="Wingdings" panose="05000000000000000000" pitchFamily="2" charset="2"/>
              </a:rPr>
              <a:t>到底部车位框线的距离</a:t>
            </a:r>
            <a:endParaRPr lang="en-US" altLang="zh-CN" sz="1100" dirty="0" smtClean="0">
              <a:latin typeface="+mn-lt"/>
              <a:sym typeface="Wingdings" panose="05000000000000000000" pitchFamily="2" charset="2"/>
            </a:endParaRPr>
          </a:p>
          <a:p>
            <a:pPr marL="1598930" lvl="3" indent="-228600">
              <a:lnSpc>
                <a:spcPct val="150000"/>
              </a:lnSpc>
              <a:buFont typeface="+mj-ea"/>
              <a:buAutoNum type="circleNumDbPlain"/>
            </a:pPr>
            <a:r>
              <a:rPr lang="en-US" altLang="zh-CN" sz="1100" dirty="0" err="1" smtClean="0">
                <a:latin typeface="+mn-lt"/>
                <a:sym typeface="Wingdings" panose="05000000000000000000" pitchFamily="2" charset="2"/>
              </a:rPr>
              <a:t>Closeline</a:t>
            </a:r>
            <a:r>
              <a:rPr lang="zh-CN" altLang="en-US" sz="1100" dirty="0">
                <a:latin typeface="+mn-lt"/>
                <a:sym typeface="Wingdings" panose="05000000000000000000" pitchFamily="2" charset="2"/>
              </a:rPr>
              <a:t>一侧的车位框线</a:t>
            </a:r>
            <a:r>
              <a:rPr lang="zh-CN" altLang="en-US" sz="1100" dirty="0" smtClean="0">
                <a:latin typeface="+mn-lt"/>
                <a:sym typeface="Wingdings" panose="05000000000000000000" pitchFamily="2" charset="2"/>
              </a:rPr>
              <a:t>到对向边界的距离</a:t>
            </a:r>
            <a:endParaRPr lang="en-US" altLang="zh-CN" sz="1100" dirty="0">
              <a:latin typeface="+mn-lt"/>
              <a:sym typeface="Wingdings" panose="05000000000000000000" pitchFamily="2" charset="2"/>
            </a:endParaRPr>
          </a:p>
          <a:p>
            <a:pPr marL="742950" lvl="2" indent="-285750">
              <a:buFont typeface="Wingdings" panose="05000000000000000000" pitchFamily="2" charset="2"/>
              <a:buChar char="Ø"/>
            </a:pPr>
            <a:r>
              <a:rPr lang="en-US" altLang="zh-CN" sz="1100" dirty="0" smtClean="0">
                <a:latin typeface="+mn-lt"/>
              </a:rPr>
              <a:t>2.</a:t>
            </a:r>
            <a:r>
              <a:rPr lang="zh-CN" altLang="en-US" sz="1100" dirty="0" smtClean="0">
                <a:latin typeface="+mn-lt"/>
              </a:rPr>
              <a:t>根据车位框的</a:t>
            </a:r>
            <a:r>
              <a:rPr lang="en-US" altLang="zh-CN" sz="1100" dirty="0" smtClean="0">
                <a:latin typeface="+mn-lt"/>
              </a:rPr>
              <a:t>CD</a:t>
            </a:r>
            <a:r>
              <a:rPr lang="zh-CN" altLang="en-US" sz="1100" dirty="0" smtClean="0">
                <a:latin typeface="+mn-lt"/>
              </a:rPr>
              <a:t>区域和</a:t>
            </a:r>
            <a:r>
              <a:rPr lang="en-US" altLang="zh-CN" sz="1100" dirty="0" smtClean="0">
                <a:latin typeface="+mn-lt"/>
              </a:rPr>
              <a:t>FG</a:t>
            </a:r>
            <a:r>
              <a:rPr lang="zh-CN" altLang="en-US" sz="1100" dirty="0" smtClean="0">
                <a:latin typeface="+mn-lt"/>
              </a:rPr>
              <a:t>区域附近是否存在离散</a:t>
            </a:r>
            <a:r>
              <a:rPr lang="en-US" altLang="zh-CN" sz="1100" dirty="0" smtClean="0">
                <a:latin typeface="+mn-lt"/>
              </a:rPr>
              <a:t>OD</a:t>
            </a:r>
            <a:r>
              <a:rPr lang="zh-CN" altLang="en-US" sz="1100" dirty="0" smtClean="0">
                <a:latin typeface="+mn-lt"/>
              </a:rPr>
              <a:t>障碍物、方柱，来调整参数</a:t>
            </a:r>
            <a:r>
              <a:rPr lang="en-US" altLang="zh-CN" sz="1100" dirty="0" smtClean="0">
                <a:latin typeface="+mn-lt"/>
              </a:rPr>
              <a:t>Cal</a:t>
            </a:r>
            <a:r>
              <a:rPr lang="zh-CN" altLang="en-US" sz="1100" dirty="0" smtClean="0">
                <a:latin typeface="+mn-lt"/>
              </a:rPr>
              <a:t>值。</a:t>
            </a:r>
            <a:endParaRPr lang="en-US" altLang="zh-CN" sz="1100" dirty="0" smtClean="0">
              <a:latin typeface="+mn-lt"/>
            </a:endParaRPr>
          </a:p>
          <a:p>
            <a:pPr marL="742950" lvl="2" indent="-285750">
              <a:buFont typeface="Wingdings" panose="05000000000000000000" pitchFamily="2" charset="2"/>
              <a:buChar char="Ø"/>
            </a:pPr>
            <a:r>
              <a:rPr lang="en-US" altLang="zh-CN" sz="1100" dirty="0" smtClean="0">
                <a:latin typeface="+mn-lt"/>
              </a:rPr>
              <a:t>3.</a:t>
            </a:r>
            <a:r>
              <a:rPr lang="zh-CN" altLang="en-US" sz="1100" dirty="0" smtClean="0">
                <a:latin typeface="+mn-lt"/>
              </a:rPr>
              <a:t>确定电子围栏后，以电子围栏作为默认边界，后续更新边界不会超出电子围栏。</a:t>
            </a:r>
            <a:endParaRPr lang="en-US" altLang="zh-CN" sz="1100" dirty="0" smtClean="0">
              <a:latin typeface="+mn-lt"/>
            </a:endParaRPr>
          </a:p>
          <a:p>
            <a:pPr marL="742950" lvl="2" indent="-285750">
              <a:buFont typeface="Wingdings" panose="05000000000000000000" pitchFamily="2" charset="2"/>
              <a:buChar char="Ø"/>
            </a:pPr>
            <a:endParaRPr lang="en-US" altLang="zh-CN" sz="1100" dirty="0" smtClean="0">
              <a:latin typeface="+mn-lt"/>
            </a:endParaRPr>
          </a:p>
        </p:txBody>
      </p:sp>
      <p:grpSp>
        <p:nvGrpSpPr>
          <p:cNvPr id="2" name="组合 1"/>
          <p:cNvGrpSpPr/>
          <p:nvPr/>
        </p:nvGrpSpPr>
        <p:grpSpPr>
          <a:xfrm>
            <a:off x="5665314" y="1562479"/>
            <a:ext cx="3006276" cy="3255854"/>
            <a:chOff x="5665314" y="1562479"/>
            <a:chExt cx="3006276" cy="3255854"/>
          </a:xfrm>
        </p:grpSpPr>
        <p:grpSp>
          <p:nvGrpSpPr>
            <p:cNvPr id="10" name="组合 9"/>
            <p:cNvGrpSpPr>
              <a:grpSpLocks noChangeAspect="1"/>
            </p:cNvGrpSpPr>
            <p:nvPr/>
          </p:nvGrpSpPr>
          <p:grpSpPr>
            <a:xfrm rot="10800000">
              <a:off x="5665314" y="3050416"/>
              <a:ext cx="3006276" cy="1767917"/>
              <a:chOff x="0" y="0"/>
              <a:chExt cx="3802" cy="2408"/>
            </a:xfrm>
          </p:grpSpPr>
          <p:sp>
            <p:nvSpPr>
              <p:cNvPr id="11" name="矩形 10"/>
              <p:cNvSpPr/>
              <p:nvPr/>
            </p:nvSpPr>
            <p:spPr>
              <a:xfrm>
                <a:off x="1276" y="426"/>
                <a:ext cx="1255" cy="1982"/>
              </a:xfrm>
              <a:prstGeom prst="rect">
                <a:avLst/>
              </a:prstGeom>
              <a:noFill/>
              <a:ln w="38100"/>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zh-CN" altLang="en-US">
                  <a:latin typeface="+mj-ea"/>
                  <a:ea typeface="+mj-ea"/>
                </a:endParaRPr>
              </a:p>
            </p:txBody>
          </p:sp>
          <p:sp>
            <p:nvSpPr>
              <p:cNvPr id="14" name="矩形 13"/>
              <p:cNvSpPr/>
              <p:nvPr/>
            </p:nvSpPr>
            <p:spPr>
              <a:xfrm>
                <a:off x="2531" y="426"/>
                <a:ext cx="1255" cy="1982"/>
              </a:xfrm>
              <a:prstGeom prst="rect">
                <a:avLst/>
              </a:prstGeom>
              <a:noFill/>
              <a:ln w="38100"/>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zh-CN" altLang="en-US">
                  <a:latin typeface="+mj-ea"/>
                  <a:ea typeface="+mj-ea"/>
                </a:endParaRPr>
              </a:p>
            </p:txBody>
          </p:sp>
          <p:sp>
            <p:nvSpPr>
              <p:cNvPr id="15" name="矩形 14"/>
              <p:cNvSpPr/>
              <p:nvPr/>
            </p:nvSpPr>
            <p:spPr>
              <a:xfrm>
                <a:off x="21" y="426"/>
                <a:ext cx="1255" cy="1982"/>
              </a:xfrm>
              <a:prstGeom prst="rect">
                <a:avLst/>
              </a:prstGeom>
              <a:noFill/>
              <a:ln w="38100"/>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zh-CN" altLang="en-US">
                  <a:latin typeface="+mj-ea"/>
                  <a:ea typeface="+mj-ea"/>
                </a:endParaRPr>
              </a:p>
            </p:txBody>
          </p:sp>
          <p:cxnSp>
            <p:nvCxnSpPr>
              <p:cNvPr id="16" name="直接连接符 15"/>
              <p:cNvCxnSpPr/>
              <p:nvPr/>
            </p:nvCxnSpPr>
            <p:spPr>
              <a:xfrm rot="10800000" flipH="1">
                <a:off x="0" y="275"/>
                <a:ext cx="3802" cy="0"/>
              </a:xfrm>
              <a:prstGeom prst="line">
                <a:avLst/>
              </a:prstGeom>
              <a:ln w="38100">
                <a:solidFill>
                  <a:srgbClr val="41719C"/>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rot="10800000" flipH="1">
                <a:off x="113" y="0"/>
                <a:ext cx="306" cy="275"/>
              </a:xfrm>
              <a:prstGeom prst="line">
                <a:avLst/>
              </a:prstGeom>
              <a:ln w="38100">
                <a:solidFill>
                  <a:srgbClr val="41719C"/>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rot="10800000" flipH="1">
                <a:off x="646" y="0"/>
                <a:ext cx="306" cy="275"/>
              </a:xfrm>
              <a:prstGeom prst="line">
                <a:avLst/>
              </a:prstGeom>
              <a:ln w="38100">
                <a:solidFill>
                  <a:srgbClr val="41719C"/>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rot="10800000" flipH="1">
                <a:off x="1179" y="0"/>
                <a:ext cx="306" cy="275"/>
              </a:xfrm>
              <a:prstGeom prst="line">
                <a:avLst/>
              </a:prstGeom>
              <a:ln w="38100">
                <a:solidFill>
                  <a:srgbClr val="41719C"/>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rot="10800000" flipH="1">
                <a:off x="1712" y="0"/>
                <a:ext cx="306" cy="275"/>
              </a:xfrm>
              <a:prstGeom prst="line">
                <a:avLst/>
              </a:prstGeom>
              <a:ln w="38100">
                <a:solidFill>
                  <a:srgbClr val="41719C"/>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rot="10800000" flipH="1">
                <a:off x="2245" y="0"/>
                <a:ext cx="306" cy="275"/>
              </a:xfrm>
              <a:prstGeom prst="line">
                <a:avLst/>
              </a:prstGeom>
              <a:ln w="38100">
                <a:solidFill>
                  <a:srgbClr val="41719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rot="10800000" flipH="1">
                <a:off x="2778" y="0"/>
                <a:ext cx="306" cy="275"/>
              </a:xfrm>
              <a:prstGeom prst="line">
                <a:avLst/>
              </a:prstGeom>
              <a:ln w="38100">
                <a:solidFill>
                  <a:srgbClr val="41719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rot="10800000" flipH="1">
                <a:off x="3311" y="0"/>
                <a:ext cx="306" cy="275"/>
              </a:xfrm>
              <a:prstGeom prst="line">
                <a:avLst/>
              </a:prstGeom>
              <a:ln w="38100">
                <a:solidFill>
                  <a:srgbClr val="41719C"/>
                </a:solidFill>
              </a:ln>
            </p:spPr>
            <p:style>
              <a:lnRef idx="1">
                <a:schemeClr val="accent1"/>
              </a:lnRef>
              <a:fillRef idx="0">
                <a:schemeClr val="accent1"/>
              </a:fillRef>
              <a:effectRef idx="0">
                <a:schemeClr val="accent1"/>
              </a:effectRef>
              <a:fontRef idx="minor">
                <a:schemeClr val="tx1"/>
              </a:fontRef>
            </p:style>
          </p:cxnSp>
          <p:pic>
            <p:nvPicPr>
              <p:cNvPr id="24" name="图片 23"/>
              <p:cNvPicPr>
                <a:picLocks noChangeAspect="1"/>
              </p:cNvPicPr>
              <p:nvPr/>
            </p:nvPicPr>
            <p:blipFill>
              <a:blip r:embed="rId4"/>
              <a:srcRect l="8936" t="15826" r="65159" b="27365"/>
              <a:stretch>
                <a:fillRect/>
              </a:stretch>
            </p:blipFill>
            <p:spPr>
              <a:xfrm>
                <a:off x="1482" y="468"/>
                <a:ext cx="844" cy="1778"/>
              </a:xfrm>
              <a:prstGeom prst="rect">
                <a:avLst/>
              </a:prstGeom>
              <a:effectLst>
                <a:softEdge rad="31750"/>
              </a:effectLst>
            </p:spPr>
          </p:pic>
        </p:grpSp>
        <p:sp>
          <p:nvSpPr>
            <p:cNvPr id="25" name="矩形 24"/>
            <p:cNvSpPr/>
            <p:nvPr/>
          </p:nvSpPr>
          <p:spPr>
            <a:xfrm rot="5400000">
              <a:off x="5850562" y="3685243"/>
              <a:ext cx="1478280" cy="1623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zh-CN" sz="800" dirty="0"/>
                <a:t>D</a:t>
              </a:r>
              <a:endParaRPr lang="zh-CN" altLang="en-US" sz="1100" dirty="0"/>
            </a:p>
          </p:txBody>
        </p:sp>
        <p:sp>
          <p:nvSpPr>
            <p:cNvPr id="26" name="矩形 25"/>
            <p:cNvSpPr/>
            <p:nvPr/>
          </p:nvSpPr>
          <p:spPr>
            <a:xfrm>
              <a:off x="6628869" y="4381745"/>
              <a:ext cx="1074420" cy="159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zh-CN" sz="800" dirty="0"/>
                <a:t>E</a:t>
              </a:r>
              <a:endParaRPr lang="zh-CN" altLang="en-US" sz="1100" dirty="0"/>
            </a:p>
          </p:txBody>
        </p:sp>
        <p:sp>
          <p:nvSpPr>
            <p:cNvPr id="27" name="矩形 26"/>
            <p:cNvSpPr/>
            <p:nvPr/>
          </p:nvSpPr>
          <p:spPr>
            <a:xfrm>
              <a:off x="5677964" y="2974491"/>
              <a:ext cx="968780" cy="1508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zh-CN" sz="800" dirty="0"/>
                <a:t>C</a:t>
              </a:r>
              <a:endParaRPr lang="zh-CN" altLang="en-US" sz="1100" dirty="0"/>
            </a:p>
          </p:txBody>
        </p:sp>
        <p:sp>
          <p:nvSpPr>
            <p:cNvPr id="28" name="矩形 27"/>
            <p:cNvSpPr/>
            <p:nvPr/>
          </p:nvSpPr>
          <p:spPr>
            <a:xfrm rot="5400000">
              <a:off x="5001020" y="2228279"/>
              <a:ext cx="1476375" cy="1447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zh-CN" sz="800" dirty="0"/>
                <a:t>B</a:t>
              </a:r>
              <a:endParaRPr lang="zh-CN" altLang="en-US" sz="1100" dirty="0"/>
            </a:p>
          </p:txBody>
        </p:sp>
        <p:sp>
          <p:nvSpPr>
            <p:cNvPr id="29" name="矩形 28"/>
            <p:cNvSpPr/>
            <p:nvPr/>
          </p:nvSpPr>
          <p:spPr>
            <a:xfrm>
              <a:off x="5665314" y="1563234"/>
              <a:ext cx="2989671" cy="1623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zh-CN" sz="800" dirty="0"/>
                <a:t>A</a:t>
              </a:r>
              <a:endParaRPr lang="zh-CN" altLang="en-US" sz="800" dirty="0"/>
            </a:p>
          </p:txBody>
        </p:sp>
        <p:sp>
          <p:nvSpPr>
            <p:cNvPr id="30" name="矩形 29"/>
            <p:cNvSpPr/>
            <p:nvPr/>
          </p:nvSpPr>
          <p:spPr>
            <a:xfrm rot="5400000">
              <a:off x="7846908" y="2224371"/>
              <a:ext cx="1470660" cy="1609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zh-CN" sz="800" dirty="0"/>
                <a:t>H</a:t>
              </a:r>
              <a:endParaRPr lang="zh-CN" altLang="en-US" sz="1100" dirty="0"/>
            </a:p>
          </p:txBody>
        </p:sp>
        <p:sp>
          <p:nvSpPr>
            <p:cNvPr id="32" name="矩形 31"/>
            <p:cNvSpPr/>
            <p:nvPr/>
          </p:nvSpPr>
          <p:spPr>
            <a:xfrm>
              <a:off x="7739343" y="2969811"/>
              <a:ext cx="892081" cy="1593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zh-CN" sz="800" dirty="0"/>
                <a:t>G</a:t>
              </a:r>
              <a:endParaRPr lang="zh-CN" altLang="en-US" sz="800" dirty="0"/>
            </a:p>
          </p:txBody>
        </p:sp>
        <p:sp>
          <p:nvSpPr>
            <p:cNvPr id="33" name="矩形 32"/>
            <p:cNvSpPr/>
            <p:nvPr/>
          </p:nvSpPr>
          <p:spPr>
            <a:xfrm rot="5400000">
              <a:off x="7005342" y="3688404"/>
              <a:ext cx="1470660" cy="1560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zh-CN" sz="800" dirty="0"/>
                <a:t>F</a:t>
              </a:r>
              <a:endParaRPr lang="zh-CN" altLang="en-US" sz="800" dirty="0"/>
            </a:p>
          </p:txBody>
        </p:sp>
        <p:cxnSp>
          <p:nvCxnSpPr>
            <p:cNvPr id="4" name="直接箭头连接符 3"/>
            <p:cNvCxnSpPr/>
            <p:nvPr/>
          </p:nvCxnSpPr>
          <p:spPr>
            <a:xfrm>
              <a:off x="7918835" y="1725631"/>
              <a:ext cx="0" cy="1237503"/>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674" name="直接箭头连接符 673"/>
            <p:cNvCxnSpPr/>
            <p:nvPr/>
          </p:nvCxnSpPr>
          <p:spPr>
            <a:xfrm>
              <a:off x="6669514" y="3381375"/>
              <a:ext cx="258501" cy="0"/>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0" name="直接箭头连接符 39"/>
            <p:cNvCxnSpPr/>
            <p:nvPr/>
          </p:nvCxnSpPr>
          <p:spPr>
            <a:xfrm>
              <a:off x="7404144" y="3381375"/>
              <a:ext cx="258501" cy="0"/>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1" name="直接箭头连接符 40"/>
            <p:cNvCxnSpPr/>
            <p:nvPr/>
          </p:nvCxnSpPr>
          <p:spPr>
            <a:xfrm flipH="1" flipV="1">
              <a:off x="7162385" y="3013599"/>
              <a:ext cx="372" cy="192572"/>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3" name="直接箭头连接符 42"/>
            <p:cNvCxnSpPr/>
            <p:nvPr/>
          </p:nvCxnSpPr>
          <p:spPr>
            <a:xfrm flipH="1" flipV="1">
              <a:off x="7314370" y="3049483"/>
              <a:ext cx="29292" cy="1460751"/>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45" name="文本框 13"/>
            <p:cNvSpPr txBox="1"/>
            <p:nvPr/>
          </p:nvSpPr>
          <p:spPr>
            <a:xfrm>
              <a:off x="6616972" y="3348001"/>
              <a:ext cx="232928" cy="215997"/>
            </a:xfrm>
            <a:prstGeom prst="rect">
              <a:avLst/>
            </a:prstGeom>
            <a:noFill/>
          </p:spPr>
          <p:txBody>
            <a:bodyPr wrap="none" rtlCol="0">
              <a:spAutoFit/>
            </a:bodyPr>
            <a:lstStyle/>
            <a:p>
              <a:pPr>
                <a:lnSpc>
                  <a:spcPts val="2000"/>
                </a:lnSpc>
              </a:pPr>
              <a:r>
                <a:rPr lang="zh-CN" altLang="en-US" sz="1200" dirty="0" smtClean="0"/>
                <a:t>①</a:t>
              </a:r>
              <a:endParaRPr lang="zh-CN" altLang="en-US" sz="1200" dirty="0"/>
            </a:p>
          </p:txBody>
        </p:sp>
        <p:sp>
          <p:nvSpPr>
            <p:cNvPr id="46" name="文本框 13"/>
            <p:cNvSpPr txBox="1"/>
            <p:nvPr/>
          </p:nvSpPr>
          <p:spPr>
            <a:xfrm>
              <a:off x="7392485" y="3369960"/>
              <a:ext cx="232928" cy="215997"/>
            </a:xfrm>
            <a:prstGeom prst="rect">
              <a:avLst/>
            </a:prstGeom>
            <a:noFill/>
          </p:spPr>
          <p:txBody>
            <a:bodyPr wrap="none" rtlCol="0">
              <a:spAutoFit/>
            </a:bodyPr>
            <a:lstStyle/>
            <a:p>
              <a:pPr>
                <a:lnSpc>
                  <a:spcPts val="2000"/>
                </a:lnSpc>
              </a:pPr>
              <a:r>
                <a:rPr lang="zh-CN" altLang="en-US" sz="1200" dirty="0" smtClean="0"/>
                <a:t>②</a:t>
              </a:r>
              <a:endParaRPr lang="zh-CN" altLang="en-US" sz="1200" dirty="0"/>
            </a:p>
          </p:txBody>
        </p:sp>
        <p:pic>
          <p:nvPicPr>
            <p:cNvPr id="47" name="图片 46"/>
            <p:cNvPicPr>
              <a:picLocks noChangeAspect="1"/>
            </p:cNvPicPr>
            <p:nvPr/>
          </p:nvPicPr>
          <p:blipFill>
            <a:blip r:embed="rId5"/>
            <a:stretch>
              <a:fillRect/>
            </a:stretch>
          </p:blipFill>
          <p:spPr>
            <a:xfrm>
              <a:off x="7049640" y="2763928"/>
              <a:ext cx="232877" cy="230638"/>
            </a:xfrm>
            <a:prstGeom prst="rect">
              <a:avLst/>
            </a:prstGeom>
          </p:spPr>
        </p:pic>
        <p:pic>
          <p:nvPicPr>
            <p:cNvPr id="679" name="图片 678"/>
            <p:cNvPicPr>
              <a:picLocks noChangeAspect="1"/>
            </p:cNvPicPr>
            <p:nvPr/>
          </p:nvPicPr>
          <p:blipFill>
            <a:blip r:embed="rId6"/>
            <a:stretch>
              <a:fillRect/>
            </a:stretch>
          </p:blipFill>
          <p:spPr>
            <a:xfrm>
              <a:off x="7948250" y="2303615"/>
              <a:ext cx="206881" cy="159863"/>
            </a:xfrm>
            <a:prstGeom prst="rect">
              <a:avLst/>
            </a:prstGeom>
          </p:spPr>
        </p:pic>
        <p:pic>
          <p:nvPicPr>
            <p:cNvPr id="680" name="图片 679"/>
            <p:cNvPicPr>
              <a:picLocks noChangeAspect="1"/>
            </p:cNvPicPr>
            <p:nvPr/>
          </p:nvPicPr>
          <p:blipFill rotWithShape="1">
            <a:blip r:embed="rId7"/>
            <a:srcRect l="11304" t="8328" r="12318" b="17303"/>
            <a:stretch/>
          </p:blipFill>
          <p:spPr>
            <a:xfrm>
              <a:off x="7477775" y="4148726"/>
              <a:ext cx="147638" cy="147638"/>
            </a:xfrm>
            <a:prstGeom prst="rect">
              <a:avLst/>
            </a:prstGeom>
          </p:spPr>
        </p:pic>
      </p:grpSp>
    </p:spTree>
    <p:custDataLst>
      <p:tags r:id="rId1"/>
    </p:custDataLst>
    <p:extLst>
      <p:ext uri="{BB962C8B-B14F-4D97-AF65-F5344CB8AC3E}">
        <p14:creationId xmlns:p14="http://schemas.microsoft.com/office/powerpoint/2010/main" val="11610857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79202" y="233084"/>
            <a:ext cx="677732" cy="4034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1323" tIns="35662" rIns="71323" bIns="35662" rtlCol="0" anchor="ctr"/>
          <a:lstStyle/>
          <a:p>
            <a:pPr algn="ctr"/>
            <a:r>
              <a:rPr lang="en-US" altLang="zh-CN" sz="2200" b="1" dirty="0" smtClean="0">
                <a:solidFill>
                  <a:schemeClr val="tx1"/>
                </a:solidFill>
                <a:latin typeface="微软雅黑" panose="020B0503020204020204" pitchFamily="34" charset="-122"/>
                <a:ea typeface="微软雅黑" panose="020B0503020204020204" pitchFamily="34" charset="-122"/>
              </a:rPr>
              <a:t>02</a:t>
            </a:r>
            <a:endParaRPr lang="zh-CN" altLang="en-US" sz="2200" b="1" dirty="0">
              <a:solidFill>
                <a:schemeClr val="tx1"/>
              </a:solidFill>
              <a:latin typeface="微软雅黑" panose="020B0503020204020204" pitchFamily="34" charset="-122"/>
              <a:ea typeface="微软雅黑" panose="020B0503020204020204" pitchFamily="34" charset="-122"/>
            </a:endParaRPr>
          </a:p>
        </p:txBody>
      </p:sp>
      <p:sp>
        <p:nvSpPr>
          <p:cNvPr id="31" name="标题 1"/>
          <p:cNvSpPr txBox="1"/>
          <p:nvPr/>
        </p:nvSpPr>
        <p:spPr bwMode="auto">
          <a:xfrm>
            <a:off x="1056937" y="210144"/>
            <a:ext cx="3416007" cy="476250"/>
          </a:xfrm>
          <a:prstGeom prst="rect">
            <a:avLst/>
          </a:prstGeom>
          <a:noFill/>
          <a:ln w="9525">
            <a:noFill/>
            <a:miter lim="800000"/>
          </a:ln>
        </p:spPr>
        <p:txBody>
          <a:bodyPr lIns="91429" tIns="45714" rIns="91429" bIns="45714" anchor="ctr"/>
          <a:lstStyle/>
          <a:p>
            <a:r>
              <a:rPr lang="zh-CN" altLang="en-US" sz="2400" b="1" dirty="0" smtClean="0">
                <a:solidFill>
                  <a:srgbClr val="7F7F7F"/>
                </a:solidFill>
                <a:latin typeface="+mn-ea"/>
                <a:ea typeface="+mn-ea"/>
                <a:cs typeface="Arial Unicode MS" panose="020B0604020202020204" pitchFamily="34" charset="-122"/>
              </a:rPr>
              <a:t>完全泊出逻辑策略说明</a:t>
            </a:r>
            <a:endParaRPr lang="zh-CN" altLang="en-US" sz="2400" b="1" dirty="0">
              <a:solidFill>
                <a:srgbClr val="7F7F7F"/>
              </a:solidFill>
              <a:latin typeface="+mn-ea"/>
              <a:ea typeface="+mn-ea"/>
              <a:cs typeface="Arial Unicode MS" panose="020B0604020202020204" pitchFamily="34" charset="-122"/>
            </a:endParaRPr>
          </a:p>
        </p:txBody>
      </p:sp>
      <p:sp>
        <p:nvSpPr>
          <p:cNvPr id="13" name="TextBox 12"/>
          <p:cNvSpPr txBox="1"/>
          <p:nvPr/>
        </p:nvSpPr>
        <p:spPr>
          <a:xfrm>
            <a:off x="8618220" y="5345966"/>
            <a:ext cx="454732" cy="338554"/>
          </a:xfrm>
          <a:prstGeom prst="rect">
            <a:avLst/>
          </a:prstGeom>
          <a:solidFill>
            <a:schemeClr val="bg1"/>
          </a:solidFill>
          <a:ln>
            <a:solidFill>
              <a:schemeClr val="bg1"/>
            </a:solidFill>
          </a:ln>
        </p:spPr>
        <p:txBody>
          <a:bodyPr wrap="square" rtlCol="0">
            <a:spAutoFit/>
          </a:bodyPr>
          <a:lstStyle/>
          <a:p>
            <a:r>
              <a:rPr lang="en-US" altLang="zh-CN" sz="1600" dirty="0" smtClean="0">
                <a:latin typeface="+mn-ea"/>
                <a:ea typeface="+mn-ea"/>
              </a:rPr>
              <a:t>  </a:t>
            </a:r>
            <a:endParaRPr lang="zh-CN" altLang="en-US" sz="1600" dirty="0">
              <a:latin typeface="+mn-ea"/>
              <a:ea typeface="+mn-ea"/>
            </a:endParaRPr>
          </a:p>
        </p:txBody>
      </p:sp>
      <p:sp>
        <p:nvSpPr>
          <p:cNvPr id="5"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灯片编号占位符 2"/>
          <p:cNvSpPr txBox="1">
            <a:spLocks/>
          </p:cNvSpPr>
          <p:nvPr/>
        </p:nvSpPr>
        <p:spPr>
          <a:xfrm>
            <a:off x="5584611" y="6849318"/>
            <a:ext cx="1021191" cy="224284"/>
          </a:xfrm>
          <a:prstGeom prst="rect">
            <a:avLst/>
          </a:prstGeom>
        </p:spPr>
        <p:txBody>
          <a:bodyPr/>
          <a:lstStyle>
            <a:defPPr>
              <a:defRPr lang="zh-CN"/>
            </a:defPPr>
            <a:lvl1pPr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1pPr>
            <a:lvl2pPr marL="455930" indent="-444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2pPr>
            <a:lvl3pPr marL="913130" indent="-92075"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3pPr>
            <a:lvl4pPr marL="1370330" indent="-13843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4pPr>
            <a:lvl5pPr marL="1825625" indent="-1841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9pPr>
          </a:lstStyle>
          <a:p>
            <a:pPr>
              <a:defRPr/>
            </a:pPr>
            <a:fld id="{0D91A68C-EF75-448C-824C-11AEAA06B251}" type="slidenum">
              <a:rPr lang="en-GB" smtClean="0">
                <a:solidFill>
                  <a:prstClr val="black">
                    <a:tint val="75000"/>
                  </a:prstClr>
                </a:solidFill>
              </a:rPr>
              <a:pPr>
                <a:defRPr/>
              </a:pPr>
              <a:t>12</a:t>
            </a:fld>
            <a:endParaRPr lang="en-GB">
              <a:solidFill>
                <a:prstClr val="black">
                  <a:tint val="75000"/>
                </a:prstClr>
              </a:solidFill>
            </a:endParaRPr>
          </a:p>
        </p:txBody>
      </p:sp>
      <p:sp>
        <p:nvSpPr>
          <p:cNvPr id="8" name="页脚占位符 3"/>
          <p:cNvSpPr txBox="1">
            <a:spLocks/>
          </p:cNvSpPr>
          <p:nvPr/>
        </p:nvSpPr>
        <p:spPr>
          <a:xfrm>
            <a:off x="6928015" y="6848955"/>
            <a:ext cx="5242516" cy="224284"/>
          </a:xfrm>
          <a:prstGeom prst="rect">
            <a:avLst/>
          </a:prstGeom>
        </p:spPr>
        <p:txBody>
          <a:bodyPr/>
          <a:lstStyle>
            <a:defPPr>
              <a:defRPr lang="zh-CN"/>
            </a:defPPr>
            <a:lvl1pPr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1pPr>
            <a:lvl2pPr marL="455930" indent="-444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2pPr>
            <a:lvl3pPr marL="913130" indent="-92075"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3pPr>
            <a:lvl4pPr marL="1370330" indent="-13843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4pPr>
            <a:lvl5pPr marL="1825625" indent="-1841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9pPr>
          </a:lstStyle>
          <a:p>
            <a:pPr>
              <a:defRPr/>
            </a:pPr>
            <a:r>
              <a:rPr lang="en-US" altLang="zh-TW" smtClean="0">
                <a:solidFill>
                  <a:prstClr val="black">
                    <a:tint val="75000"/>
                  </a:prstClr>
                </a:solidFill>
              </a:rPr>
              <a:t>© 2024 TTE GROUP ALL RIGHT RESERVED | DO NOT FORWARD WITHOUT PERMISSION</a:t>
            </a:r>
            <a:endParaRPr lang="zh-TW" altLang="en-US" dirty="0">
              <a:solidFill>
                <a:prstClr val="black">
                  <a:tint val="75000"/>
                </a:prstClr>
              </a:solidFill>
            </a:endParaRPr>
          </a:p>
        </p:txBody>
      </p:sp>
      <p:sp>
        <p:nvSpPr>
          <p:cNvPr id="9" name="TextBox 20"/>
          <p:cNvSpPr txBox="1"/>
          <p:nvPr/>
        </p:nvSpPr>
        <p:spPr>
          <a:xfrm>
            <a:off x="0" y="815513"/>
            <a:ext cx="8393635" cy="415498"/>
          </a:xfrm>
          <a:prstGeom prst="rect">
            <a:avLst/>
          </a:prstGeom>
          <a:noFill/>
        </p:spPr>
        <p:txBody>
          <a:bodyPr wrap="square" rtlCol="0">
            <a:spAutoFit/>
          </a:bodyPr>
          <a:lstStyle/>
          <a:p>
            <a:pPr marL="742950" lvl="2" indent="-285750">
              <a:lnSpc>
                <a:spcPct val="150000"/>
              </a:lnSpc>
              <a:buFont typeface="Wingdings" panose="05000000000000000000" pitchFamily="2" charset="2"/>
              <a:buChar char="p"/>
            </a:pPr>
            <a:r>
              <a:rPr lang="zh-CN" altLang="en-US" sz="1600" dirty="0" smtClean="0">
                <a:latin typeface="+mn-ea"/>
              </a:rPr>
              <a:t>构建电子围栏边界</a:t>
            </a:r>
            <a:endParaRPr lang="en-US" altLang="zh-CN" sz="1600" dirty="0" smtClean="0">
              <a:latin typeface="+mn-ea"/>
            </a:endParaRPr>
          </a:p>
        </p:txBody>
      </p:sp>
      <p:sp>
        <p:nvSpPr>
          <p:cNvPr id="699" name="文本框 13"/>
          <p:cNvSpPr txBox="1"/>
          <p:nvPr/>
        </p:nvSpPr>
        <p:spPr>
          <a:xfrm>
            <a:off x="0" y="1347307"/>
            <a:ext cx="7013448" cy="314125"/>
          </a:xfrm>
          <a:prstGeom prst="rect">
            <a:avLst/>
          </a:prstGeom>
          <a:noFill/>
        </p:spPr>
        <p:txBody>
          <a:bodyPr wrap="square" rtlCol="0">
            <a:spAutoFit/>
          </a:bodyPr>
          <a:lstStyle>
            <a:defPPr>
              <a:defRPr lang="zh-TW"/>
            </a:defPPr>
            <a:lvl3pPr marL="457200" lvl="2" indent="0">
              <a:lnSpc>
                <a:spcPct val="150000"/>
              </a:lnSpc>
              <a:defRPr sz="1800">
                <a:latin typeface="+mn-ea"/>
              </a:defRPr>
            </a:lvl3pPr>
          </a:lstStyle>
          <a:p>
            <a:pPr marL="742950" lvl="2" indent="-285750">
              <a:buFont typeface="Wingdings" panose="05000000000000000000" pitchFamily="2" charset="2"/>
              <a:buChar char="Ø"/>
            </a:pPr>
            <a:r>
              <a:rPr lang="zh-CN" altLang="en-US" sz="1100" dirty="0" smtClean="0">
                <a:latin typeface="+mn-lt"/>
              </a:rPr>
              <a:t>电子围栏计算出车位的最小限制参数（</a:t>
            </a:r>
            <a:r>
              <a:rPr lang="en-US" altLang="zh-CN" sz="1100" dirty="0" smtClean="0">
                <a:latin typeface="+mn-lt"/>
              </a:rPr>
              <a:t>5</a:t>
            </a:r>
            <a:r>
              <a:rPr lang="zh-CN" altLang="en-US" sz="1100" dirty="0" smtClean="0">
                <a:latin typeface="+mn-lt"/>
              </a:rPr>
              <a:t>个</a:t>
            </a:r>
            <a:r>
              <a:rPr lang="en-US" altLang="zh-CN" sz="1100" dirty="0" smtClean="0">
                <a:latin typeface="+mn-lt"/>
              </a:rPr>
              <a:t>Cal</a:t>
            </a:r>
            <a:r>
              <a:rPr lang="zh-CN" altLang="en-US" sz="1100" dirty="0" smtClean="0">
                <a:latin typeface="+mn-lt"/>
              </a:rPr>
              <a:t>），根据限制参数重新界定车位参数。</a:t>
            </a:r>
            <a:endParaRPr lang="en-US" altLang="zh-CN" sz="1100" dirty="0" smtClean="0">
              <a:latin typeface="+mn-lt"/>
            </a:endParaRPr>
          </a:p>
        </p:txBody>
      </p:sp>
      <p:grpSp>
        <p:nvGrpSpPr>
          <p:cNvPr id="42" name="组合 41"/>
          <p:cNvGrpSpPr/>
          <p:nvPr/>
        </p:nvGrpSpPr>
        <p:grpSpPr>
          <a:xfrm>
            <a:off x="574322" y="1767090"/>
            <a:ext cx="3513482" cy="3054627"/>
            <a:chOff x="0" y="0"/>
            <a:chExt cx="3505199" cy="3058886"/>
          </a:xfrm>
        </p:grpSpPr>
        <p:grpSp>
          <p:nvGrpSpPr>
            <p:cNvPr id="44" name="组合 43"/>
            <p:cNvGrpSpPr/>
            <p:nvPr/>
          </p:nvGrpSpPr>
          <p:grpSpPr>
            <a:xfrm>
              <a:off x="206828" y="0"/>
              <a:ext cx="2786744" cy="2825218"/>
              <a:chOff x="206828" y="0"/>
              <a:chExt cx="2786744" cy="2825218"/>
            </a:xfrm>
          </p:grpSpPr>
          <p:sp>
            <p:nvSpPr>
              <p:cNvPr id="64" name="矩形 63"/>
              <p:cNvSpPr/>
              <p:nvPr/>
            </p:nvSpPr>
            <p:spPr>
              <a:xfrm rot="5400000">
                <a:off x="694645" y="1134157"/>
                <a:ext cx="1815872" cy="1225323"/>
              </a:xfrm>
              <a:prstGeom prst="rect">
                <a:avLst/>
              </a:prstGeom>
              <a:noFill/>
              <a:ln w="47625" cmpd="sng">
                <a:solidFill>
                  <a:srgbClr val="FFC000"/>
                </a:solidFill>
              </a:ln>
              <a:effectLst>
                <a:glow rad="63500">
                  <a:schemeClr val="accent6">
                    <a:lumMod val="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zh-CN" altLang="en-US"/>
              </a:p>
            </p:txBody>
          </p:sp>
          <p:grpSp>
            <p:nvGrpSpPr>
              <p:cNvPr id="65" name="组合 64"/>
              <p:cNvGrpSpPr/>
              <p:nvPr/>
            </p:nvGrpSpPr>
            <p:grpSpPr>
              <a:xfrm rot="20827389">
                <a:off x="1323623" y="1030256"/>
                <a:ext cx="544019" cy="1501204"/>
                <a:chOff x="1315805" y="1011007"/>
                <a:chExt cx="555412" cy="1501204"/>
              </a:xfrm>
            </p:grpSpPr>
            <p:cxnSp>
              <p:nvCxnSpPr>
                <p:cNvPr id="71" name="直接连接符 70"/>
                <p:cNvCxnSpPr/>
                <p:nvPr/>
              </p:nvCxnSpPr>
              <p:spPr>
                <a:xfrm flipH="1" flipV="1">
                  <a:off x="1319893" y="2505890"/>
                  <a:ext cx="539999" cy="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72" name="直接连接符 71"/>
                <p:cNvCxnSpPr/>
                <p:nvPr/>
              </p:nvCxnSpPr>
              <p:spPr>
                <a:xfrm flipH="1" flipV="1">
                  <a:off x="1315805" y="1011007"/>
                  <a:ext cx="0" cy="150120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73" name="直接连接符 72"/>
                <p:cNvCxnSpPr/>
                <p:nvPr/>
              </p:nvCxnSpPr>
              <p:spPr>
                <a:xfrm flipH="1" flipV="1">
                  <a:off x="1871217" y="1011011"/>
                  <a:ext cx="0" cy="150120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74" name="直接连接符 73"/>
                <p:cNvCxnSpPr/>
                <p:nvPr/>
              </p:nvCxnSpPr>
              <p:spPr>
                <a:xfrm flipH="1" flipV="1">
                  <a:off x="1319893" y="1021782"/>
                  <a:ext cx="539999" cy="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75" name="直接连接符 74"/>
                <p:cNvCxnSpPr/>
                <p:nvPr/>
              </p:nvCxnSpPr>
              <p:spPr>
                <a:xfrm flipH="1" flipV="1">
                  <a:off x="1325336" y="2167344"/>
                  <a:ext cx="539999" cy="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76" name="直接连接符 75"/>
                <p:cNvCxnSpPr/>
                <p:nvPr/>
              </p:nvCxnSpPr>
              <p:spPr>
                <a:xfrm flipH="1" flipV="1">
                  <a:off x="1597169" y="1015869"/>
                  <a:ext cx="0" cy="149124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grpSp>
          <p:sp>
            <p:nvSpPr>
              <p:cNvPr id="66" name="TextBox 448"/>
              <p:cNvSpPr txBox="1"/>
              <p:nvPr/>
            </p:nvSpPr>
            <p:spPr>
              <a:xfrm>
                <a:off x="206828" y="527957"/>
                <a:ext cx="756557" cy="256190"/>
              </a:xfrm>
              <a:prstGeom prst="rect">
                <a:avLst/>
              </a:prstGeom>
              <a:no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1100"/>
                  <a:t>1 Obj1Pt</a:t>
                </a:r>
                <a:endParaRPr lang="zh-CN" altLang="en-US" sz="1100"/>
              </a:p>
            </p:txBody>
          </p:sp>
          <p:sp>
            <p:nvSpPr>
              <p:cNvPr id="67" name="TextBox 448"/>
              <p:cNvSpPr txBox="1"/>
              <p:nvPr/>
            </p:nvSpPr>
            <p:spPr>
              <a:xfrm>
                <a:off x="707571" y="2569028"/>
                <a:ext cx="239486" cy="256190"/>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1100"/>
                  <a:t>2</a:t>
                </a:r>
                <a:endParaRPr lang="zh-CN" altLang="en-US" sz="1100"/>
              </a:p>
            </p:txBody>
          </p:sp>
          <p:sp>
            <p:nvSpPr>
              <p:cNvPr id="68" name="TextBox 448"/>
              <p:cNvSpPr txBox="1"/>
              <p:nvPr/>
            </p:nvSpPr>
            <p:spPr>
              <a:xfrm>
                <a:off x="2296886" y="2536371"/>
                <a:ext cx="239486" cy="256190"/>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1100"/>
                  <a:t>3</a:t>
                </a:r>
                <a:endParaRPr lang="zh-CN" altLang="en-US" sz="1100"/>
              </a:p>
            </p:txBody>
          </p:sp>
          <p:sp>
            <p:nvSpPr>
              <p:cNvPr id="69" name="TextBox 448"/>
              <p:cNvSpPr txBox="1"/>
              <p:nvPr/>
            </p:nvSpPr>
            <p:spPr>
              <a:xfrm>
                <a:off x="2215242" y="538842"/>
                <a:ext cx="778330" cy="256190"/>
              </a:xfrm>
              <a:prstGeom prst="rect">
                <a:avLst/>
              </a:prstGeom>
              <a:no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1100"/>
                  <a:t>0 Obj2Pt</a:t>
                </a:r>
                <a:endParaRPr lang="zh-CN" altLang="en-US" sz="1100"/>
              </a:p>
            </p:txBody>
          </p:sp>
          <p:sp>
            <p:nvSpPr>
              <p:cNvPr id="70" name="圆角右箭头 69"/>
              <p:cNvSpPr/>
              <p:nvPr/>
            </p:nvSpPr>
            <p:spPr>
              <a:xfrm>
                <a:off x="2035630" y="0"/>
                <a:ext cx="337456" cy="533400"/>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zh-CN" altLang="en-US" sz="1100">
                  <a:solidFill>
                    <a:schemeClr val="tx1"/>
                  </a:solidFill>
                </a:endParaRPr>
              </a:p>
            </p:txBody>
          </p:sp>
        </p:grpSp>
        <p:cxnSp>
          <p:nvCxnSpPr>
            <p:cNvPr id="48" name="直接连接符 47"/>
            <p:cNvCxnSpPr/>
            <p:nvPr/>
          </p:nvCxnSpPr>
          <p:spPr>
            <a:xfrm>
              <a:off x="974271" y="1104901"/>
              <a:ext cx="201386" cy="1"/>
            </a:xfrm>
            <a:prstGeom prst="line">
              <a:avLst/>
            </a:prstGeom>
            <a:ln w="15875">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2002971" y="2378530"/>
              <a:ext cx="201386" cy="1"/>
            </a:xfrm>
            <a:prstGeom prst="line">
              <a:avLst/>
            </a:prstGeom>
            <a:ln w="15875">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1692728" y="827315"/>
              <a:ext cx="0" cy="174172"/>
            </a:xfrm>
            <a:prstGeom prst="line">
              <a:avLst/>
            </a:prstGeom>
            <a:ln w="15875">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2095499" y="821873"/>
              <a:ext cx="5443" cy="1856014"/>
            </a:xfrm>
            <a:prstGeom prst="line">
              <a:avLst/>
            </a:prstGeom>
            <a:ln w="15875">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1485900" y="827315"/>
              <a:ext cx="16328" cy="1827439"/>
            </a:xfrm>
            <a:prstGeom prst="line">
              <a:avLst/>
            </a:prstGeom>
            <a:ln w="15875">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3" name="TextBox 448"/>
            <p:cNvSpPr txBox="1"/>
            <p:nvPr/>
          </p:nvSpPr>
          <p:spPr>
            <a:xfrm>
              <a:off x="2569028" y="914400"/>
              <a:ext cx="936171" cy="256190"/>
            </a:xfrm>
            <a:prstGeom prst="rect">
              <a:avLst/>
            </a:prstGeom>
            <a:no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1100" dirty="0" err="1"/>
                <a:t>NewOrgAng</a:t>
              </a:r>
              <a:endParaRPr lang="zh-CN" altLang="en-US" sz="1100" dirty="0"/>
            </a:p>
          </p:txBody>
        </p:sp>
        <p:cxnSp>
          <p:nvCxnSpPr>
            <p:cNvPr id="54" name="直接连接符 53"/>
            <p:cNvCxnSpPr/>
            <p:nvPr/>
          </p:nvCxnSpPr>
          <p:spPr>
            <a:xfrm>
              <a:off x="1431471" y="838202"/>
              <a:ext cx="1440000" cy="0"/>
            </a:xfrm>
            <a:prstGeom prst="line">
              <a:avLst/>
            </a:prstGeom>
            <a:noFill/>
            <a:ln w="15875" cap="flat" cmpd="sng" algn="ctr">
              <a:solidFill>
                <a:schemeClr val="accent1">
                  <a:lumMod val="75000"/>
                </a:schemeClr>
              </a:solidFill>
              <a:prstDash val="dash"/>
              <a:headEnd type="none"/>
              <a:tailEnd type="arrow"/>
            </a:ln>
            <a:effectLst>
              <a:outerShdw blurRad="40000" dist="20000" dir="5400000" rotWithShape="0">
                <a:srgbClr val="000000">
                  <a:alpha val="38000"/>
                </a:srgbClr>
              </a:outerShdw>
            </a:effectLst>
          </p:spPr>
        </p:cxnSp>
        <p:sp>
          <p:nvSpPr>
            <p:cNvPr id="55" name="TextBox 448"/>
            <p:cNvSpPr txBox="1"/>
            <p:nvPr/>
          </p:nvSpPr>
          <p:spPr>
            <a:xfrm>
              <a:off x="2166259" y="1300844"/>
              <a:ext cx="1077684" cy="256190"/>
            </a:xfrm>
            <a:prstGeom prst="rect">
              <a:avLst/>
            </a:prstGeom>
            <a:no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1100" dirty="0" err="1"/>
                <a:t>VPLSlotDpth</a:t>
              </a:r>
              <a:endParaRPr lang="zh-CN" altLang="en-US" sz="1100" dirty="0"/>
            </a:p>
          </p:txBody>
        </p:sp>
        <p:sp>
          <p:nvSpPr>
            <p:cNvPr id="56" name="TextBox 448"/>
            <p:cNvSpPr txBox="1"/>
            <p:nvPr/>
          </p:nvSpPr>
          <p:spPr>
            <a:xfrm>
              <a:off x="2280557" y="2046514"/>
              <a:ext cx="979715" cy="462643"/>
            </a:xfrm>
            <a:prstGeom prst="rect">
              <a:avLst/>
            </a:prstGeom>
            <a:no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1100"/>
                <a:t>Obj2Dis:</a:t>
              </a:r>
              <a:br>
                <a:rPr lang="en-US" altLang="zh-CN" sz="1100"/>
              </a:br>
              <a:r>
                <a:rPr lang="zh-CN" altLang="en-US" sz="1100"/>
                <a:t>压线为负值</a:t>
              </a:r>
            </a:p>
          </p:txBody>
        </p:sp>
        <p:sp>
          <p:nvSpPr>
            <p:cNvPr id="57" name="TextBox 448"/>
            <p:cNvSpPr txBox="1"/>
            <p:nvPr/>
          </p:nvSpPr>
          <p:spPr>
            <a:xfrm>
              <a:off x="0" y="919845"/>
              <a:ext cx="925286" cy="511628"/>
            </a:xfrm>
            <a:prstGeom prst="rect">
              <a:avLst/>
            </a:prstGeom>
            <a:no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1100"/>
                <a:t>Obj1Dis:</a:t>
              </a:r>
              <a:br>
                <a:rPr lang="en-US" altLang="zh-CN" sz="1100"/>
              </a:br>
              <a:r>
                <a:rPr lang="zh-CN" altLang="en-US" sz="1100"/>
                <a:t>压线为负值</a:t>
              </a:r>
            </a:p>
          </p:txBody>
        </p:sp>
        <p:sp>
          <p:nvSpPr>
            <p:cNvPr id="58" name="TextBox 448"/>
            <p:cNvSpPr txBox="1"/>
            <p:nvPr/>
          </p:nvSpPr>
          <p:spPr>
            <a:xfrm>
              <a:off x="1094014" y="255814"/>
              <a:ext cx="914402" cy="473529"/>
            </a:xfrm>
            <a:prstGeom prst="rect">
              <a:avLst/>
            </a:prstGeom>
            <a:no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1100"/>
                <a:t>CarOffsetX:</a:t>
              </a:r>
              <a:br>
                <a:rPr lang="en-US" altLang="zh-CN" sz="1100"/>
              </a:br>
              <a:r>
                <a:rPr lang="zh-CN" altLang="en-US" sz="1100"/>
                <a:t>压线为负值</a:t>
              </a:r>
            </a:p>
          </p:txBody>
        </p:sp>
        <p:sp>
          <p:nvSpPr>
            <p:cNvPr id="59" name="TextBox 448"/>
            <p:cNvSpPr txBox="1"/>
            <p:nvPr/>
          </p:nvSpPr>
          <p:spPr>
            <a:xfrm>
              <a:off x="1088571" y="2547258"/>
              <a:ext cx="919844" cy="511628"/>
            </a:xfrm>
            <a:prstGeom prst="rect">
              <a:avLst/>
            </a:prstGeom>
            <a:no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1100"/>
                <a:t>MinSlotDpth:</a:t>
              </a:r>
              <a:br>
                <a:rPr lang="en-US" altLang="zh-CN" sz="1100"/>
              </a:br>
              <a:r>
                <a:rPr lang="zh-CN" altLang="en-US" sz="1100"/>
                <a:t>压线为负值</a:t>
              </a:r>
            </a:p>
          </p:txBody>
        </p:sp>
        <p:cxnSp>
          <p:nvCxnSpPr>
            <p:cNvPr id="60" name="直接连接符 59"/>
            <p:cNvCxnSpPr/>
            <p:nvPr/>
          </p:nvCxnSpPr>
          <p:spPr>
            <a:xfrm flipH="1" flipV="1">
              <a:off x="979714" y="206829"/>
              <a:ext cx="16329" cy="1937658"/>
            </a:xfrm>
            <a:prstGeom prst="line">
              <a:avLst/>
            </a:prstGeom>
            <a:noFill/>
            <a:ln w="15875" cap="flat" cmpd="sng" algn="ctr">
              <a:solidFill>
                <a:schemeClr val="accent1">
                  <a:lumMod val="75000"/>
                </a:schemeClr>
              </a:solidFill>
              <a:prstDash val="dash"/>
              <a:headEnd type="none"/>
              <a:tailEnd type="arrow"/>
            </a:ln>
            <a:effectLst>
              <a:outerShdw blurRad="40000" dist="20000" dir="5400000" rotWithShape="0">
                <a:srgbClr val="000000">
                  <a:alpha val="38000"/>
                </a:srgbClr>
              </a:outerShdw>
            </a:effectLst>
          </p:spPr>
        </p:cxnSp>
        <p:cxnSp>
          <p:nvCxnSpPr>
            <p:cNvPr id="61" name="直接连接符 60"/>
            <p:cNvCxnSpPr/>
            <p:nvPr/>
          </p:nvCxnSpPr>
          <p:spPr>
            <a:xfrm flipV="1">
              <a:off x="2226129" y="206830"/>
              <a:ext cx="0" cy="1888672"/>
            </a:xfrm>
            <a:prstGeom prst="line">
              <a:avLst/>
            </a:prstGeom>
            <a:noFill/>
            <a:ln w="15875" cap="flat" cmpd="sng" algn="ctr">
              <a:solidFill>
                <a:schemeClr val="accent1">
                  <a:lumMod val="75000"/>
                </a:schemeClr>
              </a:solidFill>
              <a:prstDash val="dash"/>
              <a:headEnd type="none"/>
              <a:tailEnd type="arrow"/>
            </a:ln>
            <a:effectLst>
              <a:outerShdw blurRad="40000" dist="20000" dir="5400000" rotWithShape="0">
                <a:srgbClr val="000000">
                  <a:alpha val="38000"/>
                </a:srgbClr>
              </a:outerShdw>
            </a:effectLst>
          </p:spPr>
        </p:cxnSp>
        <p:sp>
          <p:nvSpPr>
            <p:cNvPr id="62" name="TextBox 448"/>
            <p:cNvSpPr txBox="1"/>
            <p:nvPr/>
          </p:nvSpPr>
          <p:spPr>
            <a:xfrm>
              <a:off x="190500" y="65315"/>
              <a:ext cx="756557" cy="256190"/>
            </a:xfrm>
            <a:prstGeom prst="rect">
              <a:avLst/>
            </a:prstGeom>
            <a:no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1100"/>
                <a:t> Obj1Ang</a:t>
              </a:r>
              <a:endParaRPr lang="zh-CN" altLang="en-US" sz="1100"/>
            </a:p>
          </p:txBody>
        </p:sp>
        <p:sp>
          <p:nvSpPr>
            <p:cNvPr id="63" name="TextBox 448"/>
            <p:cNvSpPr txBox="1"/>
            <p:nvPr/>
          </p:nvSpPr>
          <p:spPr>
            <a:xfrm>
              <a:off x="2307772" y="114301"/>
              <a:ext cx="756557" cy="256190"/>
            </a:xfrm>
            <a:prstGeom prst="rect">
              <a:avLst/>
            </a:prstGeom>
            <a:no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1100" dirty="0"/>
                <a:t> Obj2Ang</a:t>
              </a:r>
              <a:endParaRPr lang="zh-CN" altLang="en-US" sz="1100" dirty="0"/>
            </a:p>
          </p:txBody>
        </p:sp>
      </p:grpSp>
      <p:sp>
        <p:nvSpPr>
          <p:cNvPr id="3" name="文本框 2"/>
          <p:cNvSpPr txBox="1"/>
          <p:nvPr/>
        </p:nvSpPr>
        <p:spPr>
          <a:xfrm>
            <a:off x="1670921" y="4854328"/>
            <a:ext cx="927472" cy="307777"/>
          </a:xfrm>
          <a:prstGeom prst="rect">
            <a:avLst/>
          </a:prstGeom>
          <a:noFill/>
        </p:spPr>
        <p:txBody>
          <a:bodyPr wrap="square" rtlCol="0">
            <a:spAutoFit/>
          </a:bodyPr>
          <a:lstStyle/>
          <a:p>
            <a:r>
              <a:rPr lang="zh-CN" altLang="en-US" sz="1400" dirty="0" smtClean="0">
                <a:latin typeface="宋体" panose="02010600030101010101" pitchFamily="2" charset="-122"/>
              </a:rPr>
              <a:t>垂直泊出</a:t>
            </a:r>
          </a:p>
        </p:txBody>
      </p:sp>
      <p:grpSp>
        <p:nvGrpSpPr>
          <p:cNvPr id="10" name="组合 9"/>
          <p:cNvGrpSpPr/>
          <p:nvPr/>
        </p:nvGrpSpPr>
        <p:grpSpPr>
          <a:xfrm>
            <a:off x="5101838" y="1520431"/>
            <a:ext cx="3404624" cy="3650881"/>
            <a:chOff x="5101838" y="1520431"/>
            <a:chExt cx="3404624" cy="3650881"/>
          </a:xfrm>
        </p:grpSpPr>
        <p:sp>
          <p:nvSpPr>
            <p:cNvPr id="95" name="矩形 94"/>
            <p:cNvSpPr/>
            <p:nvPr/>
          </p:nvSpPr>
          <p:spPr>
            <a:xfrm rot="5400000">
              <a:off x="5785251" y="2671057"/>
              <a:ext cx="1828443" cy="1289667"/>
            </a:xfrm>
            <a:prstGeom prst="rect">
              <a:avLst/>
            </a:prstGeom>
            <a:noFill/>
            <a:ln w="47625" cmpd="sng">
              <a:solidFill>
                <a:srgbClr val="FFC000"/>
              </a:solidFill>
            </a:ln>
            <a:effectLst>
              <a:glow rad="63500">
                <a:schemeClr val="accent6">
                  <a:lumMod val="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zh-CN" altLang="en-US"/>
            </a:p>
          </p:txBody>
        </p:sp>
        <p:grpSp>
          <p:nvGrpSpPr>
            <p:cNvPr id="96" name="组合 95"/>
            <p:cNvGrpSpPr/>
            <p:nvPr/>
          </p:nvGrpSpPr>
          <p:grpSpPr>
            <a:xfrm rot="20827389">
              <a:off x="6451380" y="2593553"/>
              <a:ext cx="532527" cy="1391643"/>
              <a:chOff x="1337576" y="1054550"/>
              <a:chExt cx="555412" cy="1501204"/>
            </a:xfrm>
          </p:grpSpPr>
          <p:cxnSp>
            <p:nvCxnSpPr>
              <p:cNvPr id="102" name="直接连接符 101"/>
              <p:cNvCxnSpPr/>
              <p:nvPr/>
            </p:nvCxnSpPr>
            <p:spPr>
              <a:xfrm flipH="1" flipV="1">
                <a:off x="1341664" y="2549433"/>
                <a:ext cx="539999" cy="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103" name="直接连接符 102"/>
              <p:cNvCxnSpPr/>
              <p:nvPr/>
            </p:nvCxnSpPr>
            <p:spPr>
              <a:xfrm flipH="1" flipV="1">
                <a:off x="1337576" y="1054550"/>
                <a:ext cx="0" cy="150120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104" name="直接连接符 103"/>
              <p:cNvCxnSpPr/>
              <p:nvPr/>
            </p:nvCxnSpPr>
            <p:spPr>
              <a:xfrm flipH="1" flipV="1">
                <a:off x="1892988" y="1054554"/>
                <a:ext cx="0" cy="150120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105" name="直接连接符 104"/>
              <p:cNvCxnSpPr/>
              <p:nvPr/>
            </p:nvCxnSpPr>
            <p:spPr>
              <a:xfrm flipH="1" flipV="1">
                <a:off x="1341664" y="1065325"/>
                <a:ext cx="539999" cy="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106" name="直接连接符 105"/>
              <p:cNvCxnSpPr/>
              <p:nvPr/>
            </p:nvCxnSpPr>
            <p:spPr>
              <a:xfrm flipH="1" flipV="1">
                <a:off x="1347107" y="2210887"/>
                <a:ext cx="539999" cy="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107" name="直接连接符 106"/>
              <p:cNvCxnSpPr/>
              <p:nvPr/>
            </p:nvCxnSpPr>
            <p:spPr>
              <a:xfrm flipH="1" flipV="1">
                <a:off x="1618940" y="1059412"/>
                <a:ext cx="0" cy="149124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grpSp>
        <p:sp>
          <p:nvSpPr>
            <p:cNvPr id="97" name="TextBox 448"/>
            <p:cNvSpPr txBox="1"/>
            <p:nvPr/>
          </p:nvSpPr>
          <p:spPr>
            <a:xfrm>
              <a:off x="5244006" y="4303425"/>
              <a:ext cx="796286" cy="257963"/>
            </a:xfrm>
            <a:prstGeom prst="rect">
              <a:avLst/>
            </a:prstGeom>
            <a:no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1100"/>
                <a:t>1 Obj1Pt</a:t>
              </a:r>
              <a:endParaRPr lang="zh-CN" altLang="en-US" sz="1100"/>
            </a:p>
          </p:txBody>
        </p:sp>
        <p:sp>
          <p:nvSpPr>
            <p:cNvPr id="98" name="TextBox 448"/>
            <p:cNvSpPr txBox="1"/>
            <p:nvPr/>
          </p:nvSpPr>
          <p:spPr>
            <a:xfrm>
              <a:off x="7463262" y="4281682"/>
              <a:ext cx="252062" cy="257963"/>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1100"/>
                <a:t>2</a:t>
              </a:r>
              <a:endParaRPr lang="zh-CN" altLang="en-US" sz="1100"/>
            </a:p>
          </p:txBody>
        </p:sp>
        <p:sp>
          <p:nvSpPr>
            <p:cNvPr id="99" name="TextBox 448"/>
            <p:cNvSpPr txBox="1"/>
            <p:nvPr/>
          </p:nvSpPr>
          <p:spPr>
            <a:xfrm>
              <a:off x="8210752" y="1993322"/>
              <a:ext cx="252062" cy="257963"/>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1100"/>
                <a:t>3</a:t>
              </a:r>
              <a:endParaRPr lang="zh-CN" altLang="en-US" sz="1100"/>
            </a:p>
          </p:txBody>
        </p:sp>
        <p:sp>
          <p:nvSpPr>
            <p:cNvPr id="100" name="TextBox 448"/>
            <p:cNvSpPr txBox="1"/>
            <p:nvPr/>
          </p:nvSpPr>
          <p:spPr>
            <a:xfrm>
              <a:off x="5177443" y="2444472"/>
              <a:ext cx="819202" cy="257963"/>
            </a:xfrm>
            <a:prstGeom prst="rect">
              <a:avLst/>
            </a:prstGeom>
            <a:no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1100"/>
                <a:t>0 Obj2Pt</a:t>
              </a:r>
              <a:endParaRPr lang="zh-CN" altLang="en-US" sz="1100"/>
            </a:p>
          </p:txBody>
        </p:sp>
        <p:sp>
          <p:nvSpPr>
            <p:cNvPr id="101" name="圆角右箭头 100"/>
            <p:cNvSpPr/>
            <p:nvPr/>
          </p:nvSpPr>
          <p:spPr>
            <a:xfrm rot="16200000">
              <a:off x="5404850" y="3324903"/>
              <a:ext cx="465845" cy="292161"/>
            </a:xfrm>
            <a:prstGeom prst="bentArrow">
              <a:avLst>
                <a:gd name="adj1" fmla="val 25000"/>
                <a:gd name="adj2" fmla="val 25000"/>
                <a:gd name="adj3" fmla="val 25000"/>
                <a:gd name="adj4" fmla="val 47280"/>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zh-CN" altLang="en-US" sz="1100">
                <a:solidFill>
                  <a:schemeClr val="tx1"/>
                </a:solidFill>
              </a:endParaRPr>
            </a:p>
          </p:txBody>
        </p:sp>
        <p:cxnSp>
          <p:nvCxnSpPr>
            <p:cNvPr id="79" name="直接连接符 78"/>
            <p:cNvCxnSpPr/>
            <p:nvPr/>
          </p:nvCxnSpPr>
          <p:spPr>
            <a:xfrm>
              <a:off x="6100309" y="2667330"/>
              <a:ext cx="201877" cy="1"/>
            </a:xfrm>
            <a:prstGeom prst="line">
              <a:avLst/>
            </a:prstGeom>
            <a:ln w="15875">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a:off x="6127590" y="3917502"/>
              <a:ext cx="1031208" cy="21743"/>
            </a:xfrm>
            <a:prstGeom prst="line">
              <a:avLst/>
            </a:prstGeom>
            <a:ln w="15875">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a:off x="6820518" y="2390117"/>
              <a:ext cx="0" cy="173938"/>
            </a:xfrm>
            <a:prstGeom prst="line">
              <a:avLst/>
            </a:prstGeom>
            <a:ln w="15875">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a:off x="6149414" y="3189141"/>
              <a:ext cx="1156700" cy="32613"/>
            </a:xfrm>
            <a:prstGeom prst="line">
              <a:avLst/>
            </a:prstGeom>
            <a:ln w="15875">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flipV="1">
              <a:off x="6613185" y="4027036"/>
              <a:ext cx="1" cy="183987"/>
            </a:xfrm>
            <a:prstGeom prst="line">
              <a:avLst/>
            </a:prstGeom>
            <a:ln w="15875">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4" name="TextBox 448"/>
            <p:cNvSpPr txBox="1"/>
            <p:nvPr/>
          </p:nvSpPr>
          <p:spPr>
            <a:xfrm>
              <a:off x="6187607" y="1569351"/>
              <a:ext cx="938454" cy="255845"/>
            </a:xfrm>
            <a:prstGeom prst="rect">
              <a:avLst/>
            </a:prstGeom>
            <a:no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1100" dirty="0" err="1"/>
                <a:t>NewOrgAng</a:t>
              </a:r>
              <a:endParaRPr lang="zh-CN" altLang="en-US" sz="1100" dirty="0"/>
            </a:p>
          </p:txBody>
        </p:sp>
        <p:cxnSp>
          <p:nvCxnSpPr>
            <p:cNvPr id="85" name="直接连接符 84"/>
            <p:cNvCxnSpPr/>
            <p:nvPr/>
          </p:nvCxnSpPr>
          <p:spPr>
            <a:xfrm flipH="1" flipV="1">
              <a:off x="5101838" y="2390117"/>
              <a:ext cx="1456786" cy="10872"/>
            </a:xfrm>
            <a:prstGeom prst="line">
              <a:avLst/>
            </a:prstGeom>
            <a:noFill/>
            <a:ln w="15875" cap="flat" cmpd="sng" algn="ctr">
              <a:solidFill>
                <a:schemeClr val="accent1">
                  <a:lumMod val="75000"/>
                </a:schemeClr>
              </a:solidFill>
              <a:prstDash val="dash"/>
              <a:headEnd type="none"/>
              <a:tailEnd type="arrow"/>
            </a:ln>
            <a:effectLst>
              <a:outerShdw blurRad="40000" dist="20000" dir="5400000" rotWithShape="0">
                <a:srgbClr val="000000">
                  <a:alpha val="38000"/>
                </a:srgbClr>
              </a:outerShdw>
            </a:effectLst>
          </p:spPr>
        </p:cxnSp>
        <p:sp>
          <p:nvSpPr>
            <p:cNvPr id="86" name="TextBox 448"/>
            <p:cNvSpPr txBox="1"/>
            <p:nvPr/>
          </p:nvSpPr>
          <p:spPr>
            <a:xfrm>
              <a:off x="7426150" y="3009769"/>
              <a:ext cx="1080312" cy="266718"/>
            </a:xfrm>
            <a:prstGeom prst="rect">
              <a:avLst/>
            </a:prstGeom>
            <a:no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1100"/>
                <a:t>VPLSlotDpth</a:t>
              </a:r>
              <a:endParaRPr lang="zh-CN" altLang="en-US" sz="1100"/>
            </a:p>
          </p:txBody>
        </p:sp>
        <p:sp>
          <p:nvSpPr>
            <p:cNvPr id="87" name="TextBox 448"/>
            <p:cNvSpPr txBox="1"/>
            <p:nvPr/>
          </p:nvSpPr>
          <p:spPr>
            <a:xfrm>
              <a:off x="6891449" y="1890047"/>
              <a:ext cx="954823" cy="462021"/>
            </a:xfrm>
            <a:prstGeom prst="rect">
              <a:avLst/>
            </a:prstGeom>
            <a:no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1100"/>
                <a:t>Obj2Dis:</a:t>
              </a:r>
              <a:br>
                <a:rPr lang="en-US" altLang="zh-CN" sz="1100"/>
              </a:br>
              <a:r>
                <a:rPr lang="zh-CN" altLang="en-US" sz="1100"/>
                <a:t>压线为负值</a:t>
              </a:r>
            </a:p>
          </p:txBody>
        </p:sp>
        <p:sp>
          <p:nvSpPr>
            <p:cNvPr id="88" name="TextBox 448"/>
            <p:cNvSpPr txBox="1"/>
            <p:nvPr/>
          </p:nvSpPr>
          <p:spPr>
            <a:xfrm>
              <a:off x="6362202" y="4346911"/>
              <a:ext cx="927543" cy="510940"/>
            </a:xfrm>
            <a:prstGeom prst="rect">
              <a:avLst/>
            </a:prstGeom>
            <a:no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1100"/>
                <a:t>Obj1Dis:</a:t>
              </a:r>
              <a:br>
                <a:rPr lang="en-US" altLang="zh-CN" sz="1100"/>
              </a:br>
              <a:r>
                <a:rPr lang="zh-CN" altLang="en-US" sz="1100"/>
                <a:t>压线为负值</a:t>
              </a:r>
            </a:p>
          </p:txBody>
        </p:sp>
        <p:sp>
          <p:nvSpPr>
            <p:cNvPr id="89" name="TextBox 448"/>
            <p:cNvSpPr txBox="1"/>
            <p:nvPr/>
          </p:nvSpPr>
          <p:spPr>
            <a:xfrm>
              <a:off x="5118206" y="2759733"/>
              <a:ext cx="911173" cy="462021"/>
            </a:xfrm>
            <a:prstGeom prst="rect">
              <a:avLst/>
            </a:prstGeom>
            <a:no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1100"/>
                <a:t>CarOffsetX:</a:t>
              </a:r>
              <a:br>
                <a:rPr lang="en-US" altLang="zh-CN" sz="1100"/>
              </a:br>
              <a:r>
                <a:rPr lang="zh-CN" altLang="en-US" sz="1100"/>
                <a:t>压线为负值</a:t>
              </a:r>
            </a:p>
          </p:txBody>
        </p:sp>
        <p:sp>
          <p:nvSpPr>
            <p:cNvPr id="90" name="TextBox 448"/>
            <p:cNvSpPr txBox="1"/>
            <p:nvPr/>
          </p:nvSpPr>
          <p:spPr>
            <a:xfrm>
              <a:off x="7491620" y="3477223"/>
              <a:ext cx="922087" cy="510940"/>
            </a:xfrm>
            <a:prstGeom prst="rect">
              <a:avLst/>
            </a:prstGeom>
            <a:no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1100"/>
                <a:t>MinSlotDpth:</a:t>
              </a:r>
              <a:br>
                <a:rPr lang="en-US" altLang="zh-CN" sz="1100"/>
              </a:br>
              <a:r>
                <a:rPr lang="zh-CN" altLang="en-US" sz="1100"/>
                <a:t>压线为负值</a:t>
              </a:r>
            </a:p>
          </p:txBody>
        </p:sp>
        <p:cxnSp>
          <p:nvCxnSpPr>
            <p:cNvPr id="91" name="直接连接符 90"/>
            <p:cNvCxnSpPr/>
            <p:nvPr/>
          </p:nvCxnSpPr>
          <p:spPr>
            <a:xfrm flipH="1" flipV="1">
              <a:off x="6100309" y="1520431"/>
              <a:ext cx="16370" cy="3223274"/>
            </a:xfrm>
            <a:prstGeom prst="line">
              <a:avLst/>
            </a:prstGeom>
            <a:noFill/>
            <a:ln w="15875" cap="flat" cmpd="sng" algn="ctr">
              <a:solidFill>
                <a:schemeClr val="accent1">
                  <a:lumMod val="75000"/>
                </a:schemeClr>
              </a:solidFill>
              <a:prstDash val="dash"/>
              <a:headEnd type="none"/>
              <a:tailEnd type="arrow"/>
            </a:ln>
            <a:effectLst>
              <a:outerShdw blurRad="40000" dist="20000" dir="5400000" rotWithShape="0">
                <a:srgbClr val="000000">
                  <a:alpha val="38000"/>
                </a:srgbClr>
              </a:outerShdw>
            </a:effectLst>
          </p:spPr>
        </p:cxnSp>
        <p:cxnSp>
          <p:nvCxnSpPr>
            <p:cNvPr id="92" name="直接连接符 91"/>
            <p:cNvCxnSpPr/>
            <p:nvPr/>
          </p:nvCxnSpPr>
          <p:spPr>
            <a:xfrm flipH="1" flipV="1">
              <a:off x="5156399" y="4221891"/>
              <a:ext cx="1740506" cy="32614"/>
            </a:xfrm>
            <a:prstGeom prst="line">
              <a:avLst/>
            </a:prstGeom>
            <a:noFill/>
            <a:ln w="15875" cap="flat" cmpd="sng" algn="ctr">
              <a:solidFill>
                <a:schemeClr val="accent1">
                  <a:lumMod val="75000"/>
                </a:schemeClr>
              </a:solidFill>
              <a:prstDash val="dash"/>
              <a:headEnd type="none"/>
              <a:tailEnd type="arrow"/>
            </a:ln>
            <a:effectLst>
              <a:outerShdw blurRad="40000" dist="20000" dir="5400000" rotWithShape="0">
                <a:srgbClr val="000000">
                  <a:alpha val="38000"/>
                </a:srgbClr>
              </a:outerShdw>
            </a:effectLst>
          </p:spPr>
        </p:cxnSp>
        <p:sp>
          <p:nvSpPr>
            <p:cNvPr id="93" name="TextBox 448"/>
            <p:cNvSpPr txBox="1"/>
            <p:nvPr/>
          </p:nvSpPr>
          <p:spPr>
            <a:xfrm>
              <a:off x="5238241" y="3955551"/>
              <a:ext cx="758402" cy="255845"/>
            </a:xfrm>
            <a:prstGeom prst="rect">
              <a:avLst/>
            </a:prstGeom>
            <a:no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1100"/>
                <a:t> Obj1Ang</a:t>
              </a:r>
              <a:endParaRPr lang="zh-CN" altLang="en-US" sz="1100"/>
            </a:p>
          </p:txBody>
        </p:sp>
        <p:sp>
          <p:nvSpPr>
            <p:cNvPr id="94" name="TextBox 448"/>
            <p:cNvSpPr txBox="1"/>
            <p:nvPr/>
          </p:nvSpPr>
          <p:spPr>
            <a:xfrm>
              <a:off x="5260066" y="2069420"/>
              <a:ext cx="758402" cy="255845"/>
            </a:xfrm>
            <a:prstGeom prst="rect">
              <a:avLst/>
            </a:prstGeom>
            <a:no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1100"/>
                <a:t> Obj2Ang</a:t>
              </a:r>
              <a:endParaRPr lang="zh-CN" altLang="en-US" sz="1100"/>
            </a:p>
          </p:txBody>
        </p:sp>
        <p:sp>
          <p:nvSpPr>
            <p:cNvPr id="108" name="文本框 107"/>
            <p:cNvSpPr txBox="1"/>
            <p:nvPr/>
          </p:nvSpPr>
          <p:spPr>
            <a:xfrm>
              <a:off x="6358408" y="4863535"/>
              <a:ext cx="927472" cy="307777"/>
            </a:xfrm>
            <a:prstGeom prst="rect">
              <a:avLst/>
            </a:prstGeom>
            <a:noFill/>
          </p:spPr>
          <p:txBody>
            <a:bodyPr wrap="square" rtlCol="0">
              <a:spAutoFit/>
            </a:bodyPr>
            <a:lstStyle/>
            <a:p>
              <a:r>
                <a:rPr lang="zh-CN" altLang="en-US" sz="1400" dirty="0" smtClean="0">
                  <a:latin typeface="宋体" panose="02010600030101010101" pitchFamily="2" charset="-122"/>
                </a:rPr>
                <a:t>水平泊出</a:t>
              </a:r>
            </a:p>
          </p:txBody>
        </p:sp>
      </p:grpSp>
    </p:spTree>
    <p:custDataLst>
      <p:tags r:id="rId1"/>
    </p:custDataLst>
    <p:extLst>
      <p:ext uri="{BB962C8B-B14F-4D97-AF65-F5344CB8AC3E}">
        <p14:creationId xmlns:p14="http://schemas.microsoft.com/office/powerpoint/2010/main" val="6597056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79202" y="233084"/>
            <a:ext cx="677732" cy="4034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1323" tIns="35662" rIns="71323" bIns="35662" rtlCol="0" anchor="ctr"/>
          <a:lstStyle/>
          <a:p>
            <a:pPr algn="ctr"/>
            <a:r>
              <a:rPr lang="en-US" altLang="zh-CN" sz="2200" b="1" dirty="0" smtClean="0">
                <a:solidFill>
                  <a:schemeClr val="tx1"/>
                </a:solidFill>
                <a:latin typeface="微软雅黑" panose="020B0503020204020204" pitchFamily="34" charset="-122"/>
                <a:ea typeface="微软雅黑" panose="020B0503020204020204" pitchFamily="34" charset="-122"/>
              </a:rPr>
              <a:t>02</a:t>
            </a:r>
            <a:endParaRPr lang="zh-CN" altLang="en-US" sz="2200" b="1" dirty="0">
              <a:solidFill>
                <a:schemeClr val="tx1"/>
              </a:solidFill>
              <a:latin typeface="微软雅黑" panose="020B0503020204020204" pitchFamily="34" charset="-122"/>
              <a:ea typeface="微软雅黑" panose="020B0503020204020204" pitchFamily="34" charset="-122"/>
            </a:endParaRPr>
          </a:p>
        </p:txBody>
      </p:sp>
      <p:sp>
        <p:nvSpPr>
          <p:cNvPr id="31" name="标题 1"/>
          <p:cNvSpPr txBox="1"/>
          <p:nvPr/>
        </p:nvSpPr>
        <p:spPr bwMode="auto">
          <a:xfrm>
            <a:off x="1056937" y="210144"/>
            <a:ext cx="3416007" cy="476250"/>
          </a:xfrm>
          <a:prstGeom prst="rect">
            <a:avLst/>
          </a:prstGeom>
          <a:noFill/>
          <a:ln w="9525">
            <a:noFill/>
            <a:miter lim="800000"/>
          </a:ln>
        </p:spPr>
        <p:txBody>
          <a:bodyPr lIns="91429" tIns="45714" rIns="91429" bIns="45714" anchor="ctr"/>
          <a:lstStyle/>
          <a:p>
            <a:r>
              <a:rPr lang="zh-CN" altLang="en-US" sz="2400" b="1" dirty="0" smtClean="0">
                <a:solidFill>
                  <a:srgbClr val="7F7F7F"/>
                </a:solidFill>
                <a:latin typeface="+mn-ea"/>
                <a:ea typeface="+mn-ea"/>
                <a:cs typeface="Arial Unicode MS" panose="020B0604020202020204" pitchFamily="34" charset="-122"/>
              </a:rPr>
              <a:t>完全泊出逻辑策略说明</a:t>
            </a:r>
            <a:endParaRPr lang="zh-CN" altLang="en-US" sz="2400" b="1" dirty="0">
              <a:solidFill>
                <a:srgbClr val="7F7F7F"/>
              </a:solidFill>
              <a:latin typeface="+mn-ea"/>
              <a:ea typeface="+mn-ea"/>
              <a:cs typeface="Arial Unicode MS" panose="020B0604020202020204" pitchFamily="34" charset="-122"/>
            </a:endParaRPr>
          </a:p>
        </p:txBody>
      </p:sp>
      <p:sp>
        <p:nvSpPr>
          <p:cNvPr id="13" name="TextBox 12"/>
          <p:cNvSpPr txBox="1"/>
          <p:nvPr/>
        </p:nvSpPr>
        <p:spPr>
          <a:xfrm>
            <a:off x="8618220" y="5345966"/>
            <a:ext cx="454732" cy="338554"/>
          </a:xfrm>
          <a:prstGeom prst="rect">
            <a:avLst/>
          </a:prstGeom>
          <a:solidFill>
            <a:schemeClr val="bg1"/>
          </a:solidFill>
          <a:ln>
            <a:solidFill>
              <a:schemeClr val="bg1"/>
            </a:solidFill>
          </a:ln>
        </p:spPr>
        <p:txBody>
          <a:bodyPr wrap="square" rtlCol="0">
            <a:spAutoFit/>
          </a:bodyPr>
          <a:lstStyle/>
          <a:p>
            <a:r>
              <a:rPr lang="en-US" altLang="zh-CN" sz="1600" dirty="0" smtClean="0">
                <a:latin typeface="+mn-ea"/>
                <a:ea typeface="+mn-ea"/>
              </a:rPr>
              <a:t>  </a:t>
            </a:r>
            <a:endParaRPr lang="zh-CN" altLang="en-US" sz="1600" dirty="0">
              <a:latin typeface="+mn-ea"/>
              <a:ea typeface="+mn-ea"/>
            </a:endParaRPr>
          </a:p>
        </p:txBody>
      </p:sp>
      <p:sp>
        <p:nvSpPr>
          <p:cNvPr id="5"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灯片编号占位符 2"/>
          <p:cNvSpPr txBox="1">
            <a:spLocks/>
          </p:cNvSpPr>
          <p:nvPr/>
        </p:nvSpPr>
        <p:spPr>
          <a:xfrm>
            <a:off x="5584611" y="6849318"/>
            <a:ext cx="1021191" cy="224284"/>
          </a:xfrm>
          <a:prstGeom prst="rect">
            <a:avLst/>
          </a:prstGeom>
        </p:spPr>
        <p:txBody>
          <a:bodyPr/>
          <a:lstStyle>
            <a:defPPr>
              <a:defRPr lang="zh-CN"/>
            </a:defPPr>
            <a:lvl1pPr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1pPr>
            <a:lvl2pPr marL="455930" indent="-444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2pPr>
            <a:lvl3pPr marL="913130" indent="-92075"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3pPr>
            <a:lvl4pPr marL="1370330" indent="-13843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4pPr>
            <a:lvl5pPr marL="1825625" indent="-1841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9pPr>
          </a:lstStyle>
          <a:p>
            <a:pPr>
              <a:defRPr/>
            </a:pPr>
            <a:fld id="{0D91A68C-EF75-448C-824C-11AEAA06B251}" type="slidenum">
              <a:rPr lang="en-GB" smtClean="0">
                <a:solidFill>
                  <a:prstClr val="black">
                    <a:tint val="75000"/>
                  </a:prstClr>
                </a:solidFill>
              </a:rPr>
              <a:pPr>
                <a:defRPr/>
              </a:pPr>
              <a:t>13</a:t>
            </a:fld>
            <a:endParaRPr lang="en-GB">
              <a:solidFill>
                <a:prstClr val="black">
                  <a:tint val="75000"/>
                </a:prstClr>
              </a:solidFill>
            </a:endParaRPr>
          </a:p>
        </p:txBody>
      </p:sp>
      <p:sp>
        <p:nvSpPr>
          <p:cNvPr id="8" name="页脚占位符 3"/>
          <p:cNvSpPr txBox="1">
            <a:spLocks/>
          </p:cNvSpPr>
          <p:nvPr/>
        </p:nvSpPr>
        <p:spPr>
          <a:xfrm>
            <a:off x="6928015" y="6848955"/>
            <a:ext cx="5242516" cy="224284"/>
          </a:xfrm>
          <a:prstGeom prst="rect">
            <a:avLst/>
          </a:prstGeom>
        </p:spPr>
        <p:txBody>
          <a:bodyPr/>
          <a:lstStyle>
            <a:defPPr>
              <a:defRPr lang="zh-CN"/>
            </a:defPPr>
            <a:lvl1pPr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1pPr>
            <a:lvl2pPr marL="455930" indent="-444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2pPr>
            <a:lvl3pPr marL="913130" indent="-92075"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3pPr>
            <a:lvl4pPr marL="1370330" indent="-13843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4pPr>
            <a:lvl5pPr marL="1825625" indent="-1841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9pPr>
          </a:lstStyle>
          <a:p>
            <a:pPr>
              <a:defRPr/>
            </a:pPr>
            <a:r>
              <a:rPr lang="en-US" altLang="zh-TW" smtClean="0">
                <a:solidFill>
                  <a:prstClr val="black">
                    <a:tint val="75000"/>
                  </a:prstClr>
                </a:solidFill>
              </a:rPr>
              <a:t>© 2024 TTE GROUP ALL RIGHT RESERVED | DO NOT FORWARD WITHOUT PERMISSION</a:t>
            </a:r>
            <a:endParaRPr lang="zh-TW" altLang="en-US" dirty="0">
              <a:solidFill>
                <a:prstClr val="black">
                  <a:tint val="75000"/>
                </a:prstClr>
              </a:solidFill>
            </a:endParaRPr>
          </a:p>
        </p:txBody>
      </p:sp>
      <p:sp>
        <p:nvSpPr>
          <p:cNvPr id="9" name="TextBox 20"/>
          <p:cNvSpPr txBox="1"/>
          <p:nvPr/>
        </p:nvSpPr>
        <p:spPr>
          <a:xfrm>
            <a:off x="0" y="815513"/>
            <a:ext cx="8393635" cy="415498"/>
          </a:xfrm>
          <a:prstGeom prst="rect">
            <a:avLst/>
          </a:prstGeom>
          <a:noFill/>
        </p:spPr>
        <p:txBody>
          <a:bodyPr wrap="square" rtlCol="0">
            <a:spAutoFit/>
          </a:bodyPr>
          <a:lstStyle/>
          <a:p>
            <a:pPr marL="742950" lvl="2" indent="-285750">
              <a:lnSpc>
                <a:spcPct val="150000"/>
              </a:lnSpc>
              <a:buFont typeface="Wingdings" panose="05000000000000000000" pitchFamily="2" charset="2"/>
              <a:buChar char="p"/>
            </a:pPr>
            <a:r>
              <a:rPr lang="zh-CN" altLang="en-US" sz="1600" dirty="0" smtClean="0">
                <a:latin typeface="+mn-ea"/>
              </a:rPr>
              <a:t>更新</a:t>
            </a:r>
            <a:r>
              <a:rPr lang="en-US" altLang="zh-CN" sz="1600" dirty="0" smtClean="0">
                <a:latin typeface="+mn-ea"/>
              </a:rPr>
              <a:t>Obj1</a:t>
            </a:r>
            <a:r>
              <a:rPr lang="zh-CN" altLang="en-US" sz="1600" dirty="0" smtClean="0">
                <a:latin typeface="+mn-ea"/>
              </a:rPr>
              <a:t>和</a:t>
            </a:r>
            <a:r>
              <a:rPr lang="en-US" altLang="zh-CN" sz="1600" dirty="0" smtClean="0">
                <a:latin typeface="+mn-ea"/>
              </a:rPr>
              <a:t>Obj2</a:t>
            </a:r>
            <a:r>
              <a:rPr lang="zh-CN" altLang="en-US" sz="1600" dirty="0" smtClean="0">
                <a:latin typeface="+mn-ea"/>
              </a:rPr>
              <a:t>坐标</a:t>
            </a:r>
            <a:endParaRPr lang="en-US" altLang="zh-CN" sz="1600" dirty="0" smtClean="0">
              <a:latin typeface="+mn-ea"/>
            </a:endParaRPr>
          </a:p>
        </p:txBody>
      </p:sp>
      <p:sp>
        <p:nvSpPr>
          <p:cNvPr id="699" name="文本框 13"/>
          <p:cNvSpPr txBox="1"/>
          <p:nvPr/>
        </p:nvSpPr>
        <p:spPr>
          <a:xfrm>
            <a:off x="0" y="1347307"/>
            <a:ext cx="8618220" cy="1361911"/>
          </a:xfrm>
          <a:prstGeom prst="rect">
            <a:avLst/>
          </a:prstGeom>
          <a:noFill/>
        </p:spPr>
        <p:txBody>
          <a:bodyPr wrap="square" rtlCol="0">
            <a:spAutoFit/>
          </a:bodyPr>
          <a:lstStyle>
            <a:defPPr>
              <a:defRPr lang="zh-TW"/>
            </a:defPPr>
            <a:lvl3pPr marL="457200" lvl="2" indent="0">
              <a:lnSpc>
                <a:spcPct val="150000"/>
              </a:lnSpc>
              <a:defRPr sz="1800">
                <a:latin typeface="+mn-ea"/>
              </a:defRPr>
            </a:lvl3pPr>
          </a:lstStyle>
          <a:p>
            <a:pPr marL="742950" lvl="2" indent="-285750">
              <a:buFont typeface="Wingdings" panose="05000000000000000000" pitchFamily="2" charset="2"/>
              <a:buChar char="Ø"/>
            </a:pPr>
            <a:r>
              <a:rPr lang="zh-CN" altLang="en-US" sz="1100" dirty="0" smtClean="0">
                <a:latin typeface="+mn-lt"/>
              </a:rPr>
              <a:t>确认默认边界的同时，需要根据</a:t>
            </a:r>
            <a:r>
              <a:rPr lang="en-US" altLang="zh-CN" sz="1100" dirty="0" smtClean="0">
                <a:latin typeface="+mn-lt"/>
              </a:rPr>
              <a:t>FSD</a:t>
            </a:r>
            <a:r>
              <a:rPr lang="zh-CN" altLang="en-US" sz="1100" dirty="0" smtClean="0">
                <a:latin typeface="+mn-lt"/>
              </a:rPr>
              <a:t>、</a:t>
            </a:r>
            <a:r>
              <a:rPr lang="en-US" altLang="zh-CN" sz="1100" dirty="0" smtClean="0">
                <a:latin typeface="+mn-lt"/>
              </a:rPr>
              <a:t>OD</a:t>
            </a:r>
            <a:r>
              <a:rPr lang="zh-CN" altLang="en-US" sz="1100" dirty="0" smtClean="0">
                <a:latin typeface="+mn-lt"/>
              </a:rPr>
              <a:t>、</a:t>
            </a:r>
            <a:r>
              <a:rPr lang="en-US" altLang="zh-CN" sz="1100" dirty="0" err="1" smtClean="0">
                <a:latin typeface="+mn-lt"/>
              </a:rPr>
              <a:t>Senser</a:t>
            </a:r>
            <a:r>
              <a:rPr lang="zh-CN" altLang="en-US" sz="1100" dirty="0" smtClean="0">
                <a:latin typeface="+mn-lt"/>
              </a:rPr>
              <a:t>等感知数据更新</a:t>
            </a:r>
            <a:r>
              <a:rPr lang="en-US" altLang="zh-CN" sz="1100" dirty="0" smtClean="0">
                <a:latin typeface="+mn-lt"/>
              </a:rPr>
              <a:t>Obj1</a:t>
            </a:r>
            <a:r>
              <a:rPr lang="zh-CN" altLang="en-US" sz="1100" dirty="0" smtClean="0">
                <a:latin typeface="+mn-lt"/>
              </a:rPr>
              <a:t>和</a:t>
            </a:r>
            <a:r>
              <a:rPr lang="en-US" altLang="zh-CN" sz="1100" dirty="0" smtClean="0">
                <a:latin typeface="+mn-lt"/>
              </a:rPr>
              <a:t>Obj2</a:t>
            </a:r>
            <a:r>
              <a:rPr lang="zh-CN" altLang="en-US" sz="1100" dirty="0" smtClean="0">
                <a:latin typeface="+mn-lt"/>
              </a:rPr>
              <a:t>。</a:t>
            </a:r>
            <a:endParaRPr lang="en-US" altLang="zh-CN" sz="1100" dirty="0" smtClean="0">
              <a:latin typeface="+mn-lt"/>
            </a:endParaRPr>
          </a:p>
          <a:p>
            <a:pPr marL="742950" lvl="2" indent="-285750">
              <a:buFont typeface="Wingdings" panose="05000000000000000000" pitchFamily="2" charset="2"/>
              <a:buChar char="Ø"/>
            </a:pPr>
            <a:r>
              <a:rPr lang="en-US" altLang="zh-CN" sz="1100" dirty="0" err="1" smtClean="0">
                <a:latin typeface="+mn-lt"/>
              </a:rPr>
              <a:t>Senser</a:t>
            </a:r>
            <a:r>
              <a:rPr lang="zh-CN" altLang="en-US" sz="1100" dirty="0" smtClean="0">
                <a:latin typeface="+mn-lt"/>
              </a:rPr>
              <a:t>感知数据取</a:t>
            </a:r>
            <a:r>
              <a:rPr lang="en-US" altLang="zh-CN" sz="1100" dirty="0" smtClean="0">
                <a:latin typeface="+mn-lt"/>
              </a:rPr>
              <a:t>12</a:t>
            </a:r>
            <a:r>
              <a:rPr lang="zh-CN" altLang="en-US" sz="1100" dirty="0" smtClean="0">
                <a:latin typeface="+mn-lt"/>
              </a:rPr>
              <a:t>个雷达探头探测的最近距离，更新</a:t>
            </a:r>
            <a:r>
              <a:rPr lang="en-US" altLang="zh-CN" sz="1100" dirty="0">
                <a:latin typeface="+mn-lt"/>
              </a:rPr>
              <a:t>Obj1</a:t>
            </a:r>
            <a:r>
              <a:rPr lang="zh-CN" altLang="en-US" sz="1100" dirty="0">
                <a:latin typeface="+mn-lt"/>
              </a:rPr>
              <a:t>和</a:t>
            </a:r>
            <a:r>
              <a:rPr lang="en-US" altLang="zh-CN" sz="1100" dirty="0">
                <a:latin typeface="+mn-lt"/>
              </a:rPr>
              <a:t>Obj2</a:t>
            </a:r>
            <a:r>
              <a:rPr lang="zh-CN" altLang="en-US" sz="1100" dirty="0" smtClean="0">
                <a:latin typeface="+mn-lt"/>
              </a:rPr>
              <a:t>坐标；</a:t>
            </a:r>
            <a:endParaRPr lang="en-US" altLang="zh-CN" sz="1100" dirty="0" smtClean="0">
              <a:latin typeface="+mn-lt"/>
            </a:endParaRPr>
          </a:p>
          <a:p>
            <a:pPr marL="742950" lvl="2" indent="-285750">
              <a:buFont typeface="Wingdings" panose="05000000000000000000" pitchFamily="2" charset="2"/>
              <a:buChar char="Ø"/>
            </a:pPr>
            <a:r>
              <a:rPr lang="en-US" altLang="zh-CN" sz="1100" dirty="0" smtClean="0">
                <a:latin typeface="+mn-lt"/>
              </a:rPr>
              <a:t>FSD</a:t>
            </a:r>
            <a:r>
              <a:rPr lang="zh-CN" altLang="en-US" sz="1100" dirty="0" smtClean="0">
                <a:latin typeface="+mn-lt"/>
              </a:rPr>
              <a:t>、</a:t>
            </a:r>
            <a:r>
              <a:rPr lang="en-US" altLang="zh-CN" sz="1100" dirty="0" smtClean="0">
                <a:latin typeface="+mn-lt"/>
              </a:rPr>
              <a:t>OD</a:t>
            </a:r>
            <a:r>
              <a:rPr lang="zh-CN" altLang="en-US" sz="1100" dirty="0" smtClean="0">
                <a:latin typeface="+mn-lt"/>
              </a:rPr>
              <a:t>感知数据划定特定检测区域，在检测区域内的感知数据为有效数据，在这些有效数据里取距离车辆最近的风险点；</a:t>
            </a:r>
            <a:endParaRPr lang="en-US" altLang="zh-CN" sz="1100" dirty="0" smtClean="0">
              <a:latin typeface="+mn-lt"/>
            </a:endParaRPr>
          </a:p>
          <a:p>
            <a:pPr marL="742950" lvl="2" indent="-285750">
              <a:buFont typeface="Wingdings" panose="05000000000000000000" pitchFamily="2" charset="2"/>
              <a:buChar char="Ø"/>
            </a:pPr>
            <a:r>
              <a:rPr lang="zh-CN" altLang="en-US" sz="1100" dirty="0" smtClean="0">
                <a:latin typeface="+mn-lt"/>
              </a:rPr>
              <a:t>以</a:t>
            </a:r>
            <a:r>
              <a:rPr lang="en-US" altLang="zh-CN" sz="1100" dirty="0" smtClean="0">
                <a:latin typeface="+mn-lt"/>
              </a:rPr>
              <a:t>FSD</a:t>
            </a:r>
            <a:r>
              <a:rPr lang="zh-CN" altLang="en-US" sz="1100" dirty="0" smtClean="0">
                <a:latin typeface="+mn-lt"/>
              </a:rPr>
              <a:t>、</a:t>
            </a:r>
            <a:r>
              <a:rPr lang="en-US" altLang="zh-CN" sz="1100" dirty="0" smtClean="0">
                <a:latin typeface="+mn-lt"/>
              </a:rPr>
              <a:t>OD</a:t>
            </a:r>
            <a:r>
              <a:rPr lang="zh-CN" altLang="en-US" sz="1100" dirty="0" smtClean="0">
                <a:latin typeface="+mn-lt"/>
              </a:rPr>
              <a:t>感知数据举例，根据车辆两边的</a:t>
            </a:r>
            <a:r>
              <a:rPr lang="en-US" altLang="zh-CN" sz="1100" dirty="0" smtClean="0">
                <a:latin typeface="+mn-lt"/>
              </a:rPr>
              <a:t>FSD</a:t>
            </a:r>
            <a:r>
              <a:rPr lang="zh-CN" altLang="en-US" sz="1100" dirty="0" smtClean="0">
                <a:latin typeface="+mn-lt"/>
              </a:rPr>
              <a:t>数据和</a:t>
            </a:r>
            <a:r>
              <a:rPr lang="en-US" altLang="zh-CN" sz="1100" dirty="0" smtClean="0">
                <a:latin typeface="+mn-lt"/>
              </a:rPr>
              <a:t>OD</a:t>
            </a:r>
            <a:r>
              <a:rPr lang="zh-CN" altLang="en-US" sz="1100" dirty="0" smtClean="0">
                <a:latin typeface="+mn-lt"/>
              </a:rPr>
              <a:t>数据打点，更新</a:t>
            </a:r>
            <a:r>
              <a:rPr lang="en-US" altLang="zh-CN" sz="1100" dirty="0" smtClean="0">
                <a:latin typeface="+mn-lt"/>
              </a:rPr>
              <a:t>Obj1</a:t>
            </a:r>
            <a:r>
              <a:rPr lang="zh-CN" altLang="en-US" sz="1100" dirty="0" smtClean="0">
                <a:latin typeface="+mn-lt"/>
              </a:rPr>
              <a:t>和</a:t>
            </a:r>
            <a:r>
              <a:rPr lang="en-US" altLang="zh-CN" sz="1100" dirty="0" smtClean="0">
                <a:latin typeface="+mn-lt"/>
              </a:rPr>
              <a:t>Obj2</a:t>
            </a:r>
            <a:r>
              <a:rPr lang="zh-CN" altLang="en-US" sz="1100" dirty="0" smtClean="0">
                <a:latin typeface="+mn-lt"/>
              </a:rPr>
              <a:t>坐标到障碍物距离车辆最近的地方。示意图如下：</a:t>
            </a:r>
            <a:endParaRPr lang="en-US" altLang="zh-CN" sz="1100" dirty="0">
              <a:latin typeface="+mn-lt"/>
            </a:endParaRPr>
          </a:p>
        </p:txBody>
      </p:sp>
      <p:sp>
        <p:nvSpPr>
          <p:cNvPr id="6" name="矩形 5"/>
          <p:cNvSpPr/>
          <p:nvPr/>
        </p:nvSpPr>
        <p:spPr>
          <a:xfrm>
            <a:off x="3558655" y="3594361"/>
            <a:ext cx="431528" cy="369332"/>
          </a:xfrm>
          <a:prstGeom prst="rect">
            <a:avLst/>
          </a:prstGeom>
        </p:spPr>
        <p:txBody>
          <a:bodyPr wrap="square">
            <a:spAutoFit/>
          </a:bodyPr>
          <a:lstStyle/>
          <a:p>
            <a:r>
              <a:rPr lang="en-US" altLang="zh-CN" dirty="0">
                <a:latin typeface="宋体" panose="02010600030101010101" pitchFamily="2" charset="-122"/>
                <a:sym typeface="Wingdings" panose="05000000000000000000" pitchFamily="2" charset="2"/>
              </a:rPr>
              <a:t></a:t>
            </a:r>
            <a:endParaRPr lang="zh-CN" altLang="en-US" dirty="0"/>
          </a:p>
        </p:txBody>
      </p:sp>
      <p:pic>
        <p:nvPicPr>
          <p:cNvPr id="39" name="图片 38"/>
          <p:cNvPicPr/>
          <p:nvPr/>
        </p:nvPicPr>
        <p:blipFill>
          <a:blip r:embed="rId4"/>
          <a:stretch>
            <a:fillRect/>
          </a:stretch>
        </p:blipFill>
        <p:spPr>
          <a:xfrm>
            <a:off x="3988121" y="2674928"/>
            <a:ext cx="2158365" cy="2413000"/>
          </a:xfrm>
          <a:prstGeom prst="rect">
            <a:avLst/>
          </a:prstGeom>
        </p:spPr>
      </p:pic>
      <p:grpSp>
        <p:nvGrpSpPr>
          <p:cNvPr id="40" name="组合 39"/>
          <p:cNvGrpSpPr/>
          <p:nvPr/>
        </p:nvGrpSpPr>
        <p:grpSpPr>
          <a:xfrm>
            <a:off x="6778565" y="3769599"/>
            <a:ext cx="168651" cy="566172"/>
            <a:chOff x="6712391" y="3481965"/>
            <a:chExt cx="252255" cy="893827"/>
          </a:xfrm>
        </p:grpSpPr>
        <p:sp>
          <p:nvSpPr>
            <p:cNvPr id="41" name="矩形 40"/>
            <p:cNvSpPr/>
            <p:nvPr/>
          </p:nvSpPr>
          <p:spPr>
            <a:xfrm>
              <a:off x="6712391" y="3481965"/>
              <a:ext cx="235593" cy="126602"/>
            </a:xfrm>
            <a:prstGeom prst="rect">
              <a:avLst/>
            </a:prstGeom>
            <a:noFill/>
            <a:ln w="19050">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42" name="流程图: 联系 403"/>
            <p:cNvSpPr/>
            <p:nvPr/>
          </p:nvSpPr>
          <p:spPr>
            <a:xfrm>
              <a:off x="6827287" y="3911110"/>
              <a:ext cx="55701"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43" name="任意多边形 42"/>
            <p:cNvSpPr/>
            <p:nvPr/>
          </p:nvSpPr>
          <p:spPr>
            <a:xfrm>
              <a:off x="6760859" y="4290735"/>
              <a:ext cx="203787" cy="85057"/>
            </a:xfrm>
            <a:custGeom>
              <a:avLst/>
              <a:gdLst>
                <a:gd name="connsiteX0" fmla="*/ 0 w 322192"/>
                <a:gd name="connsiteY0" fmla="*/ 83532 h 90864"/>
                <a:gd name="connsiteX1" fmla="*/ 152400 w 322192"/>
                <a:gd name="connsiteY1" fmla="*/ 83532 h 90864"/>
                <a:gd name="connsiteX2" fmla="*/ 304800 w 322192"/>
                <a:gd name="connsiteY2" fmla="*/ 7332 h 90864"/>
                <a:gd name="connsiteX3" fmla="*/ 312420 w 322192"/>
                <a:gd name="connsiteY3" fmla="*/ 7332 h 90864"/>
              </a:gdLst>
              <a:ahLst/>
              <a:cxnLst>
                <a:cxn ang="0">
                  <a:pos x="connsiteX0" y="connsiteY0"/>
                </a:cxn>
                <a:cxn ang="0">
                  <a:pos x="connsiteX1" y="connsiteY1"/>
                </a:cxn>
                <a:cxn ang="0">
                  <a:pos x="connsiteX2" y="connsiteY2"/>
                </a:cxn>
                <a:cxn ang="0">
                  <a:pos x="connsiteX3" y="connsiteY3"/>
                </a:cxn>
              </a:cxnLst>
              <a:rect l="l" t="t" r="r" b="b"/>
              <a:pathLst>
                <a:path w="322192" h="90864">
                  <a:moveTo>
                    <a:pt x="0" y="83532"/>
                  </a:moveTo>
                  <a:cubicBezTo>
                    <a:pt x="50800" y="89882"/>
                    <a:pt x="101600" y="96232"/>
                    <a:pt x="152400" y="83532"/>
                  </a:cubicBezTo>
                  <a:cubicBezTo>
                    <a:pt x="203200" y="70832"/>
                    <a:pt x="304800" y="7332"/>
                    <a:pt x="304800" y="7332"/>
                  </a:cubicBezTo>
                  <a:cubicBezTo>
                    <a:pt x="331470" y="-5368"/>
                    <a:pt x="321945" y="982"/>
                    <a:pt x="312420" y="733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椭圆 43"/>
          <p:cNvSpPr/>
          <p:nvPr/>
        </p:nvSpPr>
        <p:spPr>
          <a:xfrm>
            <a:off x="6825440" y="4522001"/>
            <a:ext cx="99352" cy="11311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文本框 13"/>
          <p:cNvSpPr txBox="1"/>
          <p:nvPr/>
        </p:nvSpPr>
        <p:spPr>
          <a:xfrm>
            <a:off x="7094602" y="2854063"/>
            <a:ext cx="1188146" cy="2144177"/>
          </a:xfrm>
          <a:prstGeom prst="rect">
            <a:avLst/>
          </a:prstGeom>
          <a:noFill/>
        </p:spPr>
        <p:txBody>
          <a:bodyPr wrap="none" rtlCol="0">
            <a:spAutoFit/>
          </a:bodyPr>
          <a:lstStyle/>
          <a:p>
            <a:pPr>
              <a:lnSpc>
                <a:spcPts val="2000"/>
              </a:lnSpc>
            </a:pPr>
            <a:r>
              <a:rPr lang="en-US" altLang="zh-CN" sz="1000" dirty="0" smtClean="0">
                <a:latin typeface="+mn-lt"/>
              </a:rPr>
              <a:t>Obj1</a:t>
            </a:r>
          </a:p>
          <a:p>
            <a:pPr>
              <a:lnSpc>
                <a:spcPts val="2000"/>
              </a:lnSpc>
            </a:pPr>
            <a:r>
              <a:rPr lang="en-US" altLang="zh-CN" sz="1000" dirty="0" smtClean="0">
                <a:latin typeface="+mn-lt"/>
              </a:rPr>
              <a:t>Obj2</a:t>
            </a:r>
          </a:p>
          <a:p>
            <a:pPr>
              <a:lnSpc>
                <a:spcPts val="2000"/>
              </a:lnSpc>
            </a:pPr>
            <a:r>
              <a:rPr lang="zh-CN" altLang="en-US" sz="1000" dirty="0" smtClean="0">
                <a:latin typeface="+mn-lt"/>
              </a:rPr>
              <a:t>边界线</a:t>
            </a:r>
            <a:endParaRPr lang="en-US" altLang="zh-CN" sz="1000" dirty="0" smtClean="0">
              <a:latin typeface="+mn-lt"/>
            </a:endParaRPr>
          </a:p>
          <a:p>
            <a:pPr>
              <a:lnSpc>
                <a:spcPts val="2000"/>
              </a:lnSpc>
            </a:pPr>
            <a:r>
              <a:rPr lang="zh-CN" altLang="en-US" sz="1000" dirty="0" smtClean="0">
                <a:latin typeface="+mn-lt"/>
              </a:rPr>
              <a:t>影像车位</a:t>
            </a:r>
            <a:endParaRPr lang="en-US" altLang="zh-CN" sz="1000" dirty="0" smtClean="0">
              <a:latin typeface="+mn-lt"/>
            </a:endParaRPr>
          </a:p>
          <a:p>
            <a:pPr>
              <a:lnSpc>
                <a:spcPts val="2000"/>
              </a:lnSpc>
            </a:pPr>
            <a:r>
              <a:rPr lang="en-US" altLang="zh-CN" sz="1000" dirty="0">
                <a:latin typeface="+mn-lt"/>
              </a:rPr>
              <a:t>FSD</a:t>
            </a:r>
            <a:r>
              <a:rPr lang="zh-CN" altLang="en-US" sz="1000" dirty="0">
                <a:latin typeface="+mn-lt"/>
              </a:rPr>
              <a:t>障碍物</a:t>
            </a:r>
            <a:r>
              <a:rPr lang="zh-CN" altLang="en-US" sz="1000" dirty="0" smtClean="0">
                <a:latin typeface="+mn-lt"/>
              </a:rPr>
              <a:t>边界点</a:t>
            </a:r>
            <a:endParaRPr lang="en-US" altLang="zh-CN" sz="1000" dirty="0">
              <a:latin typeface="+mn-lt"/>
            </a:endParaRPr>
          </a:p>
          <a:p>
            <a:pPr>
              <a:lnSpc>
                <a:spcPts val="2000"/>
              </a:lnSpc>
            </a:pPr>
            <a:r>
              <a:rPr lang="zh-CN" altLang="en-US" sz="1000" dirty="0" smtClean="0">
                <a:latin typeface="+mn-lt"/>
              </a:rPr>
              <a:t>车辆行驶路径</a:t>
            </a:r>
            <a:endParaRPr lang="en-US" altLang="zh-CN" sz="1000" dirty="0" smtClean="0">
              <a:latin typeface="+mn-lt"/>
            </a:endParaRPr>
          </a:p>
          <a:p>
            <a:pPr>
              <a:lnSpc>
                <a:spcPts val="2000"/>
              </a:lnSpc>
            </a:pPr>
            <a:r>
              <a:rPr lang="en-US" altLang="zh-CN" sz="1000" dirty="0" smtClean="0">
                <a:latin typeface="+mn-lt"/>
              </a:rPr>
              <a:t>OD</a:t>
            </a:r>
            <a:r>
              <a:rPr lang="zh-CN" altLang="en-US" sz="1000" dirty="0" smtClean="0">
                <a:latin typeface="+mn-lt"/>
              </a:rPr>
              <a:t>信息</a:t>
            </a:r>
            <a:endParaRPr lang="en-US" altLang="zh-CN" sz="1000" dirty="0" smtClean="0">
              <a:latin typeface="+mn-lt"/>
            </a:endParaRPr>
          </a:p>
          <a:p>
            <a:pPr>
              <a:lnSpc>
                <a:spcPts val="2000"/>
              </a:lnSpc>
            </a:pPr>
            <a:r>
              <a:rPr lang="zh-CN" altLang="en-US" sz="1000" dirty="0" smtClean="0">
                <a:latin typeface="+mn-lt"/>
              </a:rPr>
              <a:t>感知检测区域</a:t>
            </a:r>
            <a:endParaRPr lang="zh-CN" altLang="en-US" sz="1000" dirty="0">
              <a:latin typeface="+mn-lt"/>
            </a:endParaRPr>
          </a:p>
        </p:txBody>
      </p:sp>
      <p:cxnSp>
        <p:nvCxnSpPr>
          <p:cNvPr id="46" name="直接连接符 45"/>
          <p:cNvCxnSpPr/>
          <p:nvPr/>
        </p:nvCxnSpPr>
        <p:spPr>
          <a:xfrm flipH="1" flipV="1">
            <a:off x="6724204" y="3567745"/>
            <a:ext cx="296705" cy="4821"/>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sp>
        <p:nvSpPr>
          <p:cNvPr id="47" name="矩形 46"/>
          <p:cNvSpPr/>
          <p:nvPr/>
        </p:nvSpPr>
        <p:spPr>
          <a:xfrm>
            <a:off x="6799064" y="3255984"/>
            <a:ext cx="114300" cy="5847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6802973" y="3020324"/>
            <a:ext cx="114300" cy="58473"/>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p:cNvSpPr/>
          <p:nvPr/>
        </p:nvSpPr>
        <p:spPr>
          <a:xfrm>
            <a:off x="5175145" y="3694676"/>
            <a:ext cx="99258" cy="6577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79"/>
          <p:cNvSpPr/>
          <p:nvPr/>
        </p:nvSpPr>
        <p:spPr>
          <a:xfrm>
            <a:off x="5167624" y="4029834"/>
            <a:ext cx="114300" cy="58473"/>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nvSpPr>
        <p:spPr>
          <a:xfrm>
            <a:off x="5573876" y="3615977"/>
            <a:ext cx="99352" cy="11311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9" name="组合 48"/>
          <p:cNvGrpSpPr/>
          <p:nvPr/>
        </p:nvGrpSpPr>
        <p:grpSpPr>
          <a:xfrm>
            <a:off x="6739220" y="4771141"/>
            <a:ext cx="264763" cy="125284"/>
            <a:chOff x="379202" y="3567745"/>
            <a:chExt cx="514393" cy="404962"/>
          </a:xfrm>
        </p:grpSpPr>
        <p:cxnSp>
          <p:nvCxnSpPr>
            <p:cNvPr id="50" name="直接连接符 49"/>
            <p:cNvCxnSpPr/>
            <p:nvPr/>
          </p:nvCxnSpPr>
          <p:spPr>
            <a:xfrm>
              <a:off x="893595" y="3572566"/>
              <a:ext cx="0" cy="391127"/>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H="1">
              <a:off x="379202" y="3567745"/>
              <a:ext cx="511694" cy="0"/>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H="1">
              <a:off x="379202" y="3963693"/>
              <a:ext cx="511694" cy="0"/>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379202" y="3581580"/>
              <a:ext cx="0" cy="391127"/>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1294448" y="2710815"/>
            <a:ext cx="2305049" cy="2483214"/>
            <a:chOff x="1294448" y="2710815"/>
            <a:chExt cx="2305049" cy="2483214"/>
          </a:xfrm>
        </p:grpSpPr>
        <p:pic>
          <p:nvPicPr>
            <p:cNvPr id="37" name="图片 36"/>
            <p:cNvPicPr/>
            <p:nvPr/>
          </p:nvPicPr>
          <p:blipFill rotWithShape="1">
            <a:blip r:embed="rId5"/>
            <a:srcRect t="1425" b="-1"/>
            <a:stretch/>
          </p:blipFill>
          <p:spPr>
            <a:xfrm>
              <a:off x="1294448" y="2710815"/>
              <a:ext cx="2305049" cy="2483214"/>
            </a:xfrm>
            <a:prstGeom prst="rect">
              <a:avLst/>
            </a:prstGeom>
          </p:spPr>
        </p:pic>
        <p:sp>
          <p:nvSpPr>
            <p:cNvPr id="70" name="矩形 69"/>
            <p:cNvSpPr/>
            <p:nvPr/>
          </p:nvSpPr>
          <p:spPr>
            <a:xfrm>
              <a:off x="2610539" y="3689406"/>
              <a:ext cx="522234" cy="431109"/>
            </a:xfrm>
            <a:prstGeom prst="rect">
              <a:avLst/>
            </a:prstGeom>
            <a:noFill/>
            <a:ln w="19050">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71" name="矩形 70"/>
            <p:cNvSpPr/>
            <p:nvPr/>
          </p:nvSpPr>
          <p:spPr>
            <a:xfrm>
              <a:off x="2531516" y="4149038"/>
              <a:ext cx="114300" cy="58473"/>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矩形 71"/>
            <p:cNvSpPr/>
            <p:nvPr/>
          </p:nvSpPr>
          <p:spPr>
            <a:xfrm>
              <a:off x="2533452" y="3594361"/>
              <a:ext cx="114300" cy="5847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流程图: 联系 403"/>
            <p:cNvSpPr/>
            <p:nvPr/>
          </p:nvSpPr>
          <p:spPr>
            <a:xfrm>
              <a:off x="2792176" y="4059071"/>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74" name="流程图: 联系 403"/>
            <p:cNvSpPr/>
            <p:nvPr/>
          </p:nvSpPr>
          <p:spPr>
            <a:xfrm>
              <a:off x="2891701" y="4041430"/>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76" name="流程图: 联系 403"/>
            <p:cNvSpPr/>
            <p:nvPr/>
          </p:nvSpPr>
          <p:spPr>
            <a:xfrm>
              <a:off x="2680618" y="4046224"/>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77" name="流程图: 联系 403"/>
            <p:cNvSpPr/>
            <p:nvPr/>
          </p:nvSpPr>
          <p:spPr>
            <a:xfrm>
              <a:off x="2694544" y="3734317"/>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78" name="流程图: 联系 403"/>
            <p:cNvSpPr/>
            <p:nvPr/>
          </p:nvSpPr>
          <p:spPr>
            <a:xfrm>
              <a:off x="2819694" y="3742814"/>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81" name="椭圆 80"/>
            <p:cNvSpPr/>
            <p:nvPr/>
          </p:nvSpPr>
          <p:spPr>
            <a:xfrm>
              <a:off x="2909045" y="3645643"/>
              <a:ext cx="99352" cy="11311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2437347" y="3369382"/>
              <a:ext cx="693277" cy="439194"/>
              <a:chOff x="379202" y="3567745"/>
              <a:chExt cx="514393" cy="404962"/>
            </a:xfrm>
          </p:grpSpPr>
          <p:cxnSp>
            <p:nvCxnSpPr>
              <p:cNvPr id="34" name="直接连接符 33"/>
              <p:cNvCxnSpPr/>
              <p:nvPr/>
            </p:nvCxnSpPr>
            <p:spPr>
              <a:xfrm>
                <a:off x="893595" y="3572566"/>
                <a:ext cx="0" cy="391127"/>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379202" y="3567745"/>
                <a:ext cx="511694" cy="0"/>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a:off x="379202" y="3963693"/>
                <a:ext cx="511694" cy="0"/>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379202" y="3581580"/>
                <a:ext cx="0" cy="391127"/>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55" name="组合 54"/>
            <p:cNvGrpSpPr/>
            <p:nvPr/>
          </p:nvGrpSpPr>
          <p:grpSpPr>
            <a:xfrm>
              <a:off x="2445537" y="4017178"/>
              <a:ext cx="693277" cy="439194"/>
              <a:chOff x="379202" y="3567745"/>
              <a:chExt cx="514393" cy="404962"/>
            </a:xfrm>
          </p:grpSpPr>
          <p:cxnSp>
            <p:nvCxnSpPr>
              <p:cNvPr id="56" name="直接连接符 55"/>
              <p:cNvCxnSpPr/>
              <p:nvPr/>
            </p:nvCxnSpPr>
            <p:spPr>
              <a:xfrm>
                <a:off x="893595" y="3572566"/>
                <a:ext cx="0" cy="391127"/>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379202" y="3567745"/>
                <a:ext cx="511694" cy="0"/>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379202" y="3963693"/>
                <a:ext cx="511694" cy="0"/>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379202" y="3581580"/>
                <a:ext cx="0" cy="391127"/>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grpSp>
    </p:spTree>
    <p:custDataLst>
      <p:tags r:id="rId1"/>
    </p:custDataLst>
    <p:extLst>
      <p:ext uri="{BB962C8B-B14F-4D97-AF65-F5344CB8AC3E}">
        <p14:creationId xmlns:p14="http://schemas.microsoft.com/office/powerpoint/2010/main" val="38519148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 name="图片 60"/>
          <p:cNvPicPr/>
          <p:nvPr/>
        </p:nvPicPr>
        <p:blipFill>
          <a:blip r:embed="rId4"/>
          <a:stretch>
            <a:fillRect/>
          </a:stretch>
        </p:blipFill>
        <p:spPr>
          <a:xfrm>
            <a:off x="1294303" y="2576007"/>
            <a:ext cx="2097717" cy="2343527"/>
          </a:xfrm>
          <a:prstGeom prst="rect">
            <a:avLst/>
          </a:prstGeom>
        </p:spPr>
      </p:pic>
      <p:pic>
        <p:nvPicPr>
          <p:cNvPr id="11" name="图片 10"/>
          <p:cNvPicPr>
            <a:picLocks noChangeAspect="1"/>
          </p:cNvPicPr>
          <p:nvPr/>
        </p:nvPicPr>
        <p:blipFill rotWithShape="1">
          <a:blip r:embed="rId5"/>
          <a:srcRect t="1129"/>
          <a:stretch/>
        </p:blipFill>
        <p:spPr>
          <a:xfrm>
            <a:off x="4016178" y="2552939"/>
            <a:ext cx="1877370" cy="2549971"/>
          </a:xfrm>
          <a:prstGeom prst="rect">
            <a:avLst/>
          </a:prstGeom>
        </p:spPr>
      </p:pic>
      <p:sp>
        <p:nvSpPr>
          <p:cNvPr id="12" name="矩形 11"/>
          <p:cNvSpPr/>
          <p:nvPr/>
        </p:nvSpPr>
        <p:spPr>
          <a:xfrm>
            <a:off x="379202" y="233084"/>
            <a:ext cx="677732" cy="4034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1323" tIns="35662" rIns="71323" bIns="35662" rtlCol="0" anchor="ctr"/>
          <a:lstStyle/>
          <a:p>
            <a:pPr algn="ctr"/>
            <a:r>
              <a:rPr lang="en-US" altLang="zh-CN" sz="2200" b="1" dirty="0" smtClean="0">
                <a:solidFill>
                  <a:schemeClr val="tx1"/>
                </a:solidFill>
                <a:latin typeface="微软雅黑" panose="020B0503020204020204" pitchFamily="34" charset="-122"/>
                <a:ea typeface="微软雅黑" panose="020B0503020204020204" pitchFamily="34" charset="-122"/>
              </a:rPr>
              <a:t>02</a:t>
            </a:r>
            <a:endParaRPr lang="zh-CN" altLang="en-US" sz="2200" b="1" dirty="0">
              <a:solidFill>
                <a:schemeClr val="tx1"/>
              </a:solidFill>
              <a:latin typeface="微软雅黑" panose="020B0503020204020204" pitchFamily="34" charset="-122"/>
              <a:ea typeface="微软雅黑" panose="020B0503020204020204" pitchFamily="34" charset="-122"/>
            </a:endParaRPr>
          </a:p>
        </p:txBody>
      </p:sp>
      <p:sp>
        <p:nvSpPr>
          <p:cNvPr id="31" name="标题 1"/>
          <p:cNvSpPr txBox="1"/>
          <p:nvPr/>
        </p:nvSpPr>
        <p:spPr bwMode="auto">
          <a:xfrm>
            <a:off x="1056937" y="210144"/>
            <a:ext cx="3416007" cy="476250"/>
          </a:xfrm>
          <a:prstGeom prst="rect">
            <a:avLst/>
          </a:prstGeom>
          <a:noFill/>
          <a:ln w="9525">
            <a:noFill/>
            <a:miter lim="800000"/>
          </a:ln>
        </p:spPr>
        <p:txBody>
          <a:bodyPr lIns="91429" tIns="45714" rIns="91429" bIns="45714" anchor="ctr"/>
          <a:lstStyle/>
          <a:p>
            <a:r>
              <a:rPr lang="zh-CN" altLang="en-US" sz="2400" b="1" dirty="0" smtClean="0">
                <a:solidFill>
                  <a:srgbClr val="7F7F7F"/>
                </a:solidFill>
                <a:latin typeface="+mn-ea"/>
                <a:ea typeface="+mn-ea"/>
                <a:cs typeface="Arial Unicode MS" panose="020B0604020202020204" pitchFamily="34" charset="-122"/>
              </a:rPr>
              <a:t>完全泊出逻辑策略说明</a:t>
            </a:r>
            <a:endParaRPr lang="zh-CN" altLang="en-US" sz="2400" b="1" dirty="0">
              <a:solidFill>
                <a:srgbClr val="7F7F7F"/>
              </a:solidFill>
              <a:latin typeface="+mn-ea"/>
              <a:ea typeface="+mn-ea"/>
              <a:cs typeface="Arial Unicode MS" panose="020B0604020202020204" pitchFamily="34" charset="-122"/>
            </a:endParaRPr>
          </a:p>
        </p:txBody>
      </p:sp>
      <p:sp>
        <p:nvSpPr>
          <p:cNvPr id="13" name="TextBox 12"/>
          <p:cNvSpPr txBox="1"/>
          <p:nvPr/>
        </p:nvSpPr>
        <p:spPr>
          <a:xfrm>
            <a:off x="8618220" y="5345966"/>
            <a:ext cx="454732" cy="338554"/>
          </a:xfrm>
          <a:prstGeom prst="rect">
            <a:avLst/>
          </a:prstGeom>
          <a:solidFill>
            <a:schemeClr val="bg1"/>
          </a:solidFill>
          <a:ln>
            <a:solidFill>
              <a:schemeClr val="bg1"/>
            </a:solidFill>
          </a:ln>
        </p:spPr>
        <p:txBody>
          <a:bodyPr wrap="square" rtlCol="0">
            <a:spAutoFit/>
          </a:bodyPr>
          <a:lstStyle/>
          <a:p>
            <a:r>
              <a:rPr lang="en-US" altLang="zh-CN" sz="1600" dirty="0" smtClean="0">
                <a:latin typeface="+mn-ea"/>
                <a:ea typeface="+mn-ea"/>
              </a:rPr>
              <a:t>  </a:t>
            </a:r>
            <a:endParaRPr lang="zh-CN" altLang="en-US" sz="1600" dirty="0">
              <a:latin typeface="+mn-ea"/>
              <a:ea typeface="+mn-ea"/>
            </a:endParaRPr>
          </a:p>
        </p:txBody>
      </p:sp>
      <p:sp>
        <p:nvSpPr>
          <p:cNvPr id="5"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灯片编号占位符 2"/>
          <p:cNvSpPr txBox="1">
            <a:spLocks/>
          </p:cNvSpPr>
          <p:nvPr/>
        </p:nvSpPr>
        <p:spPr>
          <a:xfrm>
            <a:off x="5584611" y="6849318"/>
            <a:ext cx="1021191" cy="224284"/>
          </a:xfrm>
          <a:prstGeom prst="rect">
            <a:avLst/>
          </a:prstGeom>
        </p:spPr>
        <p:txBody>
          <a:bodyPr/>
          <a:lstStyle>
            <a:defPPr>
              <a:defRPr lang="zh-CN"/>
            </a:defPPr>
            <a:lvl1pPr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1pPr>
            <a:lvl2pPr marL="455930" indent="-444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2pPr>
            <a:lvl3pPr marL="913130" indent="-92075"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3pPr>
            <a:lvl4pPr marL="1370330" indent="-13843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4pPr>
            <a:lvl5pPr marL="1825625" indent="-1841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9pPr>
          </a:lstStyle>
          <a:p>
            <a:pPr>
              <a:defRPr/>
            </a:pPr>
            <a:fld id="{0D91A68C-EF75-448C-824C-11AEAA06B251}" type="slidenum">
              <a:rPr lang="en-GB" smtClean="0">
                <a:solidFill>
                  <a:prstClr val="black">
                    <a:tint val="75000"/>
                  </a:prstClr>
                </a:solidFill>
              </a:rPr>
              <a:pPr>
                <a:defRPr/>
              </a:pPr>
              <a:t>14</a:t>
            </a:fld>
            <a:endParaRPr lang="en-GB">
              <a:solidFill>
                <a:prstClr val="black">
                  <a:tint val="75000"/>
                </a:prstClr>
              </a:solidFill>
            </a:endParaRPr>
          </a:p>
        </p:txBody>
      </p:sp>
      <p:sp>
        <p:nvSpPr>
          <p:cNvPr id="8" name="页脚占位符 3"/>
          <p:cNvSpPr txBox="1">
            <a:spLocks/>
          </p:cNvSpPr>
          <p:nvPr/>
        </p:nvSpPr>
        <p:spPr>
          <a:xfrm>
            <a:off x="6928015" y="6848955"/>
            <a:ext cx="5242516" cy="224284"/>
          </a:xfrm>
          <a:prstGeom prst="rect">
            <a:avLst/>
          </a:prstGeom>
        </p:spPr>
        <p:txBody>
          <a:bodyPr/>
          <a:lstStyle>
            <a:defPPr>
              <a:defRPr lang="zh-CN"/>
            </a:defPPr>
            <a:lvl1pPr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1pPr>
            <a:lvl2pPr marL="455930" indent="-444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2pPr>
            <a:lvl3pPr marL="913130" indent="-92075"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3pPr>
            <a:lvl4pPr marL="1370330" indent="-13843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4pPr>
            <a:lvl5pPr marL="1825625" indent="-1841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9pPr>
          </a:lstStyle>
          <a:p>
            <a:pPr>
              <a:defRPr/>
            </a:pPr>
            <a:r>
              <a:rPr lang="en-US" altLang="zh-TW" smtClean="0">
                <a:solidFill>
                  <a:prstClr val="black">
                    <a:tint val="75000"/>
                  </a:prstClr>
                </a:solidFill>
              </a:rPr>
              <a:t>© 2024 TTE GROUP ALL RIGHT RESERVED | DO NOT FORWARD WITHOUT PERMISSION</a:t>
            </a:r>
            <a:endParaRPr lang="zh-TW" altLang="en-US" dirty="0">
              <a:solidFill>
                <a:prstClr val="black">
                  <a:tint val="75000"/>
                </a:prstClr>
              </a:solidFill>
            </a:endParaRPr>
          </a:p>
        </p:txBody>
      </p:sp>
      <p:sp>
        <p:nvSpPr>
          <p:cNvPr id="9" name="TextBox 20"/>
          <p:cNvSpPr txBox="1"/>
          <p:nvPr/>
        </p:nvSpPr>
        <p:spPr>
          <a:xfrm>
            <a:off x="0" y="815513"/>
            <a:ext cx="8393635" cy="415498"/>
          </a:xfrm>
          <a:prstGeom prst="rect">
            <a:avLst/>
          </a:prstGeom>
          <a:noFill/>
        </p:spPr>
        <p:txBody>
          <a:bodyPr wrap="square" rtlCol="0">
            <a:spAutoFit/>
          </a:bodyPr>
          <a:lstStyle/>
          <a:p>
            <a:pPr marL="742950" lvl="2" indent="-285750">
              <a:lnSpc>
                <a:spcPct val="150000"/>
              </a:lnSpc>
              <a:buFont typeface="Wingdings" panose="05000000000000000000" pitchFamily="2" charset="2"/>
              <a:buChar char="p"/>
            </a:pPr>
            <a:r>
              <a:rPr lang="zh-CN" altLang="en-US" sz="1600" dirty="0" smtClean="0">
                <a:latin typeface="+mn-ea"/>
              </a:rPr>
              <a:t>更新</a:t>
            </a:r>
            <a:r>
              <a:rPr lang="en-US" altLang="zh-CN" sz="1600" dirty="0" smtClean="0">
                <a:latin typeface="+mn-ea"/>
              </a:rPr>
              <a:t>Obj1</a:t>
            </a:r>
            <a:r>
              <a:rPr lang="zh-CN" altLang="en-US" sz="1600" dirty="0" smtClean="0">
                <a:latin typeface="+mn-ea"/>
              </a:rPr>
              <a:t>和</a:t>
            </a:r>
            <a:r>
              <a:rPr lang="en-US" altLang="zh-CN" sz="1600" dirty="0" smtClean="0">
                <a:latin typeface="+mn-ea"/>
              </a:rPr>
              <a:t>Obj2</a:t>
            </a:r>
            <a:r>
              <a:rPr lang="zh-CN" altLang="en-US" sz="1600" dirty="0" smtClean="0">
                <a:latin typeface="+mn-ea"/>
              </a:rPr>
              <a:t>坐标</a:t>
            </a:r>
            <a:endParaRPr lang="en-US" altLang="zh-CN" sz="1600" dirty="0" smtClean="0">
              <a:latin typeface="+mn-ea"/>
            </a:endParaRPr>
          </a:p>
        </p:txBody>
      </p:sp>
      <p:sp>
        <p:nvSpPr>
          <p:cNvPr id="699" name="文本框 13"/>
          <p:cNvSpPr txBox="1"/>
          <p:nvPr/>
        </p:nvSpPr>
        <p:spPr>
          <a:xfrm>
            <a:off x="0" y="1347307"/>
            <a:ext cx="8618220" cy="1361911"/>
          </a:xfrm>
          <a:prstGeom prst="rect">
            <a:avLst/>
          </a:prstGeom>
          <a:noFill/>
        </p:spPr>
        <p:txBody>
          <a:bodyPr wrap="square" rtlCol="0">
            <a:spAutoFit/>
          </a:bodyPr>
          <a:lstStyle>
            <a:defPPr>
              <a:defRPr lang="zh-TW"/>
            </a:defPPr>
            <a:lvl3pPr marL="457200" lvl="2" indent="0">
              <a:lnSpc>
                <a:spcPct val="150000"/>
              </a:lnSpc>
              <a:defRPr sz="1800">
                <a:latin typeface="+mn-ea"/>
              </a:defRPr>
            </a:lvl3pPr>
          </a:lstStyle>
          <a:p>
            <a:pPr marL="742950" lvl="2" indent="-285750">
              <a:buFont typeface="Wingdings" panose="05000000000000000000" pitchFamily="2" charset="2"/>
              <a:buChar char="Ø"/>
            </a:pPr>
            <a:r>
              <a:rPr lang="zh-CN" altLang="en-US" sz="1100" dirty="0" smtClean="0">
                <a:latin typeface="+mn-lt"/>
              </a:rPr>
              <a:t>锚点转换前，</a:t>
            </a:r>
            <a:r>
              <a:rPr lang="zh-CN" altLang="en-US" sz="1100" dirty="0"/>
              <a:t>会持续的根据实时的感知信息更新</a:t>
            </a:r>
            <a:r>
              <a:rPr lang="en-US" altLang="zh-CN" sz="1100" dirty="0"/>
              <a:t>Obj1</a:t>
            </a:r>
            <a:r>
              <a:rPr lang="zh-CN" altLang="en-US" sz="1100" dirty="0"/>
              <a:t>、</a:t>
            </a:r>
            <a:r>
              <a:rPr lang="en-US" altLang="zh-CN" sz="1100" dirty="0" smtClean="0"/>
              <a:t>Obj2</a:t>
            </a:r>
            <a:r>
              <a:rPr lang="zh-CN" altLang="en-US" sz="1100" dirty="0" smtClean="0"/>
              <a:t>，</a:t>
            </a:r>
            <a:r>
              <a:rPr lang="zh-CN" altLang="en-US" sz="1100" dirty="0" smtClean="0">
                <a:latin typeface="+mn-lt"/>
              </a:rPr>
              <a:t>锚点也会持续同步为</a:t>
            </a:r>
            <a:r>
              <a:rPr lang="en-US" altLang="zh-CN" sz="1100" dirty="0" smtClean="0">
                <a:latin typeface="+mn-lt"/>
              </a:rPr>
              <a:t>Obj2</a:t>
            </a:r>
            <a:r>
              <a:rPr lang="zh-CN" altLang="en-US" sz="1100" dirty="0" smtClean="0">
                <a:latin typeface="+mn-lt"/>
              </a:rPr>
              <a:t>的坐标。</a:t>
            </a:r>
            <a:endParaRPr lang="en-US" altLang="zh-CN" sz="1100" dirty="0" smtClean="0">
              <a:latin typeface="+mn-lt"/>
            </a:endParaRPr>
          </a:p>
          <a:p>
            <a:pPr marL="742950" lvl="2" indent="-285750">
              <a:buFont typeface="Wingdings" panose="05000000000000000000" pitchFamily="2" charset="2"/>
              <a:buChar char="Ø"/>
            </a:pPr>
            <a:r>
              <a:rPr lang="zh-CN" altLang="en-US" sz="1100" dirty="0" smtClean="0">
                <a:latin typeface="+mn-lt"/>
              </a:rPr>
              <a:t>锚点转换后，车辆已开始行驶，仍然会持续的根据实时的感知信息更新</a:t>
            </a:r>
            <a:r>
              <a:rPr lang="en-US" altLang="zh-CN" sz="1100" dirty="0" smtClean="0">
                <a:latin typeface="+mn-lt"/>
              </a:rPr>
              <a:t>Obj1</a:t>
            </a:r>
            <a:r>
              <a:rPr lang="zh-CN" altLang="en-US" sz="1100" dirty="0" smtClean="0">
                <a:latin typeface="+mn-lt"/>
              </a:rPr>
              <a:t>、</a:t>
            </a:r>
            <a:r>
              <a:rPr lang="en-US" altLang="zh-CN" sz="1100" dirty="0" smtClean="0">
                <a:latin typeface="+mn-lt"/>
              </a:rPr>
              <a:t>Obj2</a:t>
            </a:r>
            <a:r>
              <a:rPr lang="zh-CN" altLang="en-US" sz="1100" dirty="0" smtClean="0">
                <a:latin typeface="+mn-lt"/>
              </a:rPr>
              <a:t>，目的是确保准确获取拐点障碍物的坐标。</a:t>
            </a:r>
            <a:endParaRPr lang="en-US" altLang="zh-CN" sz="1100" dirty="0" smtClean="0">
              <a:latin typeface="+mn-lt"/>
            </a:endParaRPr>
          </a:p>
          <a:p>
            <a:pPr marL="742950" lvl="2" indent="-285750">
              <a:buFont typeface="Wingdings" panose="05000000000000000000" pitchFamily="2" charset="2"/>
              <a:buChar char="Ø"/>
            </a:pPr>
            <a:r>
              <a:rPr lang="zh-CN" altLang="en-US" sz="1100" dirty="0" smtClean="0"/>
              <a:t>根</a:t>
            </a:r>
            <a:r>
              <a:rPr lang="zh-CN" altLang="en-US" sz="1100" dirty="0"/>
              <a:t>据传</a:t>
            </a:r>
            <a:r>
              <a:rPr lang="zh-CN" altLang="en-US" sz="1100" dirty="0" smtClean="0"/>
              <a:t>感器实时更新的</a:t>
            </a:r>
            <a:r>
              <a:rPr lang="en-US" altLang="zh-CN" sz="1100" dirty="0"/>
              <a:t>Obj1</a:t>
            </a:r>
            <a:r>
              <a:rPr lang="zh-CN" altLang="en-US" sz="1100" dirty="0"/>
              <a:t>、</a:t>
            </a:r>
            <a:r>
              <a:rPr lang="en-US" altLang="zh-CN" sz="1100" dirty="0"/>
              <a:t>Obj2</a:t>
            </a:r>
            <a:r>
              <a:rPr lang="zh-CN" altLang="en-US" sz="1100" dirty="0"/>
              <a:t>，</a:t>
            </a:r>
            <a:r>
              <a:rPr lang="zh-CN" altLang="en-US" sz="1100" dirty="0" smtClean="0"/>
              <a:t>会作为车位框的两个角点坐标，更新车位信息并提供</a:t>
            </a:r>
            <a:r>
              <a:rPr lang="zh-CN" altLang="en-US" sz="1100" dirty="0"/>
              <a:t>给轨迹规划模块</a:t>
            </a:r>
            <a:r>
              <a:rPr lang="zh-CN" altLang="en-US" sz="1100" dirty="0" smtClean="0"/>
              <a:t>。</a:t>
            </a:r>
            <a:endParaRPr lang="en-US" altLang="zh-CN" sz="1100" dirty="0" smtClean="0"/>
          </a:p>
          <a:p>
            <a:pPr marL="742950" lvl="2" indent="-285750">
              <a:buFont typeface="Wingdings" panose="05000000000000000000" pitchFamily="2" charset="2"/>
              <a:buChar char="Ø"/>
            </a:pPr>
            <a:r>
              <a:rPr lang="zh-CN" altLang="en-US" sz="1100" dirty="0"/>
              <a:t>当车辆出车位后不再实时更新</a:t>
            </a:r>
            <a:r>
              <a:rPr lang="en-US" altLang="zh-CN" sz="1100" dirty="0"/>
              <a:t>Obj1</a:t>
            </a:r>
            <a:r>
              <a:rPr lang="zh-CN" altLang="en-US" sz="1100" dirty="0"/>
              <a:t>、</a:t>
            </a:r>
            <a:r>
              <a:rPr lang="en-US" altLang="zh-CN" sz="1100" dirty="0"/>
              <a:t>Obj2</a:t>
            </a:r>
            <a:r>
              <a:rPr lang="zh-CN" altLang="en-US" sz="1100" dirty="0" smtClean="0"/>
              <a:t>。</a:t>
            </a:r>
            <a:endParaRPr lang="en-US" altLang="zh-CN" sz="1100" dirty="0"/>
          </a:p>
          <a:p>
            <a:pPr marL="742950" lvl="2" indent="-285750">
              <a:buFont typeface="Wingdings" panose="05000000000000000000" pitchFamily="2" charset="2"/>
              <a:buChar char="Ø"/>
            </a:pPr>
            <a:endParaRPr lang="en-US" altLang="zh-CN" sz="1100" dirty="0">
              <a:latin typeface="+mn-lt"/>
            </a:endParaRPr>
          </a:p>
        </p:txBody>
      </p:sp>
      <p:grpSp>
        <p:nvGrpSpPr>
          <p:cNvPr id="40" name="组合 39"/>
          <p:cNvGrpSpPr/>
          <p:nvPr/>
        </p:nvGrpSpPr>
        <p:grpSpPr>
          <a:xfrm>
            <a:off x="6778565" y="3769599"/>
            <a:ext cx="168651" cy="566172"/>
            <a:chOff x="6712391" y="3481965"/>
            <a:chExt cx="252255" cy="893827"/>
          </a:xfrm>
        </p:grpSpPr>
        <p:sp>
          <p:nvSpPr>
            <p:cNvPr id="41" name="矩形 40"/>
            <p:cNvSpPr/>
            <p:nvPr/>
          </p:nvSpPr>
          <p:spPr>
            <a:xfrm>
              <a:off x="6712391" y="3481965"/>
              <a:ext cx="235593" cy="126602"/>
            </a:xfrm>
            <a:prstGeom prst="rect">
              <a:avLst/>
            </a:prstGeom>
            <a:noFill/>
            <a:ln w="19050">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42" name="流程图: 联系 403"/>
            <p:cNvSpPr/>
            <p:nvPr/>
          </p:nvSpPr>
          <p:spPr>
            <a:xfrm>
              <a:off x="6827287" y="3911110"/>
              <a:ext cx="55701"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43" name="任意多边形 42"/>
            <p:cNvSpPr/>
            <p:nvPr/>
          </p:nvSpPr>
          <p:spPr>
            <a:xfrm>
              <a:off x="6760859" y="4290735"/>
              <a:ext cx="203787" cy="85057"/>
            </a:xfrm>
            <a:custGeom>
              <a:avLst/>
              <a:gdLst>
                <a:gd name="connsiteX0" fmla="*/ 0 w 322192"/>
                <a:gd name="connsiteY0" fmla="*/ 83532 h 90864"/>
                <a:gd name="connsiteX1" fmla="*/ 152400 w 322192"/>
                <a:gd name="connsiteY1" fmla="*/ 83532 h 90864"/>
                <a:gd name="connsiteX2" fmla="*/ 304800 w 322192"/>
                <a:gd name="connsiteY2" fmla="*/ 7332 h 90864"/>
                <a:gd name="connsiteX3" fmla="*/ 312420 w 322192"/>
                <a:gd name="connsiteY3" fmla="*/ 7332 h 90864"/>
              </a:gdLst>
              <a:ahLst/>
              <a:cxnLst>
                <a:cxn ang="0">
                  <a:pos x="connsiteX0" y="connsiteY0"/>
                </a:cxn>
                <a:cxn ang="0">
                  <a:pos x="connsiteX1" y="connsiteY1"/>
                </a:cxn>
                <a:cxn ang="0">
                  <a:pos x="connsiteX2" y="connsiteY2"/>
                </a:cxn>
                <a:cxn ang="0">
                  <a:pos x="connsiteX3" y="connsiteY3"/>
                </a:cxn>
              </a:cxnLst>
              <a:rect l="l" t="t" r="r" b="b"/>
              <a:pathLst>
                <a:path w="322192" h="90864">
                  <a:moveTo>
                    <a:pt x="0" y="83532"/>
                  </a:moveTo>
                  <a:cubicBezTo>
                    <a:pt x="50800" y="89882"/>
                    <a:pt x="101600" y="96232"/>
                    <a:pt x="152400" y="83532"/>
                  </a:cubicBezTo>
                  <a:cubicBezTo>
                    <a:pt x="203200" y="70832"/>
                    <a:pt x="304800" y="7332"/>
                    <a:pt x="304800" y="7332"/>
                  </a:cubicBezTo>
                  <a:cubicBezTo>
                    <a:pt x="331470" y="-5368"/>
                    <a:pt x="321945" y="982"/>
                    <a:pt x="312420" y="733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5" name="文本框 13"/>
          <p:cNvSpPr txBox="1"/>
          <p:nvPr/>
        </p:nvSpPr>
        <p:spPr>
          <a:xfrm>
            <a:off x="7094602" y="2854063"/>
            <a:ext cx="1188146" cy="2144177"/>
          </a:xfrm>
          <a:prstGeom prst="rect">
            <a:avLst/>
          </a:prstGeom>
          <a:noFill/>
        </p:spPr>
        <p:txBody>
          <a:bodyPr wrap="none" rtlCol="0">
            <a:spAutoFit/>
          </a:bodyPr>
          <a:lstStyle/>
          <a:p>
            <a:pPr>
              <a:lnSpc>
                <a:spcPts val="2000"/>
              </a:lnSpc>
            </a:pPr>
            <a:r>
              <a:rPr lang="en-US" altLang="zh-CN" sz="1000" dirty="0" smtClean="0">
                <a:latin typeface="+mn-lt"/>
              </a:rPr>
              <a:t>Obj1</a:t>
            </a:r>
          </a:p>
          <a:p>
            <a:pPr>
              <a:lnSpc>
                <a:spcPts val="2000"/>
              </a:lnSpc>
            </a:pPr>
            <a:r>
              <a:rPr lang="en-US" altLang="zh-CN" sz="1000" dirty="0" smtClean="0">
                <a:latin typeface="+mn-lt"/>
              </a:rPr>
              <a:t>Obj2</a:t>
            </a:r>
          </a:p>
          <a:p>
            <a:pPr>
              <a:lnSpc>
                <a:spcPts val="2000"/>
              </a:lnSpc>
            </a:pPr>
            <a:r>
              <a:rPr lang="zh-CN" altLang="en-US" sz="1000" dirty="0" smtClean="0">
                <a:latin typeface="+mn-lt"/>
              </a:rPr>
              <a:t>边界线</a:t>
            </a:r>
            <a:endParaRPr lang="en-US" altLang="zh-CN" sz="1000" dirty="0" smtClean="0">
              <a:latin typeface="+mn-lt"/>
            </a:endParaRPr>
          </a:p>
          <a:p>
            <a:pPr>
              <a:lnSpc>
                <a:spcPts val="2000"/>
              </a:lnSpc>
            </a:pPr>
            <a:r>
              <a:rPr lang="zh-CN" altLang="en-US" sz="1000" dirty="0" smtClean="0">
                <a:latin typeface="+mn-lt"/>
              </a:rPr>
              <a:t>影像车位</a:t>
            </a:r>
            <a:endParaRPr lang="en-US" altLang="zh-CN" sz="1000" dirty="0" smtClean="0">
              <a:latin typeface="+mn-lt"/>
            </a:endParaRPr>
          </a:p>
          <a:p>
            <a:pPr>
              <a:lnSpc>
                <a:spcPts val="2000"/>
              </a:lnSpc>
            </a:pPr>
            <a:r>
              <a:rPr lang="en-US" altLang="zh-CN" sz="1000" dirty="0">
                <a:latin typeface="+mn-lt"/>
              </a:rPr>
              <a:t>FSD</a:t>
            </a:r>
            <a:r>
              <a:rPr lang="zh-CN" altLang="en-US" sz="1000" dirty="0">
                <a:latin typeface="+mn-lt"/>
              </a:rPr>
              <a:t>障碍物</a:t>
            </a:r>
            <a:r>
              <a:rPr lang="zh-CN" altLang="en-US" sz="1000" dirty="0" smtClean="0">
                <a:latin typeface="+mn-lt"/>
              </a:rPr>
              <a:t>边界点</a:t>
            </a:r>
            <a:endParaRPr lang="en-US" altLang="zh-CN" sz="1000" dirty="0">
              <a:latin typeface="+mn-lt"/>
            </a:endParaRPr>
          </a:p>
          <a:p>
            <a:pPr>
              <a:lnSpc>
                <a:spcPts val="2000"/>
              </a:lnSpc>
            </a:pPr>
            <a:r>
              <a:rPr lang="zh-CN" altLang="en-US" sz="1000" dirty="0" smtClean="0">
                <a:latin typeface="+mn-lt"/>
              </a:rPr>
              <a:t>车辆行驶路径</a:t>
            </a:r>
            <a:endParaRPr lang="en-US" altLang="zh-CN" sz="1000" dirty="0" smtClean="0">
              <a:latin typeface="+mn-lt"/>
            </a:endParaRPr>
          </a:p>
          <a:p>
            <a:pPr>
              <a:lnSpc>
                <a:spcPts val="2000"/>
              </a:lnSpc>
            </a:pPr>
            <a:r>
              <a:rPr lang="zh-CN" altLang="en-US" sz="1000" dirty="0" smtClean="0">
                <a:latin typeface="+mn-lt"/>
              </a:rPr>
              <a:t>方柱信息</a:t>
            </a:r>
            <a:endParaRPr lang="en-US" altLang="zh-CN" sz="1000" dirty="0" smtClean="0">
              <a:latin typeface="+mn-lt"/>
            </a:endParaRPr>
          </a:p>
          <a:p>
            <a:pPr>
              <a:lnSpc>
                <a:spcPts val="2000"/>
              </a:lnSpc>
            </a:pPr>
            <a:r>
              <a:rPr lang="zh-CN" altLang="en-US" sz="1000" dirty="0" smtClean="0">
                <a:latin typeface="+mn-lt"/>
              </a:rPr>
              <a:t>感知检测区域</a:t>
            </a:r>
            <a:endParaRPr lang="zh-CN" altLang="en-US" sz="1000" dirty="0">
              <a:latin typeface="+mn-lt"/>
            </a:endParaRPr>
          </a:p>
        </p:txBody>
      </p:sp>
      <p:cxnSp>
        <p:nvCxnSpPr>
          <p:cNvPr id="46" name="直接连接符 45"/>
          <p:cNvCxnSpPr/>
          <p:nvPr/>
        </p:nvCxnSpPr>
        <p:spPr>
          <a:xfrm flipH="1" flipV="1">
            <a:off x="6724204" y="3567745"/>
            <a:ext cx="296705" cy="4821"/>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sp>
        <p:nvSpPr>
          <p:cNvPr id="47" name="矩形 46"/>
          <p:cNvSpPr/>
          <p:nvPr/>
        </p:nvSpPr>
        <p:spPr>
          <a:xfrm>
            <a:off x="6799064" y="3255984"/>
            <a:ext cx="114300" cy="5847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6802973" y="3020324"/>
            <a:ext cx="114300" cy="58473"/>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p:cNvSpPr/>
          <p:nvPr/>
        </p:nvSpPr>
        <p:spPr>
          <a:xfrm>
            <a:off x="4954361" y="3754121"/>
            <a:ext cx="99258" cy="6577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79"/>
          <p:cNvSpPr/>
          <p:nvPr/>
        </p:nvSpPr>
        <p:spPr>
          <a:xfrm>
            <a:off x="4971030" y="4053658"/>
            <a:ext cx="99258" cy="58473"/>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9" name="组合 48"/>
          <p:cNvGrpSpPr/>
          <p:nvPr/>
        </p:nvGrpSpPr>
        <p:grpSpPr>
          <a:xfrm>
            <a:off x="6739220" y="4771141"/>
            <a:ext cx="264763" cy="125284"/>
            <a:chOff x="379202" y="3567745"/>
            <a:chExt cx="514393" cy="404962"/>
          </a:xfrm>
        </p:grpSpPr>
        <p:cxnSp>
          <p:nvCxnSpPr>
            <p:cNvPr id="50" name="直接连接符 49"/>
            <p:cNvCxnSpPr/>
            <p:nvPr/>
          </p:nvCxnSpPr>
          <p:spPr>
            <a:xfrm>
              <a:off x="893595" y="3572566"/>
              <a:ext cx="0" cy="391127"/>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H="1">
              <a:off x="379202" y="3567745"/>
              <a:ext cx="511694" cy="0"/>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H="1">
              <a:off x="379202" y="3963693"/>
              <a:ext cx="511694" cy="0"/>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379202" y="3581580"/>
              <a:ext cx="0" cy="391127"/>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sp>
        <p:nvSpPr>
          <p:cNvPr id="70" name="矩形 69"/>
          <p:cNvSpPr/>
          <p:nvPr/>
        </p:nvSpPr>
        <p:spPr>
          <a:xfrm>
            <a:off x="1815287" y="3523995"/>
            <a:ext cx="522234" cy="431109"/>
          </a:xfrm>
          <a:prstGeom prst="rect">
            <a:avLst/>
          </a:prstGeom>
          <a:noFill/>
          <a:ln w="19050">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71" name="矩形 70"/>
          <p:cNvSpPr/>
          <p:nvPr/>
        </p:nvSpPr>
        <p:spPr>
          <a:xfrm>
            <a:off x="2317289" y="3977277"/>
            <a:ext cx="114300" cy="58473"/>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矩形 71"/>
          <p:cNvSpPr/>
          <p:nvPr/>
        </p:nvSpPr>
        <p:spPr>
          <a:xfrm>
            <a:off x="2319225" y="3448000"/>
            <a:ext cx="114300" cy="5847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流程图: 联系 403"/>
          <p:cNvSpPr/>
          <p:nvPr/>
        </p:nvSpPr>
        <p:spPr>
          <a:xfrm>
            <a:off x="2162024" y="3871435"/>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74" name="流程图: 联系 403"/>
          <p:cNvSpPr/>
          <p:nvPr/>
        </p:nvSpPr>
        <p:spPr>
          <a:xfrm>
            <a:off x="2309174" y="3863319"/>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76" name="流程图: 联系 403"/>
          <p:cNvSpPr/>
          <p:nvPr/>
        </p:nvSpPr>
        <p:spPr>
          <a:xfrm>
            <a:off x="2050466" y="3874463"/>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77" name="流程图: 联系 403"/>
          <p:cNvSpPr/>
          <p:nvPr/>
        </p:nvSpPr>
        <p:spPr>
          <a:xfrm>
            <a:off x="2064392" y="3575256"/>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78" name="流程图: 联系 403"/>
          <p:cNvSpPr/>
          <p:nvPr/>
        </p:nvSpPr>
        <p:spPr>
          <a:xfrm>
            <a:off x="2256217" y="3577403"/>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grpSp>
        <p:nvGrpSpPr>
          <p:cNvPr id="4" name="组合 3"/>
          <p:cNvGrpSpPr/>
          <p:nvPr/>
        </p:nvGrpSpPr>
        <p:grpSpPr>
          <a:xfrm>
            <a:off x="1807195" y="3203971"/>
            <a:ext cx="693277" cy="439194"/>
            <a:chOff x="379202" y="3567745"/>
            <a:chExt cx="514393" cy="404962"/>
          </a:xfrm>
        </p:grpSpPr>
        <p:cxnSp>
          <p:nvCxnSpPr>
            <p:cNvPr id="34" name="直接连接符 33"/>
            <p:cNvCxnSpPr/>
            <p:nvPr/>
          </p:nvCxnSpPr>
          <p:spPr>
            <a:xfrm>
              <a:off x="893595" y="3572566"/>
              <a:ext cx="0" cy="391127"/>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379202" y="3567745"/>
              <a:ext cx="511694" cy="0"/>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a:off x="379202" y="3963693"/>
              <a:ext cx="511694" cy="0"/>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379202" y="3581580"/>
              <a:ext cx="0" cy="391127"/>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55" name="组合 54"/>
          <p:cNvGrpSpPr/>
          <p:nvPr/>
        </p:nvGrpSpPr>
        <p:grpSpPr>
          <a:xfrm>
            <a:off x="1815385" y="3851767"/>
            <a:ext cx="693277" cy="439194"/>
            <a:chOff x="379202" y="3567745"/>
            <a:chExt cx="514393" cy="404962"/>
          </a:xfrm>
        </p:grpSpPr>
        <p:cxnSp>
          <p:nvCxnSpPr>
            <p:cNvPr id="56" name="直接连接符 55"/>
            <p:cNvCxnSpPr/>
            <p:nvPr/>
          </p:nvCxnSpPr>
          <p:spPr>
            <a:xfrm>
              <a:off x="893595" y="3572566"/>
              <a:ext cx="0" cy="391127"/>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379202" y="3567745"/>
              <a:ext cx="511694" cy="0"/>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379202" y="3963693"/>
              <a:ext cx="511694" cy="0"/>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379202" y="3581580"/>
              <a:ext cx="0" cy="391127"/>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sp>
        <p:nvSpPr>
          <p:cNvPr id="60" name="矩形 59"/>
          <p:cNvSpPr/>
          <p:nvPr/>
        </p:nvSpPr>
        <p:spPr>
          <a:xfrm>
            <a:off x="3558655" y="3594361"/>
            <a:ext cx="431528" cy="369332"/>
          </a:xfrm>
          <a:prstGeom prst="rect">
            <a:avLst/>
          </a:prstGeom>
        </p:spPr>
        <p:txBody>
          <a:bodyPr wrap="square">
            <a:spAutoFit/>
          </a:bodyPr>
          <a:lstStyle/>
          <a:p>
            <a:r>
              <a:rPr lang="en-US" altLang="zh-CN" dirty="0">
                <a:latin typeface="宋体" panose="02010600030101010101" pitchFamily="2" charset="-122"/>
                <a:sym typeface="Wingdings" panose="05000000000000000000" pitchFamily="2" charset="2"/>
              </a:rPr>
              <a:t></a:t>
            </a:r>
            <a:endParaRPr lang="zh-CN" altLang="en-US" dirty="0"/>
          </a:p>
        </p:txBody>
      </p:sp>
      <p:sp>
        <p:nvSpPr>
          <p:cNvPr id="62" name="矩形 61"/>
          <p:cNvSpPr/>
          <p:nvPr/>
        </p:nvSpPr>
        <p:spPr>
          <a:xfrm>
            <a:off x="2252278" y="3515998"/>
            <a:ext cx="70503" cy="70174"/>
          </a:xfrm>
          <a:prstGeom prst="rect">
            <a:avLst/>
          </a:prstGeom>
          <a:solidFill>
            <a:srgbClr val="4D4D4D"/>
          </a:solidFill>
          <a:ln>
            <a:solidFill>
              <a:srgbClr val="7F7F7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solidFill>
                <a:schemeClr val="tx1"/>
              </a:solidFill>
            </a:endParaRPr>
          </a:p>
        </p:txBody>
      </p:sp>
      <p:sp>
        <p:nvSpPr>
          <p:cNvPr id="64" name="矩形 63"/>
          <p:cNvSpPr/>
          <p:nvPr/>
        </p:nvSpPr>
        <p:spPr>
          <a:xfrm>
            <a:off x="6813096" y="4497322"/>
            <a:ext cx="125529" cy="131950"/>
          </a:xfrm>
          <a:prstGeom prst="rect">
            <a:avLst/>
          </a:prstGeom>
          <a:solidFill>
            <a:srgbClr val="4D4D4D"/>
          </a:solidFill>
          <a:ln>
            <a:solidFill>
              <a:srgbClr val="7F7F7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solidFill>
                <a:schemeClr val="tx1"/>
              </a:solidFill>
            </a:endParaRPr>
          </a:p>
        </p:txBody>
      </p:sp>
    </p:spTree>
    <p:custDataLst>
      <p:tags r:id="rId1"/>
    </p:custDataLst>
    <p:extLst>
      <p:ext uri="{BB962C8B-B14F-4D97-AF65-F5344CB8AC3E}">
        <p14:creationId xmlns:p14="http://schemas.microsoft.com/office/powerpoint/2010/main" val="998955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79202" y="233084"/>
            <a:ext cx="677732" cy="4034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1323" tIns="35662" rIns="71323" bIns="35662" rtlCol="0" anchor="ctr"/>
          <a:lstStyle/>
          <a:p>
            <a:pPr algn="ctr"/>
            <a:r>
              <a:rPr lang="en-US" altLang="zh-CN" sz="2200" b="1" dirty="0" smtClean="0">
                <a:solidFill>
                  <a:schemeClr val="tx1"/>
                </a:solidFill>
                <a:latin typeface="微软雅黑" panose="020B0503020204020204" pitchFamily="34" charset="-122"/>
                <a:ea typeface="微软雅黑" panose="020B0503020204020204" pitchFamily="34" charset="-122"/>
              </a:rPr>
              <a:t>02</a:t>
            </a:r>
            <a:endParaRPr lang="zh-CN" altLang="en-US" sz="2200" b="1" dirty="0">
              <a:solidFill>
                <a:schemeClr val="tx1"/>
              </a:solidFill>
              <a:latin typeface="微软雅黑" panose="020B0503020204020204" pitchFamily="34" charset="-122"/>
              <a:ea typeface="微软雅黑" panose="020B0503020204020204" pitchFamily="34" charset="-122"/>
            </a:endParaRPr>
          </a:p>
        </p:txBody>
      </p:sp>
      <p:sp>
        <p:nvSpPr>
          <p:cNvPr id="31" name="标题 1"/>
          <p:cNvSpPr txBox="1"/>
          <p:nvPr/>
        </p:nvSpPr>
        <p:spPr bwMode="auto">
          <a:xfrm>
            <a:off x="1056937" y="210144"/>
            <a:ext cx="3416007" cy="476250"/>
          </a:xfrm>
          <a:prstGeom prst="rect">
            <a:avLst/>
          </a:prstGeom>
          <a:noFill/>
          <a:ln w="9525">
            <a:noFill/>
            <a:miter lim="800000"/>
          </a:ln>
        </p:spPr>
        <p:txBody>
          <a:bodyPr lIns="91429" tIns="45714" rIns="91429" bIns="45714" anchor="ctr"/>
          <a:lstStyle/>
          <a:p>
            <a:r>
              <a:rPr lang="zh-CN" altLang="en-US" sz="2400" b="1" dirty="0" smtClean="0">
                <a:solidFill>
                  <a:srgbClr val="7F7F7F"/>
                </a:solidFill>
                <a:latin typeface="+mn-ea"/>
                <a:ea typeface="+mn-ea"/>
                <a:cs typeface="Arial Unicode MS" panose="020B0604020202020204" pitchFamily="34" charset="-122"/>
              </a:rPr>
              <a:t>完全泊出逻辑策略说明</a:t>
            </a:r>
            <a:endParaRPr lang="zh-CN" altLang="en-US" sz="2400" b="1" dirty="0">
              <a:solidFill>
                <a:srgbClr val="7F7F7F"/>
              </a:solidFill>
              <a:latin typeface="+mn-ea"/>
              <a:ea typeface="+mn-ea"/>
              <a:cs typeface="Arial Unicode MS" panose="020B0604020202020204" pitchFamily="34" charset="-122"/>
            </a:endParaRPr>
          </a:p>
        </p:txBody>
      </p:sp>
      <p:sp>
        <p:nvSpPr>
          <p:cNvPr id="13" name="TextBox 12"/>
          <p:cNvSpPr txBox="1"/>
          <p:nvPr/>
        </p:nvSpPr>
        <p:spPr>
          <a:xfrm>
            <a:off x="8618220" y="5345966"/>
            <a:ext cx="454732" cy="338554"/>
          </a:xfrm>
          <a:prstGeom prst="rect">
            <a:avLst/>
          </a:prstGeom>
          <a:solidFill>
            <a:schemeClr val="bg1"/>
          </a:solidFill>
          <a:ln>
            <a:solidFill>
              <a:schemeClr val="bg1"/>
            </a:solidFill>
          </a:ln>
        </p:spPr>
        <p:txBody>
          <a:bodyPr wrap="square" rtlCol="0">
            <a:spAutoFit/>
          </a:bodyPr>
          <a:lstStyle/>
          <a:p>
            <a:r>
              <a:rPr lang="en-US" altLang="zh-CN" sz="1600" dirty="0" smtClean="0">
                <a:latin typeface="+mn-ea"/>
                <a:ea typeface="+mn-ea"/>
              </a:rPr>
              <a:t>  </a:t>
            </a:r>
            <a:endParaRPr lang="zh-CN" altLang="en-US" sz="1600" dirty="0">
              <a:latin typeface="+mn-ea"/>
              <a:ea typeface="+mn-ea"/>
            </a:endParaRPr>
          </a:p>
        </p:txBody>
      </p:sp>
      <p:sp>
        <p:nvSpPr>
          <p:cNvPr id="5"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灯片编号占位符 2"/>
          <p:cNvSpPr txBox="1">
            <a:spLocks/>
          </p:cNvSpPr>
          <p:nvPr/>
        </p:nvSpPr>
        <p:spPr>
          <a:xfrm>
            <a:off x="5584611" y="6849318"/>
            <a:ext cx="1021191" cy="224284"/>
          </a:xfrm>
          <a:prstGeom prst="rect">
            <a:avLst/>
          </a:prstGeom>
        </p:spPr>
        <p:txBody>
          <a:bodyPr/>
          <a:lstStyle>
            <a:defPPr>
              <a:defRPr lang="zh-CN"/>
            </a:defPPr>
            <a:lvl1pPr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1pPr>
            <a:lvl2pPr marL="455930" indent="-444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2pPr>
            <a:lvl3pPr marL="913130" indent="-92075"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3pPr>
            <a:lvl4pPr marL="1370330" indent="-13843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4pPr>
            <a:lvl5pPr marL="1825625" indent="-1841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9pPr>
          </a:lstStyle>
          <a:p>
            <a:pPr>
              <a:defRPr/>
            </a:pPr>
            <a:fld id="{0D91A68C-EF75-448C-824C-11AEAA06B251}" type="slidenum">
              <a:rPr lang="en-GB" smtClean="0">
                <a:solidFill>
                  <a:prstClr val="black">
                    <a:tint val="75000"/>
                  </a:prstClr>
                </a:solidFill>
              </a:rPr>
              <a:pPr>
                <a:defRPr/>
              </a:pPr>
              <a:t>15</a:t>
            </a:fld>
            <a:endParaRPr lang="en-GB">
              <a:solidFill>
                <a:prstClr val="black">
                  <a:tint val="75000"/>
                </a:prstClr>
              </a:solidFill>
            </a:endParaRPr>
          </a:p>
        </p:txBody>
      </p:sp>
      <p:sp>
        <p:nvSpPr>
          <p:cNvPr id="8" name="页脚占位符 3"/>
          <p:cNvSpPr txBox="1">
            <a:spLocks/>
          </p:cNvSpPr>
          <p:nvPr/>
        </p:nvSpPr>
        <p:spPr>
          <a:xfrm>
            <a:off x="6928015" y="6848955"/>
            <a:ext cx="5242516" cy="224284"/>
          </a:xfrm>
          <a:prstGeom prst="rect">
            <a:avLst/>
          </a:prstGeom>
        </p:spPr>
        <p:txBody>
          <a:bodyPr/>
          <a:lstStyle>
            <a:defPPr>
              <a:defRPr lang="zh-CN"/>
            </a:defPPr>
            <a:lvl1pPr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1pPr>
            <a:lvl2pPr marL="455930" indent="-444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2pPr>
            <a:lvl3pPr marL="913130" indent="-92075"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3pPr>
            <a:lvl4pPr marL="1370330" indent="-13843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4pPr>
            <a:lvl5pPr marL="1825625" indent="-1841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9pPr>
          </a:lstStyle>
          <a:p>
            <a:pPr>
              <a:defRPr/>
            </a:pPr>
            <a:r>
              <a:rPr lang="en-US" altLang="zh-TW" smtClean="0">
                <a:solidFill>
                  <a:prstClr val="black">
                    <a:tint val="75000"/>
                  </a:prstClr>
                </a:solidFill>
              </a:rPr>
              <a:t>© 2024 TTE GROUP ALL RIGHT RESERVED | DO NOT FORWARD WITHOUT PERMISSION</a:t>
            </a:r>
            <a:endParaRPr lang="zh-TW" altLang="en-US" dirty="0">
              <a:solidFill>
                <a:prstClr val="black">
                  <a:tint val="75000"/>
                </a:prstClr>
              </a:solidFill>
            </a:endParaRPr>
          </a:p>
        </p:txBody>
      </p:sp>
      <p:sp>
        <p:nvSpPr>
          <p:cNvPr id="9" name="TextBox 20"/>
          <p:cNvSpPr txBox="1"/>
          <p:nvPr/>
        </p:nvSpPr>
        <p:spPr>
          <a:xfrm>
            <a:off x="0" y="815513"/>
            <a:ext cx="8393635" cy="415498"/>
          </a:xfrm>
          <a:prstGeom prst="rect">
            <a:avLst/>
          </a:prstGeom>
          <a:noFill/>
        </p:spPr>
        <p:txBody>
          <a:bodyPr wrap="square" rtlCol="0">
            <a:spAutoFit/>
          </a:bodyPr>
          <a:lstStyle/>
          <a:p>
            <a:pPr marL="742950" lvl="2" indent="-285750">
              <a:lnSpc>
                <a:spcPct val="150000"/>
              </a:lnSpc>
              <a:buFont typeface="Wingdings" panose="05000000000000000000" pitchFamily="2" charset="2"/>
              <a:buChar char="p"/>
            </a:pPr>
            <a:r>
              <a:rPr lang="zh-CN" altLang="en-US" sz="1600" dirty="0" smtClean="0">
                <a:latin typeface="+mn-ea"/>
              </a:rPr>
              <a:t>确定锚点坐标和角度</a:t>
            </a:r>
            <a:endParaRPr lang="en-US" altLang="zh-CN" sz="1600" dirty="0" smtClean="0">
              <a:latin typeface="+mn-ea"/>
            </a:endParaRPr>
          </a:p>
        </p:txBody>
      </p:sp>
      <p:sp>
        <p:nvSpPr>
          <p:cNvPr id="699" name="文本框 13"/>
          <p:cNvSpPr txBox="1"/>
          <p:nvPr/>
        </p:nvSpPr>
        <p:spPr>
          <a:xfrm>
            <a:off x="0" y="1347307"/>
            <a:ext cx="8618220" cy="1361911"/>
          </a:xfrm>
          <a:prstGeom prst="rect">
            <a:avLst/>
          </a:prstGeom>
          <a:noFill/>
        </p:spPr>
        <p:txBody>
          <a:bodyPr wrap="square" rtlCol="0">
            <a:spAutoFit/>
          </a:bodyPr>
          <a:lstStyle>
            <a:defPPr>
              <a:defRPr lang="zh-TW"/>
            </a:defPPr>
            <a:lvl3pPr marL="457200" lvl="2" indent="0">
              <a:lnSpc>
                <a:spcPct val="150000"/>
              </a:lnSpc>
              <a:defRPr sz="1800">
                <a:latin typeface="+mn-ea"/>
              </a:defRPr>
            </a:lvl3pPr>
          </a:lstStyle>
          <a:p>
            <a:pPr marL="742950" lvl="2" indent="-285750">
              <a:buFont typeface="Wingdings" panose="05000000000000000000" pitchFamily="2" charset="2"/>
              <a:buChar char="Ø"/>
            </a:pPr>
            <a:r>
              <a:rPr lang="zh-CN" altLang="en-US" sz="1100" dirty="0" smtClean="0">
                <a:latin typeface="+mn-lt"/>
              </a:rPr>
              <a:t>确定了</a:t>
            </a:r>
            <a:r>
              <a:rPr lang="en-US" altLang="zh-CN" sz="1100" dirty="0" smtClean="0">
                <a:latin typeface="+mn-lt"/>
              </a:rPr>
              <a:t>Obj2</a:t>
            </a:r>
            <a:r>
              <a:rPr lang="zh-CN" altLang="en-US" sz="1100" dirty="0" smtClean="0">
                <a:latin typeface="+mn-lt"/>
              </a:rPr>
              <a:t>后，需要确定新的锚点坐标系，方便内部计算。</a:t>
            </a:r>
            <a:endParaRPr lang="en-US" altLang="zh-CN" sz="1100" dirty="0" smtClean="0">
              <a:latin typeface="+mn-lt"/>
            </a:endParaRPr>
          </a:p>
          <a:p>
            <a:pPr marL="742950" lvl="2" indent="-285750">
              <a:buFont typeface="Wingdings" panose="05000000000000000000" pitchFamily="2" charset="2"/>
              <a:buChar char="Ø"/>
            </a:pPr>
            <a:r>
              <a:rPr lang="zh-CN" altLang="en-US" sz="1100" dirty="0" smtClean="0">
                <a:latin typeface="+mn-lt"/>
              </a:rPr>
              <a:t>锚点坐标系的原点坐标一般设置为电子围栏确定后的</a:t>
            </a:r>
            <a:r>
              <a:rPr lang="en-US" altLang="zh-CN" sz="1100" dirty="0" smtClean="0">
                <a:latin typeface="+mn-lt"/>
              </a:rPr>
              <a:t>Obj2</a:t>
            </a:r>
            <a:r>
              <a:rPr lang="zh-CN" altLang="en-US" sz="1100" dirty="0" smtClean="0">
                <a:latin typeface="+mn-lt"/>
              </a:rPr>
              <a:t>坐标；锚点坐标系的角度与车位框</a:t>
            </a:r>
            <a:r>
              <a:rPr lang="en-US" altLang="zh-CN" sz="1100" dirty="0" err="1" smtClean="0">
                <a:latin typeface="+mn-lt"/>
              </a:rPr>
              <a:t>closeline</a:t>
            </a:r>
            <a:r>
              <a:rPr lang="zh-CN" altLang="en-US" sz="1100" dirty="0" smtClean="0">
                <a:latin typeface="+mn-lt"/>
              </a:rPr>
              <a:t>的角度平行。（下面以垂直车位和阶梯车位举例说明）</a:t>
            </a:r>
            <a:endParaRPr lang="en-US" altLang="zh-CN" sz="1100" dirty="0" smtClean="0">
              <a:latin typeface="+mn-lt"/>
            </a:endParaRPr>
          </a:p>
          <a:p>
            <a:pPr marL="742950" lvl="2" indent="-285750">
              <a:buFont typeface="Wingdings" panose="05000000000000000000" pitchFamily="2" charset="2"/>
              <a:buChar char="Ø"/>
            </a:pPr>
            <a:r>
              <a:rPr lang="zh-CN" altLang="en-US" sz="1100" dirty="0" smtClean="0">
                <a:latin typeface="+mn-lt"/>
              </a:rPr>
              <a:t>锚点坐标系原点和角度通过</a:t>
            </a:r>
            <a:r>
              <a:rPr lang="en-US" altLang="zh-CN" sz="1100" dirty="0" err="1" smtClean="0">
                <a:latin typeface="+mn-lt"/>
              </a:rPr>
              <a:t>someip</a:t>
            </a:r>
            <a:r>
              <a:rPr lang="zh-CN" altLang="en-US" sz="1100" dirty="0" smtClean="0">
                <a:latin typeface="+mn-lt"/>
              </a:rPr>
              <a:t>发送给决策模块。</a:t>
            </a:r>
            <a:endParaRPr lang="en-US" altLang="zh-CN" sz="1100" dirty="0" smtClean="0">
              <a:latin typeface="+mn-lt"/>
            </a:endParaRPr>
          </a:p>
          <a:p>
            <a:pPr marL="742950" lvl="2" indent="-285750">
              <a:buFont typeface="Wingdings" panose="05000000000000000000" pitchFamily="2" charset="2"/>
              <a:buChar char="Ø"/>
            </a:pPr>
            <a:r>
              <a:rPr lang="zh-CN" altLang="en-US" sz="1100" dirty="0" smtClean="0">
                <a:latin typeface="+mn-lt"/>
              </a:rPr>
              <a:t>决策模块发送请求建立坐标系，由</a:t>
            </a:r>
            <a:r>
              <a:rPr lang="en-US" altLang="zh-CN" sz="1100" dirty="0" smtClean="0">
                <a:latin typeface="+mn-lt"/>
              </a:rPr>
              <a:t>APA</a:t>
            </a:r>
            <a:r>
              <a:rPr lang="zh-CN" altLang="en-US" sz="1100" dirty="0" smtClean="0">
                <a:latin typeface="+mn-lt"/>
              </a:rPr>
              <a:t>坐标系转换为锚点坐标系，并在锚点坐标系下开始泊出。</a:t>
            </a:r>
            <a:endParaRPr lang="en-US" altLang="zh-CN" sz="1100" dirty="0">
              <a:latin typeface="+mn-lt"/>
            </a:endParaRPr>
          </a:p>
        </p:txBody>
      </p:sp>
      <p:pic>
        <p:nvPicPr>
          <p:cNvPr id="2" name="图片 1"/>
          <p:cNvPicPr>
            <a:picLocks noChangeAspect="1"/>
          </p:cNvPicPr>
          <p:nvPr/>
        </p:nvPicPr>
        <p:blipFill>
          <a:blip r:embed="rId4"/>
          <a:stretch>
            <a:fillRect/>
          </a:stretch>
        </p:blipFill>
        <p:spPr>
          <a:xfrm>
            <a:off x="379202" y="3093810"/>
            <a:ext cx="2001442" cy="1558318"/>
          </a:xfrm>
          <a:prstGeom prst="rect">
            <a:avLst/>
          </a:prstGeom>
        </p:spPr>
      </p:pic>
      <p:pic>
        <p:nvPicPr>
          <p:cNvPr id="3" name="图片 2"/>
          <p:cNvPicPr>
            <a:picLocks noChangeAspect="1"/>
          </p:cNvPicPr>
          <p:nvPr/>
        </p:nvPicPr>
        <p:blipFill>
          <a:blip r:embed="rId5"/>
          <a:stretch>
            <a:fillRect/>
          </a:stretch>
        </p:blipFill>
        <p:spPr>
          <a:xfrm>
            <a:off x="2710334" y="2849634"/>
            <a:ext cx="1861666" cy="2101881"/>
          </a:xfrm>
          <a:prstGeom prst="rect">
            <a:avLst/>
          </a:prstGeom>
        </p:spPr>
      </p:pic>
      <p:sp>
        <p:nvSpPr>
          <p:cNvPr id="6" name="矩形 5"/>
          <p:cNvSpPr/>
          <p:nvPr/>
        </p:nvSpPr>
        <p:spPr>
          <a:xfrm>
            <a:off x="2329725" y="3624866"/>
            <a:ext cx="431528" cy="369332"/>
          </a:xfrm>
          <a:prstGeom prst="rect">
            <a:avLst/>
          </a:prstGeom>
        </p:spPr>
        <p:txBody>
          <a:bodyPr wrap="square">
            <a:spAutoFit/>
          </a:bodyPr>
          <a:lstStyle/>
          <a:p>
            <a:r>
              <a:rPr lang="en-US" altLang="zh-CN" dirty="0">
                <a:latin typeface="宋体" panose="02010600030101010101" pitchFamily="2" charset="-122"/>
                <a:sym typeface="Wingdings" panose="05000000000000000000" pitchFamily="2" charset="2"/>
              </a:rPr>
              <a:t></a:t>
            </a:r>
            <a:endParaRPr lang="zh-CN" altLang="en-US" dirty="0"/>
          </a:p>
        </p:txBody>
      </p:sp>
      <p:pic>
        <p:nvPicPr>
          <p:cNvPr id="672" name="图片 671"/>
          <p:cNvPicPr>
            <a:picLocks noChangeAspect="1"/>
          </p:cNvPicPr>
          <p:nvPr/>
        </p:nvPicPr>
        <p:blipFill>
          <a:blip r:embed="rId6"/>
          <a:stretch>
            <a:fillRect/>
          </a:stretch>
        </p:blipFill>
        <p:spPr>
          <a:xfrm>
            <a:off x="4674053" y="2966937"/>
            <a:ext cx="1741291" cy="1867276"/>
          </a:xfrm>
          <a:prstGeom prst="rect">
            <a:avLst/>
          </a:prstGeom>
        </p:spPr>
      </p:pic>
      <p:pic>
        <p:nvPicPr>
          <p:cNvPr id="673" name="图片 672"/>
          <p:cNvPicPr>
            <a:picLocks noChangeAspect="1"/>
          </p:cNvPicPr>
          <p:nvPr/>
        </p:nvPicPr>
        <p:blipFill>
          <a:blip r:embed="rId7"/>
          <a:stretch>
            <a:fillRect/>
          </a:stretch>
        </p:blipFill>
        <p:spPr>
          <a:xfrm>
            <a:off x="6742330" y="2907047"/>
            <a:ext cx="1462530" cy="1872039"/>
          </a:xfrm>
          <a:prstGeom prst="rect">
            <a:avLst/>
          </a:prstGeom>
        </p:spPr>
      </p:pic>
      <p:sp>
        <p:nvSpPr>
          <p:cNvPr id="48" name="矩形 47"/>
          <p:cNvSpPr/>
          <p:nvPr/>
        </p:nvSpPr>
        <p:spPr>
          <a:xfrm>
            <a:off x="6357756" y="3624866"/>
            <a:ext cx="431528" cy="369332"/>
          </a:xfrm>
          <a:prstGeom prst="rect">
            <a:avLst/>
          </a:prstGeom>
        </p:spPr>
        <p:txBody>
          <a:bodyPr wrap="square">
            <a:spAutoFit/>
          </a:bodyPr>
          <a:lstStyle/>
          <a:p>
            <a:r>
              <a:rPr lang="en-US" altLang="zh-CN" dirty="0">
                <a:latin typeface="宋体" panose="02010600030101010101" pitchFamily="2" charset="-122"/>
                <a:sym typeface="Wingdings" panose="05000000000000000000" pitchFamily="2" charset="2"/>
              </a:rPr>
              <a:t></a:t>
            </a:r>
            <a:endParaRPr lang="zh-CN" altLang="en-US" dirty="0"/>
          </a:p>
        </p:txBody>
      </p:sp>
      <p:grpSp>
        <p:nvGrpSpPr>
          <p:cNvPr id="49" name="组合 48"/>
          <p:cNvGrpSpPr/>
          <p:nvPr/>
        </p:nvGrpSpPr>
        <p:grpSpPr>
          <a:xfrm>
            <a:off x="3575066" y="3438807"/>
            <a:ext cx="457383" cy="533264"/>
            <a:chOff x="8019715" y="3105824"/>
            <a:chExt cx="569104" cy="743824"/>
          </a:xfrm>
        </p:grpSpPr>
        <p:cxnSp>
          <p:nvCxnSpPr>
            <p:cNvPr id="50" name="直接箭头连接符 49"/>
            <p:cNvCxnSpPr/>
            <p:nvPr/>
          </p:nvCxnSpPr>
          <p:spPr>
            <a:xfrm flipV="1">
              <a:off x="8062546" y="3330345"/>
              <a:ext cx="0" cy="35070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p:nvPr/>
          </p:nvCxnSpPr>
          <p:spPr>
            <a:xfrm>
              <a:off x="8062546" y="3681047"/>
              <a:ext cx="348761" cy="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a:xfrm>
              <a:off x="8354357" y="3541871"/>
              <a:ext cx="234462" cy="307777"/>
            </a:xfrm>
            <a:prstGeom prst="rect">
              <a:avLst/>
            </a:prstGeom>
            <a:noFill/>
          </p:spPr>
          <p:txBody>
            <a:bodyPr wrap="square" rtlCol="0">
              <a:spAutoFit/>
            </a:bodyPr>
            <a:lstStyle/>
            <a:p>
              <a:r>
                <a:rPr lang="en-US" altLang="zh-CN" sz="1400" dirty="0" smtClean="0"/>
                <a:t>x</a:t>
              </a:r>
              <a:endParaRPr lang="zh-CN" altLang="en-US" sz="1400" dirty="0"/>
            </a:p>
          </p:txBody>
        </p:sp>
        <p:sp>
          <p:nvSpPr>
            <p:cNvPr id="53" name="文本框 52"/>
            <p:cNvSpPr txBox="1"/>
            <p:nvPr/>
          </p:nvSpPr>
          <p:spPr>
            <a:xfrm>
              <a:off x="8019715" y="3105824"/>
              <a:ext cx="234462" cy="307777"/>
            </a:xfrm>
            <a:prstGeom prst="rect">
              <a:avLst/>
            </a:prstGeom>
            <a:noFill/>
          </p:spPr>
          <p:txBody>
            <a:bodyPr wrap="square" rtlCol="0">
              <a:spAutoFit/>
            </a:bodyPr>
            <a:lstStyle/>
            <a:p>
              <a:r>
                <a:rPr lang="en-US" altLang="zh-CN" sz="1400" dirty="0" smtClean="0"/>
                <a:t>y</a:t>
              </a:r>
              <a:endParaRPr lang="zh-CN" altLang="en-US" sz="1400" dirty="0"/>
            </a:p>
          </p:txBody>
        </p:sp>
      </p:grpSp>
      <p:grpSp>
        <p:nvGrpSpPr>
          <p:cNvPr id="55" name="组合 54"/>
          <p:cNvGrpSpPr/>
          <p:nvPr/>
        </p:nvGrpSpPr>
        <p:grpSpPr>
          <a:xfrm>
            <a:off x="1552220" y="3187467"/>
            <a:ext cx="457383" cy="533264"/>
            <a:chOff x="8019715" y="3105824"/>
            <a:chExt cx="569104" cy="743824"/>
          </a:xfrm>
        </p:grpSpPr>
        <p:cxnSp>
          <p:nvCxnSpPr>
            <p:cNvPr id="56" name="直接箭头连接符 55"/>
            <p:cNvCxnSpPr/>
            <p:nvPr/>
          </p:nvCxnSpPr>
          <p:spPr>
            <a:xfrm flipV="1">
              <a:off x="8062546" y="3330345"/>
              <a:ext cx="0" cy="35070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a:off x="8058999" y="3681047"/>
              <a:ext cx="352309" cy="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8" name="文本框 57"/>
            <p:cNvSpPr txBox="1"/>
            <p:nvPr/>
          </p:nvSpPr>
          <p:spPr>
            <a:xfrm>
              <a:off x="8354357" y="3541871"/>
              <a:ext cx="234462" cy="307777"/>
            </a:xfrm>
            <a:prstGeom prst="rect">
              <a:avLst/>
            </a:prstGeom>
            <a:noFill/>
          </p:spPr>
          <p:txBody>
            <a:bodyPr wrap="square" rtlCol="0">
              <a:spAutoFit/>
            </a:bodyPr>
            <a:lstStyle/>
            <a:p>
              <a:r>
                <a:rPr lang="en-US" altLang="zh-CN" sz="1400" dirty="0" smtClean="0"/>
                <a:t>x</a:t>
              </a:r>
              <a:endParaRPr lang="zh-CN" altLang="en-US" sz="1400" dirty="0"/>
            </a:p>
          </p:txBody>
        </p:sp>
        <p:sp>
          <p:nvSpPr>
            <p:cNvPr id="59" name="文本框 58"/>
            <p:cNvSpPr txBox="1"/>
            <p:nvPr/>
          </p:nvSpPr>
          <p:spPr>
            <a:xfrm>
              <a:off x="8019715" y="3105824"/>
              <a:ext cx="234462" cy="307777"/>
            </a:xfrm>
            <a:prstGeom prst="rect">
              <a:avLst/>
            </a:prstGeom>
            <a:noFill/>
          </p:spPr>
          <p:txBody>
            <a:bodyPr wrap="square" rtlCol="0">
              <a:spAutoFit/>
            </a:bodyPr>
            <a:lstStyle/>
            <a:p>
              <a:r>
                <a:rPr lang="en-US" altLang="zh-CN" sz="1400" dirty="0" smtClean="0"/>
                <a:t>y</a:t>
              </a:r>
              <a:endParaRPr lang="zh-CN" altLang="en-US" sz="1400" dirty="0"/>
            </a:p>
          </p:txBody>
        </p:sp>
      </p:grpSp>
      <p:grpSp>
        <p:nvGrpSpPr>
          <p:cNvPr id="60" name="组合 59"/>
          <p:cNvGrpSpPr/>
          <p:nvPr/>
        </p:nvGrpSpPr>
        <p:grpSpPr>
          <a:xfrm>
            <a:off x="5637839" y="3246115"/>
            <a:ext cx="457383" cy="533264"/>
            <a:chOff x="8019715" y="3105824"/>
            <a:chExt cx="569104" cy="743824"/>
          </a:xfrm>
        </p:grpSpPr>
        <p:cxnSp>
          <p:nvCxnSpPr>
            <p:cNvPr id="61" name="直接箭头连接符 60"/>
            <p:cNvCxnSpPr/>
            <p:nvPr/>
          </p:nvCxnSpPr>
          <p:spPr>
            <a:xfrm flipV="1">
              <a:off x="8062546" y="3330345"/>
              <a:ext cx="0" cy="34749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p:nvPr/>
          </p:nvCxnSpPr>
          <p:spPr>
            <a:xfrm>
              <a:off x="8062546" y="3681047"/>
              <a:ext cx="348761" cy="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3" name="文本框 62"/>
            <p:cNvSpPr txBox="1"/>
            <p:nvPr/>
          </p:nvSpPr>
          <p:spPr>
            <a:xfrm>
              <a:off x="8354357" y="3541871"/>
              <a:ext cx="234462" cy="307777"/>
            </a:xfrm>
            <a:prstGeom prst="rect">
              <a:avLst/>
            </a:prstGeom>
            <a:noFill/>
          </p:spPr>
          <p:txBody>
            <a:bodyPr wrap="square" rtlCol="0">
              <a:spAutoFit/>
            </a:bodyPr>
            <a:lstStyle/>
            <a:p>
              <a:r>
                <a:rPr lang="en-US" altLang="zh-CN" sz="1400" dirty="0" smtClean="0"/>
                <a:t>x</a:t>
              </a:r>
              <a:endParaRPr lang="zh-CN" altLang="en-US" sz="1400" dirty="0"/>
            </a:p>
          </p:txBody>
        </p:sp>
        <p:sp>
          <p:nvSpPr>
            <p:cNvPr id="64" name="文本框 63"/>
            <p:cNvSpPr txBox="1"/>
            <p:nvPr/>
          </p:nvSpPr>
          <p:spPr>
            <a:xfrm>
              <a:off x="8019715" y="3105824"/>
              <a:ext cx="234462" cy="307777"/>
            </a:xfrm>
            <a:prstGeom prst="rect">
              <a:avLst/>
            </a:prstGeom>
            <a:noFill/>
          </p:spPr>
          <p:txBody>
            <a:bodyPr wrap="square" rtlCol="0">
              <a:spAutoFit/>
            </a:bodyPr>
            <a:lstStyle/>
            <a:p>
              <a:r>
                <a:rPr lang="en-US" altLang="zh-CN" sz="1400" dirty="0" smtClean="0"/>
                <a:t>y</a:t>
              </a:r>
              <a:endParaRPr lang="zh-CN" altLang="en-US" sz="1400" dirty="0"/>
            </a:p>
          </p:txBody>
        </p:sp>
      </p:grpSp>
      <p:grpSp>
        <p:nvGrpSpPr>
          <p:cNvPr id="65" name="组合 64"/>
          <p:cNvGrpSpPr/>
          <p:nvPr/>
        </p:nvGrpSpPr>
        <p:grpSpPr>
          <a:xfrm>
            <a:off x="7594923" y="3435556"/>
            <a:ext cx="457383" cy="533264"/>
            <a:chOff x="8019715" y="3105824"/>
            <a:chExt cx="569104" cy="743824"/>
          </a:xfrm>
        </p:grpSpPr>
        <p:cxnSp>
          <p:nvCxnSpPr>
            <p:cNvPr id="66" name="直接箭头连接符 65"/>
            <p:cNvCxnSpPr/>
            <p:nvPr/>
          </p:nvCxnSpPr>
          <p:spPr>
            <a:xfrm flipV="1">
              <a:off x="8062546" y="3330345"/>
              <a:ext cx="0" cy="35523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p:cNvCxnSpPr/>
            <p:nvPr/>
          </p:nvCxnSpPr>
          <p:spPr>
            <a:xfrm>
              <a:off x="8062546" y="3681048"/>
              <a:ext cx="348761"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文本框 67"/>
            <p:cNvSpPr txBox="1"/>
            <p:nvPr/>
          </p:nvSpPr>
          <p:spPr>
            <a:xfrm>
              <a:off x="8354357" y="3541871"/>
              <a:ext cx="234462" cy="307777"/>
            </a:xfrm>
            <a:prstGeom prst="rect">
              <a:avLst/>
            </a:prstGeom>
            <a:noFill/>
          </p:spPr>
          <p:txBody>
            <a:bodyPr wrap="square" rtlCol="0">
              <a:spAutoFit/>
            </a:bodyPr>
            <a:lstStyle/>
            <a:p>
              <a:r>
                <a:rPr lang="en-US" altLang="zh-CN" sz="1400" dirty="0" smtClean="0"/>
                <a:t>x</a:t>
              </a:r>
              <a:endParaRPr lang="zh-CN" altLang="en-US" sz="1400" dirty="0"/>
            </a:p>
          </p:txBody>
        </p:sp>
        <p:sp>
          <p:nvSpPr>
            <p:cNvPr id="69" name="文本框 68"/>
            <p:cNvSpPr txBox="1"/>
            <p:nvPr/>
          </p:nvSpPr>
          <p:spPr>
            <a:xfrm>
              <a:off x="8019715" y="3105824"/>
              <a:ext cx="234462" cy="307777"/>
            </a:xfrm>
            <a:prstGeom prst="rect">
              <a:avLst/>
            </a:prstGeom>
            <a:noFill/>
          </p:spPr>
          <p:txBody>
            <a:bodyPr wrap="square" rtlCol="0">
              <a:spAutoFit/>
            </a:bodyPr>
            <a:lstStyle/>
            <a:p>
              <a:r>
                <a:rPr lang="en-US" altLang="zh-CN" sz="1400" dirty="0" smtClean="0"/>
                <a:t>y</a:t>
              </a:r>
              <a:endParaRPr lang="zh-CN" altLang="en-US" sz="1400" dirty="0"/>
            </a:p>
          </p:txBody>
        </p:sp>
      </p:grpSp>
    </p:spTree>
    <p:custDataLst>
      <p:tags r:id="rId1"/>
    </p:custDataLst>
    <p:extLst>
      <p:ext uri="{BB962C8B-B14F-4D97-AF65-F5344CB8AC3E}">
        <p14:creationId xmlns:p14="http://schemas.microsoft.com/office/powerpoint/2010/main" val="4042840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79202" y="233084"/>
            <a:ext cx="677732" cy="4034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1323" tIns="35662" rIns="71323" bIns="35662" rtlCol="0" anchor="ctr"/>
          <a:lstStyle/>
          <a:p>
            <a:pPr algn="ctr"/>
            <a:r>
              <a:rPr lang="en-US" altLang="zh-CN" sz="2200" b="1" dirty="0" smtClean="0">
                <a:solidFill>
                  <a:schemeClr val="tx1"/>
                </a:solidFill>
                <a:latin typeface="微软雅黑" panose="020B0503020204020204" pitchFamily="34" charset="-122"/>
                <a:ea typeface="微软雅黑" panose="020B0503020204020204" pitchFamily="34" charset="-122"/>
              </a:rPr>
              <a:t>02</a:t>
            </a:r>
            <a:endParaRPr lang="zh-CN" altLang="en-US" sz="2200" b="1" dirty="0">
              <a:solidFill>
                <a:schemeClr val="tx1"/>
              </a:solidFill>
              <a:latin typeface="微软雅黑" panose="020B0503020204020204" pitchFamily="34" charset="-122"/>
              <a:ea typeface="微软雅黑" panose="020B0503020204020204" pitchFamily="34" charset="-122"/>
            </a:endParaRPr>
          </a:p>
        </p:txBody>
      </p:sp>
      <p:sp>
        <p:nvSpPr>
          <p:cNvPr id="31" name="标题 1"/>
          <p:cNvSpPr txBox="1"/>
          <p:nvPr/>
        </p:nvSpPr>
        <p:spPr bwMode="auto">
          <a:xfrm>
            <a:off x="1056937" y="210144"/>
            <a:ext cx="3416007" cy="476250"/>
          </a:xfrm>
          <a:prstGeom prst="rect">
            <a:avLst/>
          </a:prstGeom>
          <a:noFill/>
          <a:ln w="9525">
            <a:noFill/>
            <a:miter lim="800000"/>
          </a:ln>
        </p:spPr>
        <p:txBody>
          <a:bodyPr lIns="91429" tIns="45714" rIns="91429" bIns="45714" anchor="ctr"/>
          <a:lstStyle/>
          <a:p>
            <a:r>
              <a:rPr lang="zh-CN" altLang="en-US" sz="2400" b="1" dirty="0" smtClean="0">
                <a:solidFill>
                  <a:srgbClr val="7F7F7F"/>
                </a:solidFill>
                <a:latin typeface="+mn-ea"/>
                <a:ea typeface="+mn-ea"/>
                <a:cs typeface="Arial Unicode MS" panose="020B0604020202020204" pitchFamily="34" charset="-122"/>
              </a:rPr>
              <a:t>完全泊出逻辑策略说明</a:t>
            </a:r>
            <a:endParaRPr lang="zh-CN" altLang="en-US" sz="2400" b="1" dirty="0">
              <a:solidFill>
                <a:srgbClr val="7F7F7F"/>
              </a:solidFill>
              <a:latin typeface="+mn-ea"/>
              <a:ea typeface="+mn-ea"/>
              <a:cs typeface="Arial Unicode MS" panose="020B0604020202020204" pitchFamily="34" charset="-122"/>
            </a:endParaRPr>
          </a:p>
        </p:txBody>
      </p:sp>
      <p:sp>
        <p:nvSpPr>
          <p:cNvPr id="13" name="TextBox 12"/>
          <p:cNvSpPr txBox="1"/>
          <p:nvPr/>
        </p:nvSpPr>
        <p:spPr>
          <a:xfrm>
            <a:off x="8618220" y="5345966"/>
            <a:ext cx="454732" cy="338554"/>
          </a:xfrm>
          <a:prstGeom prst="rect">
            <a:avLst/>
          </a:prstGeom>
          <a:solidFill>
            <a:schemeClr val="bg1"/>
          </a:solidFill>
          <a:ln>
            <a:solidFill>
              <a:schemeClr val="bg1"/>
            </a:solidFill>
          </a:ln>
        </p:spPr>
        <p:txBody>
          <a:bodyPr wrap="square" rtlCol="0">
            <a:spAutoFit/>
          </a:bodyPr>
          <a:lstStyle/>
          <a:p>
            <a:r>
              <a:rPr lang="en-US" altLang="zh-CN" sz="1600" dirty="0" smtClean="0">
                <a:latin typeface="+mn-ea"/>
                <a:ea typeface="+mn-ea"/>
              </a:rPr>
              <a:t>  </a:t>
            </a:r>
            <a:endParaRPr lang="zh-CN" altLang="en-US" sz="1600" dirty="0">
              <a:latin typeface="+mn-ea"/>
              <a:ea typeface="+mn-ea"/>
            </a:endParaRPr>
          </a:p>
        </p:txBody>
      </p:sp>
      <p:sp>
        <p:nvSpPr>
          <p:cNvPr id="5"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灯片编号占位符 2"/>
          <p:cNvSpPr txBox="1">
            <a:spLocks/>
          </p:cNvSpPr>
          <p:nvPr/>
        </p:nvSpPr>
        <p:spPr>
          <a:xfrm>
            <a:off x="5584611" y="6849318"/>
            <a:ext cx="1021191" cy="224284"/>
          </a:xfrm>
          <a:prstGeom prst="rect">
            <a:avLst/>
          </a:prstGeom>
        </p:spPr>
        <p:txBody>
          <a:bodyPr/>
          <a:lstStyle>
            <a:defPPr>
              <a:defRPr lang="zh-CN"/>
            </a:defPPr>
            <a:lvl1pPr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1pPr>
            <a:lvl2pPr marL="455930" indent="-444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2pPr>
            <a:lvl3pPr marL="913130" indent="-92075"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3pPr>
            <a:lvl4pPr marL="1370330" indent="-13843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4pPr>
            <a:lvl5pPr marL="1825625" indent="-1841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9pPr>
          </a:lstStyle>
          <a:p>
            <a:pPr>
              <a:defRPr/>
            </a:pPr>
            <a:fld id="{0D91A68C-EF75-448C-824C-11AEAA06B251}" type="slidenum">
              <a:rPr lang="en-GB" smtClean="0">
                <a:solidFill>
                  <a:prstClr val="black">
                    <a:tint val="75000"/>
                  </a:prstClr>
                </a:solidFill>
              </a:rPr>
              <a:pPr>
                <a:defRPr/>
              </a:pPr>
              <a:t>16</a:t>
            </a:fld>
            <a:endParaRPr lang="en-GB">
              <a:solidFill>
                <a:prstClr val="black">
                  <a:tint val="75000"/>
                </a:prstClr>
              </a:solidFill>
            </a:endParaRPr>
          </a:p>
        </p:txBody>
      </p:sp>
      <p:sp>
        <p:nvSpPr>
          <p:cNvPr id="8" name="页脚占位符 3"/>
          <p:cNvSpPr txBox="1">
            <a:spLocks/>
          </p:cNvSpPr>
          <p:nvPr/>
        </p:nvSpPr>
        <p:spPr>
          <a:xfrm>
            <a:off x="6928015" y="6848955"/>
            <a:ext cx="5242516" cy="224284"/>
          </a:xfrm>
          <a:prstGeom prst="rect">
            <a:avLst/>
          </a:prstGeom>
        </p:spPr>
        <p:txBody>
          <a:bodyPr/>
          <a:lstStyle>
            <a:defPPr>
              <a:defRPr lang="zh-CN"/>
            </a:defPPr>
            <a:lvl1pPr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1pPr>
            <a:lvl2pPr marL="455930" indent="-444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2pPr>
            <a:lvl3pPr marL="913130" indent="-92075"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3pPr>
            <a:lvl4pPr marL="1370330" indent="-13843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4pPr>
            <a:lvl5pPr marL="1825625" indent="-1841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9pPr>
          </a:lstStyle>
          <a:p>
            <a:pPr>
              <a:defRPr/>
            </a:pPr>
            <a:r>
              <a:rPr lang="en-US" altLang="zh-TW" smtClean="0">
                <a:solidFill>
                  <a:prstClr val="black">
                    <a:tint val="75000"/>
                  </a:prstClr>
                </a:solidFill>
              </a:rPr>
              <a:t>© 2024 TTE GROUP ALL RIGHT RESERVED | DO NOT FORWARD WITHOUT PERMISSION</a:t>
            </a:r>
            <a:endParaRPr lang="zh-TW" altLang="en-US" dirty="0">
              <a:solidFill>
                <a:prstClr val="black">
                  <a:tint val="75000"/>
                </a:prstClr>
              </a:solidFill>
            </a:endParaRPr>
          </a:p>
        </p:txBody>
      </p:sp>
      <p:sp>
        <p:nvSpPr>
          <p:cNvPr id="9" name="TextBox 20"/>
          <p:cNvSpPr txBox="1"/>
          <p:nvPr/>
        </p:nvSpPr>
        <p:spPr>
          <a:xfrm>
            <a:off x="0" y="815513"/>
            <a:ext cx="8393635" cy="415498"/>
          </a:xfrm>
          <a:prstGeom prst="rect">
            <a:avLst/>
          </a:prstGeom>
          <a:noFill/>
        </p:spPr>
        <p:txBody>
          <a:bodyPr wrap="square" rtlCol="0">
            <a:spAutoFit/>
          </a:bodyPr>
          <a:lstStyle/>
          <a:p>
            <a:pPr marL="742950" lvl="2" indent="-285750">
              <a:lnSpc>
                <a:spcPct val="150000"/>
              </a:lnSpc>
              <a:buFont typeface="Wingdings" panose="05000000000000000000" pitchFamily="2" charset="2"/>
              <a:buChar char="p"/>
            </a:pPr>
            <a:r>
              <a:rPr lang="zh-CN" altLang="en-US" sz="1600" dirty="0" smtClean="0">
                <a:latin typeface="+mn-ea"/>
              </a:rPr>
              <a:t>最终停车位置设定</a:t>
            </a:r>
            <a:endParaRPr lang="en-US" altLang="zh-CN" sz="1600" dirty="0" smtClean="0">
              <a:latin typeface="+mn-ea"/>
            </a:endParaRPr>
          </a:p>
        </p:txBody>
      </p:sp>
      <p:sp>
        <p:nvSpPr>
          <p:cNvPr id="699" name="文本框 13"/>
          <p:cNvSpPr txBox="1"/>
          <p:nvPr/>
        </p:nvSpPr>
        <p:spPr>
          <a:xfrm>
            <a:off x="101119" y="3534682"/>
            <a:ext cx="5666572" cy="1361911"/>
          </a:xfrm>
          <a:prstGeom prst="rect">
            <a:avLst/>
          </a:prstGeom>
          <a:noFill/>
        </p:spPr>
        <p:txBody>
          <a:bodyPr wrap="square" rtlCol="0">
            <a:spAutoFit/>
          </a:bodyPr>
          <a:lstStyle>
            <a:defPPr>
              <a:defRPr lang="zh-TW"/>
            </a:defPPr>
            <a:lvl3pPr marL="457200" lvl="2" indent="0">
              <a:lnSpc>
                <a:spcPct val="150000"/>
              </a:lnSpc>
              <a:defRPr sz="1800">
                <a:latin typeface="+mn-ea"/>
              </a:defRPr>
            </a:lvl3pPr>
          </a:lstStyle>
          <a:p>
            <a:pPr marL="742950" lvl="2" indent="-285750">
              <a:buFont typeface="Wingdings" panose="05000000000000000000" pitchFamily="2" charset="2"/>
              <a:buChar char="Ø"/>
            </a:pPr>
            <a:r>
              <a:rPr lang="zh-CN" altLang="en-US" sz="1100" dirty="0" smtClean="0">
                <a:latin typeface="+mn-lt"/>
              </a:rPr>
              <a:t>垂直泊出默认</a:t>
            </a:r>
            <a:r>
              <a:rPr lang="zh-CN" altLang="en-US" sz="1100" dirty="0">
                <a:latin typeface="+mn-lt"/>
              </a:rPr>
              <a:t>的终点位置</a:t>
            </a:r>
            <a:r>
              <a:rPr lang="zh-CN" altLang="en-US" sz="1100" dirty="0" smtClean="0">
                <a:latin typeface="+mn-lt"/>
              </a:rPr>
              <a:t>为</a:t>
            </a:r>
            <a:r>
              <a:rPr lang="en-US" altLang="zh-CN" sz="1100" dirty="0" smtClean="0">
                <a:latin typeface="+mn-lt"/>
              </a:rPr>
              <a:t>Obj2</a:t>
            </a:r>
            <a:r>
              <a:rPr lang="zh-CN" altLang="en-US" sz="1100" dirty="0">
                <a:latin typeface="+mn-lt"/>
              </a:rPr>
              <a:t>相对位置</a:t>
            </a:r>
            <a:r>
              <a:rPr lang="en-US" altLang="zh-CN" sz="1100" dirty="0" err="1">
                <a:latin typeface="+mn-lt"/>
              </a:rPr>
              <a:t>Δx</a:t>
            </a:r>
            <a:r>
              <a:rPr lang="zh-CN" altLang="en-US" sz="1100" dirty="0" smtClean="0">
                <a:latin typeface="+mn-lt"/>
              </a:rPr>
              <a:t>：</a:t>
            </a:r>
            <a:r>
              <a:rPr lang="en-US" altLang="zh-CN" sz="1100" dirty="0" smtClean="0">
                <a:latin typeface="+mn-lt"/>
              </a:rPr>
              <a:t>3000mm </a:t>
            </a:r>
            <a:r>
              <a:rPr lang="en-US" altLang="zh-CN" sz="1100" dirty="0" err="1">
                <a:latin typeface="+mn-lt"/>
              </a:rPr>
              <a:t>Δy</a:t>
            </a:r>
            <a:r>
              <a:rPr lang="zh-CN" altLang="en-US" sz="1100" dirty="0" smtClean="0">
                <a:latin typeface="+mn-lt"/>
              </a:rPr>
              <a:t>：</a:t>
            </a:r>
            <a:r>
              <a:rPr lang="en-US" altLang="zh-CN" sz="1100" dirty="0" smtClean="0">
                <a:latin typeface="+mn-lt"/>
              </a:rPr>
              <a:t>4500mm</a:t>
            </a:r>
            <a:r>
              <a:rPr lang="zh-CN" altLang="en-US" sz="1100" dirty="0" smtClean="0">
                <a:latin typeface="+mn-lt"/>
              </a:rPr>
              <a:t>。</a:t>
            </a:r>
            <a:endParaRPr lang="en-US" altLang="zh-CN" sz="1100" dirty="0" smtClean="0">
              <a:latin typeface="+mn-lt"/>
            </a:endParaRPr>
          </a:p>
          <a:p>
            <a:pPr marL="742950" lvl="2" indent="-285750">
              <a:buFont typeface="Wingdings" panose="05000000000000000000" pitchFamily="2" charset="2"/>
              <a:buChar char="Ø"/>
            </a:pPr>
            <a:r>
              <a:rPr lang="zh-CN" altLang="en-US" sz="1100" dirty="0" smtClean="0">
                <a:latin typeface="+mn-lt"/>
              </a:rPr>
              <a:t>斜列泊</a:t>
            </a:r>
            <a:r>
              <a:rPr lang="zh-CN" altLang="en-US" sz="1100" dirty="0">
                <a:latin typeface="+mn-lt"/>
              </a:rPr>
              <a:t>出默认的终点位置</a:t>
            </a:r>
            <a:r>
              <a:rPr lang="zh-CN" altLang="en-US" sz="1100" dirty="0" smtClean="0">
                <a:latin typeface="+mn-lt"/>
              </a:rPr>
              <a:t>为</a:t>
            </a:r>
            <a:r>
              <a:rPr lang="en-US" altLang="zh-CN" sz="1100" dirty="0">
                <a:latin typeface="+mn-lt"/>
              </a:rPr>
              <a:t>Obj2</a:t>
            </a:r>
            <a:r>
              <a:rPr lang="zh-CN" altLang="en-US" sz="1100" dirty="0">
                <a:latin typeface="+mn-lt"/>
              </a:rPr>
              <a:t>相对位置</a:t>
            </a:r>
            <a:r>
              <a:rPr lang="en-US" altLang="zh-CN" sz="1100" dirty="0" err="1">
                <a:latin typeface="+mn-lt"/>
              </a:rPr>
              <a:t>Δx</a:t>
            </a:r>
            <a:r>
              <a:rPr lang="zh-CN" altLang="en-US" sz="1100" dirty="0" smtClean="0">
                <a:latin typeface="+mn-lt"/>
              </a:rPr>
              <a:t>：</a:t>
            </a:r>
            <a:r>
              <a:rPr lang="en-US" altLang="zh-CN" sz="1100" dirty="0" smtClean="0">
                <a:latin typeface="+mn-lt"/>
              </a:rPr>
              <a:t>1500mm </a:t>
            </a:r>
            <a:r>
              <a:rPr lang="en-US" altLang="zh-CN" sz="1100" dirty="0" err="1">
                <a:latin typeface="+mn-lt"/>
              </a:rPr>
              <a:t>Δy</a:t>
            </a:r>
            <a:r>
              <a:rPr lang="zh-CN" altLang="en-US" sz="1100" dirty="0" smtClean="0">
                <a:latin typeface="+mn-lt"/>
              </a:rPr>
              <a:t>：</a:t>
            </a:r>
            <a:r>
              <a:rPr lang="en-US" altLang="zh-CN" sz="1100" dirty="0" smtClean="0">
                <a:latin typeface="+mn-lt"/>
              </a:rPr>
              <a:t>5000mm</a:t>
            </a:r>
            <a:r>
              <a:rPr lang="zh-CN" altLang="en-US" sz="1100" dirty="0" smtClean="0">
                <a:latin typeface="+mn-lt"/>
              </a:rPr>
              <a:t>。</a:t>
            </a:r>
            <a:endParaRPr lang="en-US" altLang="zh-CN" sz="1100" dirty="0">
              <a:latin typeface="+mn-lt"/>
            </a:endParaRPr>
          </a:p>
          <a:p>
            <a:pPr marL="742950" lvl="2" indent="-285750">
              <a:buFont typeface="Wingdings" panose="05000000000000000000" pitchFamily="2" charset="2"/>
              <a:buChar char="Ø"/>
            </a:pPr>
            <a:r>
              <a:rPr lang="zh-CN" altLang="en-US" sz="1100" dirty="0">
                <a:latin typeface="+mn-lt"/>
              </a:rPr>
              <a:t>终点位置的车头方向与坐标系</a:t>
            </a:r>
            <a:r>
              <a:rPr lang="en-US" altLang="zh-CN" sz="1100" dirty="0">
                <a:latin typeface="+mn-lt"/>
              </a:rPr>
              <a:t>y</a:t>
            </a:r>
            <a:r>
              <a:rPr lang="zh-CN" altLang="en-US" sz="1100" dirty="0">
                <a:latin typeface="+mn-lt"/>
              </a:rPr>
              <a:t>轴角度一致</a:t>
            </a:r>
            <a:r>
              <a:rPr lang="zh-CN" altLang="en-US" sz="1100" dirty="0" smtClean="0">
                <a:latin typeface="+mn-lt"/>
              </a:rPr>
              <a:t>。</a:t>
            </a:r>
            <a:endParaRPr lang="en-US" altLang="zh-CN" sz="1100" dirty="0" smtClean="0">
              <a:latin typeface="+mn-lt"/>
            </a:endParaRPr>
          </a:p>
          <a:p>
            <a:pPr marL="742950" lvl="2" indent="-285750">
              <a:buFont typeface="Wingdings" panose="05000000000000000000" pitchFamily="2" charset="2"/>
              <a:buChar char="Ø"/>
            </a:pPr>
            <a:r>
              <a:rPr lang="zh-CN" altLang="en-US" sz="1100" dirty="0" smtClean="0">
                <a:latin typeface="+mn-lt"/>
              </a:rPr>
              <a:t>锚点转换前根据</a:t>
            </a:r>
            <a:r>
              <a:rPr lang="en-US" altLang="zh-CN" sz="1100" dirty="0" smtClean="0">
                <a:latin typeface="+mn-lt"/>
              </a:rPr>
              <a:t>Obj2</a:t>
            </a:r>
            <a:r>
              <a:rPr lang="zh-CN" altLang="en-US" sz="1100" dirty="0" smtClean="0">
                <a:latin typeface="+mn-lt"/>
              </a:rPr>
              <a:t>定义终点位置，锚点转换后不再根据</a:t>
            </a:r>
            <a:r>
              <a:rPr lang="en-US" altLang="zh-CN" sz="1100" dirty="0" smtClean="0">
                <a:latin typeface="+mn-lt"/>
              </a:rPr>
              <a:t>Obj2</a:t>
            </a:r>
            <a:r>
              <a:rPr lang="zh-CN" altLang="en-US" sz="1100" dirty="0" smtClean="0">
                <a:latin typeface="+mn-lt"/>
              </a:rPr>
              <a:t>定义终点位置。</a:t>
            </a:r>
            <a:endParaRPr lang="en-US" altLang="zh-CN" sz="1100" dirty="0">
              <a:latin typeface="+mn-lt"/>
            </a:endParaRPr>
          </a:p>
          <a:p>
            <a:pPr marL="742950" lvl="2" indent="-285750">
              <a:buFont typeface="Wingdings" panose="05000000000000000000" pitchFamily="2" charset="2"/>
              <a:buChar char="Ø"/>
            </a:pPr>
            <a:r>
              <a:rPr lang="zh-CN" altLang="en-US" sz="1100" dirty="0">
                <a:latin typeface="+mn-lt"/>
              </a:rPr>
              <a:t>遇到终点位置有障碍物侵占，则往障碍物反方向平移终点位置。</a:t>
            </a:r>
            <a:endParaRPr lang="en-US" altLang="zh-CN" sz="1100" dirty="0">
              <a:latin typeface="+mn-lt"/>
            </a:endParaRPr>
          </a:p>
        </p:txBody>
      </p:sp>
      <p:grpSp>
        <p:nvGrpSpPr>
          <p:cNvPr id="1207" name="组合 1206"/>
          <p:cNvGrpSpPr/>
          <p:nvPr/>
        </p:nvGrpSpPr>
        <p:grpSpPr>
          <a:xfrm>
            <a:off x="6758902" y="3500331"/>
            <a:ext cx="1864401" cy="1374735"/>
            <a:chOff x="9224189" y="4382161"/>
            <a:chExt cx="2054345" cy="1428497"/>
          </a:xfrm>
        </p:grpSpPr>
        <p:sp>
          <p:nvSpPr>
            <p:cNvPr id="1208" name="文本框 13"/>
            <p:cNvSpPr txBox="1"/>
            <p:nvPr/>
          </p:nvSpPr>
          <p:spPr>
            <a:xfrm>
              <a:off x="9676133" y="4382161"/>
              <a:ext cx="1602401" cy="1428497"/>
            </a:xfrm>
            <a:prstGeom prst="rect">
              <a:avLst/>
            </a:prstGeom>
            <a:noFill/>
          </p:spPr>
          <p:txBody>
            <a:bodyPr wrap="none" rtlCol="0">
              <a:spAutoFit/>
            </a:bodyPr>
            <a:lstStyle/>
            <a:p>
              <a:pPr>
                <a:lnSpc>
                  <a:spcPts val="2000"/>
                </a:lnSpc>
              </a:pPr>
              <a:r>
                <a:rPr lang="en-US" altLang="zh-CN" sz="1100" dirty="0" smtClean="0">
                  <a:latin typeface="+mn-lt"/>
                </a:rPr>
                <a:t>Obj1</a:t>
              </a:r>
            </a:p>
            <a:p>
              <a:pPr>
                <a:lnSpc>
                  <a:spcPts val="2000"/>
                </a:lnSpc>
              </a:pPr>
              <a:r>
                <a:rPr lang="en-US" altLang="zh-CN" sz="1100" dirty="0" smtClean="0">
                  <a:latin typeface="+mn-lt"/>
                </a:rPr>
                <a:t>Obj2</a:t>
              </a:r>
            </a:p>
            <a:p>
              <a:pPr>
                <a:lnSpc>
                  <a:spcPts val="2000"/>
                </a:lnSpc>
              </a:pPr>
              <a:r>
                <a:rPr lang="zh-CN" altLang="en-US" sz="1100" dirty="0" smtClean="0">
                  <a:latin typeface="+mn-lt"/>
                </a:rPr>
                <a:t>边界线</a:t>
              </a:r>
              <a:endParaRPr lang="en-US" altLang="zh-CN" sz="1100" dirty="0" smtClean="0">
                <a:latin typeface="+mn-lt"/>
              </a:endParaRPr>
            </a:p>
            <a:p>
              <a:pPr>
                <a:lnSpc>
                  <a:spcPts val="2000"/>
                </a:lnSpc>
              </a:pPr>
              <a:r>
                <a:rPr lang="zh-CN" altLang="en-US" sz="1100" dirty="0" smtClean="0">
                  <a:latin typeface="+mn-lt"/>
                </a:rPr>
                <a:t>终点位置和车头方向</a:t>
              </a:r>
              <a:endParaRPr lang="en-US" altLang="zh-CN" sz="1100" dirty="0" smtClean="0">
                <a:latin typeface="+mn-lt"/>
              </a:endParaRPr>
            </a:p>
            <a:p>
              <a:pPr>
                <a:lnSpc>
                  <a:spcPts val="2000"/>
                </a:lnSpc>
              </a:pPr>
              <a:r>
                <a:rPr lang="zh-CN" altLang="en-US" sz="1100" dirty="0" smtClean="0">
                  <a:latin typeface="+mn-lt"/>
                </a:rPr>
                <a:t>坐标系</a:t>
              </a:r>
              <a:endParaRPr lang="en-US" altLang="zh-CN" sz="1100" dirty="0" smtClean="0">
                <a:latin typeface="+mn-lt"/>
              </a:endParaRPr>
            </a:p>
          </p:txBody>
        </p:sp>
        <p:cxnSp>
          <p:nvCxnSpPr>
            <p:cNvPr id="1209" name="直接连接符 1208"/>
            <p:cNvCxnSpPr/>
            <p:nvPr/>
          </p:nvCxnSpPr>
          <p:spPr>
            <a:xfrm flipH="1" flipV="1">
              <a:off x="9224189" y="5080968"/>
              <a:ext cx="296705" cy="4821"/>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210" name="矩形 1209"/>
            <p:cNvSpPr/>
            <p:nvPr/>
          </p:nvSpPr>
          <p:spPr>
            <a:xfrm>
              <a:off x="9314866" y="4539519"/>
              <a:ext cx="114300" cy="58473"/>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1" name="矩形 1210"/>
            <p:cNvSpPr/>
            <p:nvPr/>
          </p:nvSpPr>
          <p:spPr>
            <a:xfrm>
              <a:off x="9318506" y="4800232"/>
              <a:ext cx="114300" cy="5847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12" name="直接箭头连接符 1211"/>
            <p:cNvCxnSpPr/>
            <p:nvPr/>
          </p:nvCxnSpPr>
          <p:spPr>
            <a:xfrm flipV="1">
              <a:off x="9224189" y="5309612"/>
              <a:ext cx="292089" cy="40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13" name="直接箭头连接符 1212"/>
            <p:cNvCxnSpPr/>
            <p:nvPr/>
          </p:nvCxnSpPr>
          <p:spPr>
            <a:xfrm flipV="1">
              <a:off x="9263446" y="5448304"/>
              <a:ext cx="8792" cy="353634"/>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1214" name="直接箭头连接符 1213"/>
            <p:cNvCxnSpPr/>
            <p:nvPr/>
          </p:nvCxnSpPr>
          <p:spPr>
            <a:xfrm flipV="1">
              <a:off x="9263446" y="5799007"/>
              <a:ext cx="357554" cy="2931"/>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 name="组合 1"/>
          <p:cNvGrpSpPr/>
          <p:nvPr/>
        </p:nvGrpSpPr>
        <p:grpSpPr>
          <a:xfrm>
            <a:off x="337474" y="1458519"/>
            <a:ext cx="8664574" cy="1544031"/>
            <a:chOff x="337474" y="1458519"/>
            <a:chExt cx="8664574" cy="1544031"/>
          </a:xfrm>
        </p:grpSpPr>
        <p:cxnSp>
          <p:nvCxnSpPr>
            <p:cNvPr id="1045" name="直接连接符 1044"/>
            <p:cNvCxnSpPr/>
            <p:nvPr/>
          </p:nvCxnSpPr>
          <p:spPr>
            <a:xfrm flipH="1">
              <a:off x="1296332" y="1997768"/>
              <a:ext cx="6440" cy="27897"/>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46" name="直接连接符 1045"/>
            <p:cNvCxnSpPr/>
            <p:nvPr/>
          </p:nvCxnSpPr>
          <p:spPr>
            <a:xfrm flipH="1">
              <a:off x="1302379" y="2082711"/>
              <a:ext cx="396" cy="3223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47" name="直接连接符 1046"/>
            <p:cNvCxnSpPr/>
            <p:nvPr/>
          </p:nvCxnSpPr>
          <p:spPr>
            <a:xfrm>
              <a:off x="1302847" y="2094276"/>
              <a:ext cx="41407" cy="86508"/>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1048" name="直接连接符 1047"/>
            <p:cNvCxnSpPr/>
            <p:nvPr/>
          </p:nvCxnSpPr>
          <p:spPr>
            <a:xfrm flipH="1">
              <a:off x="1317947" y="1912544"/>
              <a:ext cx="332799" cy="38174"/>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49" name="直接连接符 1048"/>
            <p:cNvCxnSpPr/>
            <p:nvPr/>
          </p:nvCxnSpPr>
          <p:spPr>
            <a:xfrm flipH="1" flipV="1">
              <a:off x="1342284" y="2155297"/>
              <a:ext cx="713089" cy="12842"/>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1050" name="直接连接符 1049"/>
            <p:cNvCxnSpPr/>
            <p:nvPr/>
          </p:nvCxnSpPr>
          <p:spPr>
            <a:xfrm flipH="1" flipV="1">
              <a:off x="1373206" y="2504777"/>
              <a:ext cx="713089" cy="12842"/>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1051" name="直接连接符 1050"/>
            <p:cNvCxnSpPr/>
            <p:nvPr/>
          </p:nvCxnSpPr>
          <p:spPr>
            <a:xfrm flipH="1">
              <a:off x="2074121" y="2361462"/>
              <a:ext cx="79" cy="143275"/>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1052" name="直接连接符 1051"/>
            <p:cNvCxnSpPr/>
            <p:nvPr/>
          </p:nvCxnSpPr>
          <p:spPr>
            <a:xfrm flipH="1">
              <a:off x="1310712" y="2508154"/>
              <a:ext cx="56325" cy="60692"/>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53" name="直接连接符 1052"/>
            <p:cNvCxnSpPr/>
            <p:nvPr/>
          </p:nvCxnSpPr>
          <p:spPr>
            <a:xfrm flipH="1">
              <a:off x="1315948" y="2593763"/>
              <a:ext cx="396" cy="3223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54" name="直接连接符 1053"/>
            <p:cNvCxnSpPr/>
            <p:nvPr/>
          </p:nvCxnSpPr>
          <p:spPr>
            <a:xfrm flipH="1">
              <a:off x="1315947" y="2660922"/>
              <a:ext cx="396" cy="3223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55" name="直接连接符 1054"/>
            <p:cNvCxnSpPr/>
            <p:nvPr/>
          </p:nvCxnSpPr>
          <p:spPr>
            <a:xfrm>
              <a:off x="1316118" y="2686478"/>
              <a:ext cx="41407" cy="86508"/>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1056" name="直接连接符 1055"/>
            <p:cNvCxnSpPr/>
            <p:nvPr/>
          </p:nvCxnSpPr>
          <p:spPr>
            <a:xfrm flipH="1" flipV="1">
              <a:off x="1351410" y="2778432"/>
              <a:ext cx="350575" cy="15275"/>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057" name="矩形 1056"/>
            <p:cNvSpPr/>
            <p:nvPr/>
          </p:nvSpPr>
          <p:spPr>
            <a:xfrm>
              <a:off x="1322023" y="2483314"/>
              <a:ext cx="105896" cy="4571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8" name="矩形 1057"/>
            <p:cNvSpPr/>
            <p:nvPr/>
          </p:nvSpPr>
          <p:spPr>
            <a:xfrm>
              <a:off x="1312015" y="2131789"/>
              <a:ext cx="96756" cy="47016"/>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59" name="直接连接符 1058"/>
            <p:cNvCxnSpPr/>
            <p:nvPr/>
          </p:nvCxnSpPr>
          <p:spPr>
            <a:xfrm>
              <a:off x="521276" y="1928511"/>
              <a:ext cx="30808" cy="74155"/>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60" name="直接连接符 1059"/>
            <p:cNvCxnSpPr/>
            <p:nvPr/>
          </p:nvCxnSpPr>
          <p:spPr>
            <a:xfrm>
              <a:off x="539471" y="2032613"/>
              <a:ext cx="826" cy="35579"/>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61" name="直接连接符 1060"/>
            <p:cNvCxnSpPr/>
            <p:nvPr/>
          </p:nvCxnSpPr>
          <p:spPr>
            <a:xfrm flipH="1">
              <a:off x="517307" y="2090365"/>
              <a:ext cx="6658" cy="34055"/>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62" name="直接连接符 1061"/>
            <p:cNvCxnSpPr/>
            <p:nvPr/>
          </p:nvCxnSpPr>
          <p:spPr>
            <a:xfrm flipH="1">
              <a:off x="521276" y="2184201"/>
              <a:ext cx="482" cy="50159"/>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63" name="直接连接符 1062"/>
            <p:cNvCxnSpPr/>
            <p:nvPr/>
          </p:nvCxnSpPr>
          <p:spPr>
            <a:xfrm>
              <a:off x="546793" y="2279414"/>
              <a:ext cx="5291" cy="29102"/>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64" name="直接连接符 1063"/>
            <p:cNvCxnSpPr/>
            <p:nvPr/>
          </p:nvCxnSpPr>
          <p:spPr>
            <a:xfrm>
              <a:off x="540131" y="2340671"/>
              <a:ext cx="166" cy="3337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65" name="直接连接符 1064"/>
            <p:cNvCxnSpPr/>
            <p:nvPr/>
          </p:nvCxnSpPr>
          <p:spPr>
            <a:xfrm flipH="1">
              <a:off x="517308" y="2400027"/>
              <a:ext cx="4123" cy="3024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66" name="直接连接符 1065"/>
            <p:cNvCxnSpPr/>
            <p:nvPr/>
          </p:nvCxnSpPr>
          <p:spPr>
            <a:xfrm flipH="1">
              <a:off x="521277" y="2495485"/>
              <a:ext cx="264" cy="50458"/>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67" name="直接连接符 1066"/>
            <p:cNvCxnSpPr/>
            <p:nvPr/>
          </p:nvCxnSpPr>
          <p:spPr>
            <a:xfrm>
              <a:off x="522328" y="2545475"/>
              <a:ext cx="29755" cy="74624"/>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68" name="直接连接符 1067"/>
            <p:cNvCxnSpPr/>
            <p:nvPr/>
          </p:nvCxnSpPr>
          <p:spPr>
            <a:xfrm>
              <a:off x="552476" y="2649346"/>
              <a:ext cx="2142" cy="31531"/>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69" name="直接连接符 1068"/>
            <p:cNvCxnSpPr/>
            <p:nvPr/>
          </p:nvCxnSpPr>
          <p:spPr>
            <a:xfrm flipH="1">
              <a:off x="530624" y="2715717"/>
              <a:ext cx="4123" cy="3024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70" name="直接连接符 1069"/>
            <p:cNvCxnSpPr/>
            <p:nvPr/>
          </p:nvCxnSpPr>
          <p:spPr>
            <a:xfrm>
              <a:off x="497419" y="1799174"/>
              <a:ext cx="20253" cy="126584"/>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71" name="直接连接符 1070"/>
            <p:cNvCxnSpPr/>
            <p:nvPr/>
          </p:nvCxnSpPr>
          <p:spPr>
            <a:xfrm>
              <a:off x="443651" y="1680533"/>
              <a:ext cx="57395" cy="123362"/>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072" name="矩形 1071"/>
            <p:cNvSpPr/>
            <p:nvPr/>
          </p:nvSpPr>
          <p:spPr>
            <a:xfrm>
              <a:off x="337474" y="1458519"/>
              <a:ext cx="1736373" cy="261610"/>
            </a:xfrm>
            <a:prstGeom prst="rect">
              <a:avLst/>
            </a:prstGeom>
          </p:spPr>
          <p:txBody>
            <a:bodyPr wrap="none">
              <a:spAutoFit/>
            </a:bodyPr>
            <a:lstStyle/>
            <a:p>
              <a:r>
                <a:rPr lang="zh-CN" altLang="en-US" sz="1100" dirty="0" smtClean="0"/>
                <a:t>车头往左、车尾往右泊出</a:t>
              </a:r>
              <a:endParaRPr lang="zh-CN" altLang="en-US" sz="1100" dirty="0"/>
            </a:p>
          </p:txBody>
        </p:sp>
        <p:cxnSp>
          <p:nvCxnSpPr>
            <p:cNvPr id="1073" name="直接箭头连接符 1072"/>
            <p:cNvCxnSpPr/>
            <p:nvPr/>
          </p:nvCxnSpPr>
          <p:spPr>
            <a:xfrm flipH="1">
              <a:off x="837573" y="2582422"/>
              <a:ext cx="417" cy="3361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74" name="直接连接符 1073"/>
            <p:cNvCxnSpPr/>
            <p:nvPr/>
          </p:nvCxnSpPr>
          <p:spPr>
            <a:xfrm flipH="1">
              <a:off x="3512974" y="1991614"/>
              <a:ext cx="25758" cy="65961"/>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75" name="直接连接符 1074"/>
            <p:cNvCxnSpPr/>
            <p:nvPr/>
          </p:nvCxnSpPr>
          <p:spPr>
            <a:xfrm flipH="1">
              <a:off x="3519021" y="2070641"/>
              <a:ext cx="1582" cy="7621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76" name="直接连接符 1075"/>
            <p:cNvCxnSpPr/>
            <p:nvPr/>
          </p:nvCxnSpPr>
          <p:spPr>
            <a:xfrm>
              <a:off x="3519490" y="2126187"/>
              <a:ext cx="41407" cy="86508"/>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1077" name="直接连接符 1076"/>
            <p:cNvCxnSpPr/>
            <p:nvPr/>
          </p:nvCxnSpPr>
          <p:spPr>
            <a:xfrm flipH="1">
              <a:off x="3534590" y="1944454"/>
              <a:ext cx="332799" cy="38174"/>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78" name="直接连接符 1077"/>
            <p:cNvCxnSpPr/>
            <p:nvPr/>
          </p:nvCxnSpPr>
          <p:spPr>
            <a:xfrm flipH="1" flipV="1">
              <a:off x="3558925" y="2187206"/>
              <a:ext cx="713089" cy="12842"/>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1079" name="直接连接符 1078"/>
            <p:cNvCxnSpPr/>
            <p:nvPr/>
          </p:nvCxnSpPr>
          <p:spPr>
            <a:xfrm flipH="1" flipV="1">
              <a:off x="3589848" y="2536686"/>
              <a:ext cx="713089" cy="12842"/>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1080" name="直接连接符 1079"/>
            <p:cNvCxnSpPr/>
            <p:nvPr/>
          </p:nvCxnSpPr>
          <p:spPr>
            <a:xfrm flipH="1">
              <a:off x="4290764" y="2197881"/>
              <a:ext cx="314" cy="338766"/>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1081" name="直接连接符 1080"/>
            <p:cNvCxnSpPr/>
            <p:nvPr/>
          </p:nvCxnSpPr>
          <p:spPr>
            <a:xfrm flipH="1">
              <a:off x="3527354" y="2540064"/>
              <a:ext cx="56325" cy="60692"/>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82" name="直接连接符 1081"/>
            <p:cNvCxnSpPr/>
            <p:nvPr/>
          </p:nvCxnSpPr>
          <p:spPr>
            <a:xfrm flipH="1">
              <a:off x="3532590" y="2581693"/>
              <a:ext cx="1582" cy="7621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83" name="直接连接符 1082"/>
            <p:cNvCxnSpPr/>
            <p:nvPr/>
          </p:nvCxnSpPr>
          <p:spPr>
            <a:xfrm flipH="1">
              <a:off x="3532590" y="2648852"/>
              <a:ext cx="1582" cy="7621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84" name="直接连接符 1083"/>
            <p:cNvCxnSpPr/>
            <p:nvPr/>
          </p:nvCxnSpPr>
          <p:spPr>
            <a:xfrm>
              <a:off x="3532761" y="2718388"/>
              <a:ext cx="41407" cy="86508"/>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1085" name="直接连接符 1084"/>
            <p:cNvCxnSpPr/>
            <p:nvPr/>
          </p:nvCxnSpPr>
          <p:spPr>
            <a:xfrm flipH="1" flipV="1">
              <a:off x="3568053" y="2810342"/>
              <a:ext cx="350575" cy="15275"/>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086" name="矩形 1085"/>
            <p:cNvSpPr/>
            <p:nvPr/>
          </p:nvSpPr>
          <p:spPr>
            <a:xfrm>
              <a:off x="3525733" y="2159104"/>
              <a:ext cx="83120" cy="3403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7" name="矩形 1086"/>
            <p:cNvSpPr/>
            <p:nvPr/>
          </p:nvSpPr>
          <p:spPr>
            <a:xfrm>
              <a:off x="3543615" y="2517895"/>
              <a:ext cx="83120" cy="34031"/>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88" name="直接连接符 1087"/>
            <p:cNvCxnSpPr/>
            <p:nvPr/>
          </p:nvCxnSpPr>
          <p:spPr>
            <a:xfrm>
              <a:off x="2737919" y="1960421"/>
              <a:ext cx="30808" cy="74155"/>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89" name="直接连接符 1088"/>
            <p:cNvCxnSpPr/>
            <p:nvPr/>
          </p:nvCxnSpPr>
          <p:spPr>
            <a:xfrm>
              <a:off x="2753636" y="2015977"/>
              <a:ext cx="3304" cy="84125"/>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90" name="直接连接符 1089"/>
            <p:cNvCxnSpPr/>
            <p:nvPr/>
          </p:nvCxnSpPr>
          <p:spPr>
            <a:xfrm flipH="1">
              <a:off x="2733950" y="2075810"/>
              <a:ext cx="26633" cy="80521"/>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91" name="直接连接符 1090"/>
            <p:cNvCxnSpPr/>
            <p:nvPr/>
          </p:nvCxnSpPr>
          <p:spPr>
            <a:xfrm flipH="1">
              <a:off x="2737919" y="2147672"/>
              <a:ext cx="1927" cy="118599"/>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92" name="直接连接符 1091"/>
            <p:cNvCxnSpPr/>
            <p:nvPr/>
          </p:nvCxnSpPr>
          <p:spPr>
            <a:xfrm>
              <a:off x="2747563" y="2271616"/>
              <a:ext cx="21164" cy="6881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93" name="直接连接符 1092"/>
            <p:cNvCxnSpPr/>
            <p:nvPr/>
          </p:nvCxnSpPr>
          <p:spPr>
            <a:xfrm>
              <a:off x="2756277" y="2327048"/>
              <a:ext cx="662" cy="7890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94" name="直接连接符 1093"/>
            <p:cNvCxnSpPr/>
            <p:nvPr/>
          </p:nvCxnSpPr>
          <p:spPr>
            <a:xfrm flipH="1">
              <a:off x="2733950" y="2390673"/>
              <a:ext cx="16488" cy="71507"/>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95" name="直接连接符 1094"/>
            <p:cNvCxnSpPr/>
            <p:nvPr/>
          </p:nvCxnSpPr>
          <p:spPr>
            <a:xfrm flipH="1">
              <a:off x="2737919" y="2458547"/>
              <a:ext cx="1052" cy="119307"/>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96" name="直接连接符 1095"/>
            <p:cNvCxnSpPr/>
            <p:nvPr/>
          </p:nvCxnSpPr>
          <p:spPr>
            <a:xfrm>
              <a:off x="2738971" y="2577385"/>
              <a:ext cx="29755" cy="74624"/>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97" name="直接连接符 1096"/>
            <p:cNvCxnSpPr/>
            <p:nvPr/>
          </p:nvCxnSpPr>
          <p:spPr>
            <a:xfrm>
              <a:off x="2762694" y="2638234"/>
              <a:ext cx="8567" cy="7455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98" name="直接连接符 1097"/>
            <p:cNvCxnSpPr/>
            <p:nvPr/>
          </p:nvCxnSpPr>
          <p:spPr>
            <a:xfrm flipH="1">
              <a:off x="2747267" y="2706363"/>
              <a:ext cx="16488" cy="71507"/>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99" name="直接连接符 1098"/>
            <p:cNvCxnSpPr/>
            <p:nvPr/>
          </p:nvCxnSpPr>
          <p:spPr>
            <a:xfrm>
              <a:off x="2714062" y="1831084"/>
              <a:ext cx="20253" cy="126584"/>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00" name="直接连接符 1099"/>
            <p:cNvCxnSpPr/>
            <p:nvPr/>
          </p:nvCxnSpPr>
          <p:spPr>
            <a:xfrm>
              <a:off x="2660294" y="1712443"/>
              <a:ext cx="57395" cy="123362"/>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101" name="矩形 1100"/>
            <p:cNvSpPr/>
            <p:nvPr/>
          </p:nvSpPr>
          <p:spPr>
            <a:xfrm>
              <a:off x="2554117" y="1490429"/>
              <a:ext cx="1736373" cy="261610"/>
            </a:xfrm>
            <a:prstGeom prst="rect">
              <a:avLst/>
            </a:prstGeom>
          </p:spPr>
          <p:txBody>
            <a:bodyPr wrap="none">
              <a:spAutoFit/>
            </a:bodyPr>
            <a:lstStyle/>
            <a:p>
              <a:r>
                <a:rPr lang="zh-CN" altLang="en-US" sz="1100" dirty="0" smtClean="0"/>
                <a:t>车头往右、车尾往左泊出</a:t>
              </a:r>
              <a:endParaRPr lang="zh-CN" altLang="en-US" sz="1100" dirty="0"/>
            </a:p>
          </p:txBody>
        </p:sp>
        <p:cxnSp>
          <p:nvCxnSpPr>
            <p:cNvPr id="1102" name="直接箭头连接符 1101"/>
            <p:cNvCxnSpPr/>
            <p:nvPr/>
          </p:nvCxnSpPr>
          <p:spPr>
            <a:xfrm flipV="1">
              <a:off x="3062745" y="1725613"/>
              <a:ext cx="0" cy="3557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103" name="组合 1102"/>
            <p:cNvGrpSpPr/>
            <p:nvPr/>
          </p:nvGrpSpPr>
          <p:grpSpPr>
            <a:xfrm>
              <a:off x="3515415" y="1852782"/>
              <a:ext cx="413858" cy="432907"/>
              <a:chOff x="8019715" y="3105824"/>
              <a:chExt cx="569104" cy="743824"/>
            </a:xfrm>
          </p:grpSpPr>
          <p:cxnSp>
            <p:nvCxnSpPr>
              <p:cNvPr id="1203" name="直接箭头连接符 1202"/>
              <p:cNvCxnSpPr/>
              <p:nvPr/>
            </p:nvCxnSpPr>
            <p:spPr>
              <a:xfrm flipV="1">
                <a:off x="8053754" y="3330343"/>
                <a:ext cx="8792" cy="353634"/>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1204" name="直接箭头连接符 1203"/>
              <p:cNvCxnSpPr/>
              <p:nvPr/>
            </p:nvCxnSpPr>
            <p:spPr>
              <a:xfrm flipV="1">
                <a:off x="8053754" y="3681046"/>
                <a:ext cx="357554" cy="2931"/>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1205" name="文本框 1204"/>
              <p:cNvSpPr txBox="1"/>
              <p:nvPr/>
            </p:nvSpPr>
            <p:spPr>
              <a:xfrm>
                <a:off x="8354357" y="3541871"/>
                <a:ext cx="234462" cy="307777"/>
              </a:xfrm>
              <a:prstGeom prst="rect">
                <a:avLst/>
              </a:prstGeom>
              <a:noFill/>
            </p:spPr>
            <p:txBody>
              <a:bodyPr wrap="square" rtlCol="0">
                <a:spAutoFit/>
              </a:bodyPr>
              <a:lstStyle/>
              <a:p>
                <a:r>
                  <a:rPr lang="en-US" altLang="zh-CN" sz="1400" dirty="0" smtClean="0"/>
                  <a:t>x</a:t>
                </a:r>
                <a:endParaRPr lang="zh-CN" altLang="en-US" sz="1400" dirty="0"/>
              </a:p>
            </p:txBody>
          </p:sp>
          <p:sp>
            <p:nvSpPr>
              <p:cNvPr id="1206" name="文本框 1205"/>
              <p:cNvSpPr txBox="1"/>
              <p:nvPr/>
            </p:nvSpPr>
            <p:spPr>
              <a:xfrm>
                <a:off x="8019715" y="3105824"/>
                <a:ext cx="234462" cy="307777"/>
              </a:xfrm>
              <a:prstGeom prst="rect">
                <a:avLst/>
              </a:prstGeom>
              <a:noFill/>
            </p:spPr>
            <p:txBody>
              <a:bodyPr wrap="square" rtlCol="0">
                <a:spAutoFit/>
              </a:bodyPr>
              <a:lstStyle/>
              <a:p>
                <a:r>
                  <a:rPr lang="en-US" altLang="zh-CN" sz="1400" dirty="0" smtClean="0"/>
                  <a:t>y</a:t>
                </a:r>
                <a:endParaRPr lang="zh-CN" altLang="en-US" sz="1400" dirty="0"/>
              </a:p>
            </p:txBody>
          </p:sp>
        </p:grpSp>
        <p:grpSp>
          <p:nvGrpSpPr>
            <p:cNvPr id="1104" name="组合 1103"/>
            <p:cNvGrpSpPr/>
            <p:nvPr/>
          </p:nvGrpSpPr>
          <p:grpSpPr>
            <a:xfrm>
              <a:off x="949922" y="2465891"/>
              <a:ext cx="432187" cy="269729"/>
              <a:chOff x="2794707" y="3373181"/>
              <a:chExt cx="594309" cy="463450"/>
            </a:xfrm>
          </p:grpSpPr>
          <p:cxnSp>
            <p:nvCxnSpPr>
              <p:cNvPr id="1199" name="直接箭头连接符 1198"/>
              <p:cNvCxnSpPr/>
              <p:nvPr/>
            </p:nvCxnSpPr>
            <p:spPr>
              <a:xfrm>
                <a:off x="3329772" y="3443249"/>
                <a:ext cx="0" cy="342733"/>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1200" name="直接箭头连接符 1199"/>
              <p:cNvCxnSpPr/>
              <p:nvPr/>
            </p:nvCxnSpPr>
            <p:spPr>
              <a:xfrm rot="10800000" flipV="1">
                <a:off x="2972218" y="3443249"/>
                <a:ext cx="357554" cy="1240"/>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1201" name="文本框 1200"/>
              <p:cNvSpPr txBox="1"/>
              <p:nvPr/>
            </p:nvSpPr>
            <p:spPr>
              <a:xfrm>
                <a:off x="2794707" y="3373181"/>
                <a:ext cx="234462" cy="130169"/>
              </a:xfrm>
              <a:prstGeom prst="rect">
                <a:avLst/>
              </a:prstGeom>
              <a:noFill/>
            </p:spPr>
            <p:txBody>
              <a:bodyPr wrap="square" rtlCol="0">
                <a:spAutoFit/>
              </a:bodyPr>
              <a:lstStyle/>
              <a:p>
                <a:r>
                  <a:rPr lang="en-US" altLang="zh-CN" sz="1400" dirty="0" smtClean="0"/>
                  <a:t>x</a:t>
                </a:r>
                <a:endParaRPr lang="zh-CN" altLang="en-US" sz="1400" dirty="0"/>
              </a:p>
            </p:txBody>
          </p:sp>
          <p:sp>
            <p:nvSpPr>
              <p:cNvPr id="1202" name="文本框 1201"/>
              <p:cNvSpPr txBox="1"/>
              <p:nvPr/>
            </p:nvSpPr>
            <p:spPr>
              <a:xfrm>
                <a:off x="3154554" y="3706462"/>
                <a:ext cx="234462" cy="130169"/>
              </a:xfrm>
              <a:prstGeom prst="rect">
                <a:avLst/>
              </a:prstGeom>
              <a:noFill/>
            </p:spPr>
            <p:txBody>
              <a:bodyPr wrap="square" rtlCol="0">
                <a:spAutoFit/>
              </a:bodyPr>
              <a:lstStyle/>
              <a:p>
                <a:r>
                  <a:rPr lang="en-US" altLang="zh-CN" sz="1400" dirty="0" smtClean="0"/>
                  <a:t>y</a:t>
                </a:r>
                <a:endParaRPr lang="zh-CN" altLang="en-US" sz="1400" dirty="0"/>
              </a:p>
            </p:txBody>
          </p:sp>
        </p:grpSp>
        <p:cxnSp>
          <p:nvCxnSpPr>
            <p:cNvPr id="1153" name="直接连接符 1152"/>
            <p:cNvCxnSpPr/>
            <p:nvPr/>
          </p:nvCxnSpPr>
          <p:spPr>
            <a:xfrm flipH="1">
              <a:off x="1293722" y="1959478"/>
              <a:ext cx="25758" cy="65961"/>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54" name="直接连接符 1153"/>
            <p:cNvCxnSpPr/>
            <p:nvPr/>
          </p:nvCxnSpPr>
          <p:spPr>
            <a:xfrm flipH="1">
              <a:off x="1299769" y="2038505"/>
              <a:ext cx="1582" cy="7621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55" name="直接连接符 1154"/>
            <p:cNvCxnSpPr/>
            <p:nvPr/>
          </p:nvCxnSpPr>
          <p:spPr>
            <a:xfrm>
              <a:off x="1300238" y="2094050"/>
              <a:ext cx="41407" cy="86508"/>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1156" name="直接连接符 1155"/>
            <p:cNvCxnSpPr/>
            <p:nvPr/>
          </p:nvCxnSpPr>
          <p:spPr>
            <a:xfrm flipH="1">
              <a:off x="1315338" y="1912318"/>
              <a:ext cx="332799" cy="38174"/>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57" name="直接连接符 1156"/>
            <p:cNvCxnSpPr/>
            <p:nvPr/>
          </p:nvCxnSpPr>
          <p:spPr>
            <a:xfrm flipH="1" flipV="1">
              <a:off x="1339673" y="2155070"/>
              <a:ext cx="713089" cy="12842"/>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1158" name="直接连接符 1157"/>
            <p:cNvCxnSpPr/>
            <p:nvPr/>
          </p:nvCxnSpPr>
          <p:spPr>
            <a:xfrm flipH="1" flipV="1">
              <a:off x="1370596" y="2504550"/>
              <a:ext cx="713089" cy="12842"/>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1159" name="直接连接符 1158"/>
            <p:cNvCxnSpPr/>
            <p:nvPr/>
          </p:nvCxnSpPr>
          <p:spPr>
            <a:xfrm flipH="1">
              <a:off x="2071512" y="2165745"/>
              <a:ext cx="314" cy="338766"/>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1160" name="直接连接符 1159"/>
            <p:cNvCxnSpPr/>
            <p:nvPr/>
          </p:nvCxnSpPr>
          <p:spPr>
            <a:xfrm flipH="1">
              <a:off x="1308102" y="2507927"/>
              <a:ext cx="56325" cy="60692"/>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61" name="直接连接符 1160"/>
            <p:cNvCxnSpPr/>
            <p:nvPr/>
          </p:nvCxnSpPr>
          <p:spPr>
            <a:xfrm flipH="1">
              <a:off x="1313338" y="2549557"/>
              <a:ext cx="1582" cy="7621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62" name="直接连接符 1161"/>
            <p:cNvCxnSpPr/>
            <p:nvPr/>
          </p:nvCxnSpPr>
          <p:spPr>
            <a:xfrm flipH="1">
              <a:off x="1313337" y="2616715"/>
              <a:ext cx="1582" cy="7621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63" name="直接连接符 1162"/>
            <p:cNvCxnSpPr/>
            <p:nvPr/>
          </p:nvCxnSpPr>
          <p:spPr>
            <a:xfrm>
              <a:off x="1313509" y="2686252"/>
              <a:ext cx="41407" cy="86508"/>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1164" name="直接连接符 1163"/>
            <p:cNvCxnSpPr/>
            <p:nvPr/>
          </p:nvCxnSpPr>
          <p:spPr>
            <a:xfrm flipH="1" flipV="1">
              <a:off x="1348801" y="2778206"/>
              <a:ext cx="350575" cy="15275"/>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65" name="直接连接符 1164"/>
            <p:cNvCxnSpPr/>
            <p:nvPr/>
          </p:nvCxnSpPr>
          <p:spPr>
            <a:xfrm>
              <a:off x="518667" y="1928285"/>
              <a:ext cx="30808" cy="74155"/>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66" name="直接连接符 1165"/>
            <p:cNvCxnSpPr/>
            <p:nvPr/>
          </p:nvCxnSpPr>
          <p:spPr>
            <a:xfrm>
              <a:off x="534384" y="1983840"/>
              <a:ext cx="3304" cy="84125"/>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67" name="直接连接符 1166"/>
            <p:cNvCxnSpPr/>
            <p:nvPr/>
          </p:nvCxnSpPr>
          <p:spPr>
            <a:xfrm flipH="1">
              <a:off x="514698" y="2043673"/>
              <a:ext cx="26633" cy="80521"/>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68" name="直接连接符 1167"/>
            <p:cNvCxnSpPr/>
            <p:nvPr/>
          </p:nvCxnSpPr>
          <p:spPr>
            <a:xfrm flipH="1">
              <a:off x="518667" y="2115535"/>
              <a:ext cx="1927" cy="118599"/>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69" name="直接连接符 1168"/>
            <p:cNvCxnSpPr/>
            <p:nvPr/>
          </p:nvCxnSpPr>
          <p:spPr>
            <a:xfrm>
              <a:off x="528310" y="2239480"/>
              <a:ext cx="21164" cy="6881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70" name="直接连接符 1169"/>
            <p:cNvCxnSpPr/>
            <p:nvPr/>
          </p:nvCxnSpPr>
          <p:spPr>
            <a:xfrm>
              <a:off x="537025" y="2294912"/>
              <a:ext cx="662" cy="7890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71" name="直接连接符 1170"/>
            <p:cNvCxnSpPr/>
            <p:nvPr/>
          </p:nvCxnSpPr>
          <p:spPr>
            <a:xfrm flipH="1">
              <a:off x="514698" y="2358536"/>
              <a:ext cx="16488" cy="71507"/>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72" name="直接连接符 1171"/>
            <p:cNvCxnSpPr/>
            <p:nvPr/>
          </p:nvCxnSpPr>
          <p:spPr>
            <a:xfrm flipH="1">
              <a:off x="518667" y="2426410"/>
              <a:ext cx="1052" cy="119307"/>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73" name="直接连接符 1172"/>
            <p:cNvCxnSpPr/>
            <p:nvPr/>
          </p:nvCxnSpPr>
          <p:spPr>
            <a:xfrm>
              <a:off x="519719" y="2545248"/>
              <a:ext cx="29755" cy="74624"/>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74" name="直接连接符 1173"/>
            <p:cNvCxnSpPr/>
            <p:nvPr/>
          </p:nvCxnSpPr>
          <p:spPr>
            <a:xfrm>
              <a:off x="543442" y="2606097"/>
              <a:ext cx="8567" cy="7455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75" name="直接连接符 1174"/>
            <p:cNvCxnSpPr/>
            <p:nvPr/>
          </p:nvCxnSpPr>
          <p:spPr>
            <a:xfrm flipH="1">
              <a:off x="528015" y="2674226"/>
              <a:ext cx="16488" cy="71507"/>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76" name="直接连接符 1175"/>
            <p:cNvCxnSpPr/>
            <p:nvPr/>
          </p:nvCxnSpPr>
          <p:spPr>
            <a:xfrm>
              <a:off x="494810" y="1798947"/>
              <a:ext cx="20253" cy="126584"/>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77" name="直接连接符 1176"/>
            <p:cNvCxnSpPr/>
            <p:nvPr/>
          </p:nvCxnSpPr>
          <p:spPr>
            <a:xfrm>
              <a:off x="441042" y="1680307"/>
              <a:ext cx="57395" cy="123362"/>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2" name="直接连接符 181"/>
            <p:cNvCxnSpPr/>
            <p:nvPr/>
          </p:nvCxnSpPr>
          <p:spPr>
            <a:xfrm flipH="1">
              <a:off x="5725762" y="2020485"/>
              <a:ext cx="6440" cy="27897"/>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3" name="直接连接符 182"/>
            <p:cNvCxnSpPr/>
            <p:nvPr/>
          </p:nvCxnSpPr>
          <p:spPr>
            <a:xfrm flipH="1">
              <a:off x="5731809" y="2105428"/>
              <a:ext cx="396" cy="3223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4" name="直接连接符 183"/>
            <p:cNvCxnSpPr/>
            <p:nvPr/>
          </p:nvCxnSpPr>
          <p:spPr>
            <a:xfrm>
              <a:off x="5732277" y="2116993"/>
              <a:ext cx="41407" cy="86508"/>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185" name="直接连接符 184"/>
            <p:cNvCxnSpPr/>
            <p:nvPr/>
          </p:nvCxnSpPr>
          <p:spPr>
            <a:xfrm flipH="1">
              <a:off x="5747377" y="1935261"/>
              <a:ext cx="332799" cy="38174"/>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9" name="直接连接符 188"/>
            <p:cNvCxnSpPr/>
            <p:nvPr/>
          </p:nvCxnSpPr>
          <p:spPr>
            <a:xfrm flipH="1">
              <a:off x="5740142" y="2530871"/>
              <a:ext cx="56325" cy="60692"/>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90" name="直接连接符 189"/>
            <p:cNvCxnSpPr/>
            <p:nvPr/>
          </p:nvCxnSpPr>
          <p:spPr>
            <a:xfrm flipH="1">
              <a:off x="5745378" y="2616480"/>
              <a:ext cx="396" cy="3223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91" name="直接连接符 190"/>
            <p:cNvCxnSpPr/>
            <p:nvPr/>
          </p:nvCxnSpPr>
          <p:spPr>
            <a:xfrm flipH="1">
              <a:off x="5745377" y="2683639"/>
              <a:ext cx="396" cy="3223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92" name="直接连接符 191"/>
            <p:cNvCxnSpPr/>
            <p:nvPr/>
          </p:nvCxnSpPr>
          <p:spPr>
            <a:xfrm>
              <a:off x="5745548" y="2709195"/>
              <a:ext cx="41407" cy="86508"/>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sp>
          <p:nvSpPr>
            <p:cNvPr id="194" name="矩形 193"/>
            <p:cNvSpPr/>
            <p:nvPr/>
          </p:nvSpPr>
          <p:spPr>
            <a:xfrm>
              <a:off x="5751453" y="2506031"/>
              <a:ext cx="105896" cy="4571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5" name="矩形 194"/>
            <p:cNvSpPr/>
            <p:nvPr/>
          </p:nvSpPr>
          <p:spPr>
            <a:xfrm>
              <a:off x="5741445" y="2154506"/>
              <a:ext cx="96756" cy="47016"/>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6" name="直接连接符 195"/>
            <p:cNvCxnSpPr/>
            <p:nvPr/>
          </p:nvCxnSpPr>
          <p:spPr>
            <a:xfrm>
              <a:off x="4950706" y="1951228"/>
              <a:ext cx="30808" cy="74155"/>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97" name="直接连接符 196"/>
            <p:cNvCxnSpPr/>
            <p:nvPr/>
          </p:nvCxnSpPr>
          <p:spPr>
            <a:xfrm>
              <a:off x="4968901" y="2055330"/>
              <a:ext cx="826" cy="35579"/>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98" name="直接连接符 197"/>
            <p:cNvCxnSpPr/>
            <p:nvPr/>
          </p:nvCxnSpPr>
          <p:spPr>
            <a:xfrm flipH="1">
              <a:off x="4946737" y="2113082"/>
              <a:ext cx="6658" cy="34055"/>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99" name="直接连接符 198"/>
            <p:cNvCxnSpPr/>
            <p:nvPr/>
          </p:nvCxnSpPr>
          <p:spPr>
            <a:xfrm flipH="1">
              <a:off x="4950706" y="2206918"/>
              <a:ext cx="482" cy="50159"/>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00" name="直接连接符 199"/>
            <p:cNvCxnSpPr/>
            <p:nvPr/>
          </p:nvCxnSpPr>
          <p:spPr>
            <a:xfrm>
              <a:off x="4976223" y="2302131"/>
              <a:ext cx="5291" cy="29102"/>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01" name="直接连接符 200"/>
            <p:cNvCxnSpPr/>
            <p:nvPr/>
          </p:nvCxnSpPr>
          <p:spPr>
            <a:xfrm>
              <a:off x="4969561" y="2363388"/>
              <a:ext cx="166" cy="3337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02" name="直接连接符 201"/>
            <p:cNvCxnSpPr/>
            <p:nvPr/>
          </p:nvCxnSpPr>
          <p:spPr>
            <a:xfrm flipH="1">
              <a:off x="4946738" y="2422744"/>
              <a:ext cx="4123" cy="3024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03" name="直接连接符 202"/>
            <p:cNvCxnSpPr/>
            <p:nvPr/>
          </p:nvCxnSpPr>
          <p:spPr>
            <a:xfrm flipH="1">
              <a:off x="4950707" y="2518202"/>
              <a:ext cx="264" cy="50458"/>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04" name="直接连接符 203"/>
            <p:cNvCxnSpPr/>
            <p:nvPr/>
          </p:nvCxnSpPr>
          <p:spPr>
            <a:xfrm>
              <a:off x="4951758" y="2568192"/>
              <a:ext cx="29755" cy="74624"/>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05" name="直接连接符 204"/>
            <p:cNvCxnSpPr/>
            <p:nvPr/>
          </p:nvCxnSpPr>
          <p:spPr>
            <a:xfrm>
              <a:off x="4981906" y="2672063"/>
              <a:ext cx="2142" cy="31531"/>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06" name="直接连接符 205"/>
            <p:cNvCxnSpPr/>
            <p:nvPr/>
          </p:nvCxnSpPr>
          <p:spPr>
            <a:xfrm flipH="1">
              <a:off x="4960054" y="2738434"/>
              <a:ext cx="4123" cy="3024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07" name="直接连接符 206"/>
            <p:cNvCxnSpPr/>
            <p:nvPr/>
          </p:nvCxnSpPr>
          <p:spPr>
            <a:xfrm>
              <a:off x="4926849" y="1821891"/>
              <a:ext cx="20253" cy="126584"/>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08" name="直接连接符 207"/>
            <p:cNvCxnSpPr/>
            <p:nvPr/>
          </p:nvCxnSpPr>
          <p:spPr>
            <a:xfrm>
              <a:off x="4873081" y="1703250"/>
              <a:ext cx="57395" cy="123362"/>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09" name="矩形 208"/>
            <p:cNvSpPr/>
            <p:nvPr/>
          </p:nvSpPr>
          <p:spPr>
            <a:xfrm>
              <a:off x="4766904" y="1481236"/>
              <a:ext cx="2018501" cy="261610"/>
            </a:xfrm>
            <a:prstGeom prst="rect">
              <a:avLst/>
            </a:prstGeom>
          </p:spPr>
          <p:txBody>
            <a:bodyPr wrap="none">
              <a:spAutoFit/>
            </a:bodyPr>
            <a:lstStyle/>
            <a:p>
              <a:r>
                <a:rPr lang="zh-CN" altLang="en-US" sz="1100" dirty="0" smtClean="0"/>
                <a:t>车头逆向、车尾顺向斜列泊出</a:t>
              </a:r>
              <a:endParaRPr lang="zh-CN" altLang="en-US" sz="1100" dirty="0"/>
            </a:p>
          </p:txBody>
        </p:sp>
        <p:cxnSp>
          <p:nvCxnSpPr>
            <p:cNvPr id="210" name="直接箭头连接符 209"/>
            <p:cNvCxnSpPr/>
            <p:nvPr/>
          </p:nvCxnSpPr>
          <p:spPr>
            <a:xfrm flipH="1">
              <a:off x="5267003" y="2605139"/>
              <a:ext cx="417" cy="3361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1" name="直接连接符 210"/>
            <p:cNvCxnSpPr/>
            <p:nvPr/>
          </p:nvCxnSpPr>
          <p:spPr>
            <a:xfrm flipH="1">
              <a:off x="7942404" y="2014331"/>
              <a:ext cx="25758" cy="65961"/>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12" name="直接连接符 211"/>
            <p:cNvCxnSpPr/>
            <p:nvPr/>
          </p:nvCxnSpPr>
          <p:spPr>
            <a:xfrm flipH="1">
              <a:off x="7948451" y="2093358"/>
              <a:ext cx="1582" cy="7621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13" name="直接连接符 212"/>
            <p:cNvCxnSpPr/>
            <p:nvPr/>
          </p:nvCxnSpPr>
          <p:spPr>
            <a:xfrm>
              <a:off x="7948920" y="2148904"/>
              <a:ext cx="41407" cy="86508"/>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214" name="直接连接符 213"/>
            <p:cNvCxnSpPr/>
            <p:nvPr/>
          </p:nvCxnSpPr>
          <p:spPr>
            <a:xfrm flipH="1">
              <a:off x="7964020" y="1967171"/>
              <a:ext cx="332799" cy="38174"/>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15" name="直接连接符 214"/>
            <p:cNvCxnSpPr/>
            <p:nvPr/>
          </p:nvCxnSpPr>
          <p:spPr>
            <a:xfrm flipH="1" flipV="1">
              <a:off x="7988356" y="2209923"/>
              <a:ext cx="744011" cy="349480"/>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216" name="直接连接符 215"/>
            <p:cNvCxnSpPr/>
            <p:nvPr/>
          </p:nvCxnSpPr>
          <p:spPr>
            <a:xfrm flipH="1" flipV="1">
              <a:off x="8019279" y="2559403"/>
              <a:ext cx="713088" cy="342609"/>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217" name="直接连接符 216"/>
            <p:cNvCxnSpPr/>
            <p:nvPr/>
          </p:nvCxnSpPr>
          <p:spPr>
            <a:xfrm flipH="1">
              <a:off x="8732367" y="2571722"/>
              <a:ext cx="314" cy="338766"/>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218" name="直接连接符 217"/>
            <p:cNvCxnSpPr/>
            <p:nvPr/>
          </p:nvCxnSpPr>
          <p:spPr>
            <a:xfrm flipH="1">
              <a:off x="7956784" y="2562781"/>
              <a:ext cx="56325" cy="60692"/>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19" name="直接连接符 218"/>
            <p:cNvCxnSpPr/>
            <p:nvPr/>
          </p:nvCxnSpPr>
          <p:spPr>
            <a:xfrm flipH="1">
              <a:off x="7962020" y="2604410"/>
              <a:ext cx="1582" cy="7621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20" name="直接连接符 219"/>
            <p:cNvCxnSpPr/>
            <p:nvPr/>
          </p:nvCxnSpPr>
          <p:spPr>
            <a:xfrm flipH="1">
              <a:off x="7962020" y="2671569"/>
              <a:ext cx="1582" cy="7621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21" name="直接连接符 220"/>
            <p:cNvCxnSpPr/>
            <p:nvPr/>
          </p:nvCxnSpPr>
          <p:spPr>
            <a:xfrm>
              <a:off x="7962191" y="2741105"/>
              <a:ext cx="41407" cy="86508"/>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222" name="直接连接符 221"/>
            <p:cNvCxnSpPr/>
            <p:nvPr/>
          </p:nvCxnSpPr>
          <p:spPr>
            <a:xfrm flipH="1" flipV="1">
              <a:off x="7997484" y="2833060"/>
              <a:ext cx="21795" cy="16949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23" name="矩形 222"/>
            <p:cNvSpPr/>
            <p:nvPr/>
          </p:nvSpPr>
          <p:spPr>
            <a:xfrm>
              <a:off x="7955163" y="2181821"/>
              <a:ext cx="83120" cy="3403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4" name="矩形 223"/>
            <p:cNvSpPr/>
            <p:nvPr/>
          </p:nvSpPr>
          <p:spPr>
            <a:xfrm>
              <a:off x="7973045" y="2540612"/>
              <a:ext cx="83120" cy="34031"/>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5" name="直接连接符 224"/>
            <p:cNvCxnSpPr/>
            <p:nvPr/>
          </p:nvCxnSpPr>
          <p:spPr>
            <a:xfrm>
              <a:off x="7167349" y="1983138"/>
              <a:ext cx="30808" cy="74155"/>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26" name="直接连接符 225"/>
            <p:cNvCxnSpPr/>
            <p:nvPr/>
          </p:nvCxnSpPr>
          <p:spPr>
            <a:xfrm>
              <a:off x="7183066" y="2038694"/>
              <a:ext cx="3304" cy="84125"/>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27" name="直接连接符 226"/>
            <p:cNvCxnSpPr/>
            <p:nvPr/>
          </p:nvCxnSpPr>
          <p:spPr>
            <a:xfrm flipH="1">
              <a:off x="7163380" y="2098527"/>
              <a:ext cx="26633" cy="80521"/>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28" name="直接连接符 227"/>
            <p:cNvCxnSpPr/>
            <p:nvPr/>
          </p:nvCxnSpPr>
          <p:spPr>
            <a:xfrm flipH="1">
              <a:off x="7167349" y="2170389"/>
              <a:ext cx="1927" cy="118599"/>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29" name="直接连接符 228"/>
            <p:cNvCxnSpPr/>
            <p:nvPr/>
          </p:nvCxnSpPr>
          <p:spPr>
            <a:xfrm>
              <a:off x="7176993" y="2294333"/>
              <a:ext cx="21164" cy="6881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30" name="直接连接符 229"/>
            <p:cNvCxnSpPr/>
            <p:nvPr/>
          </p:nvCxnSpPr>
          <p:spPr>
            <a:xfrm>
              <a:off x="7185707" y="2349765"/>
              <a:ext cx="662" cy="7890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31" name="直接连接符 230"/>
            <p:cNvCxnSpPr/>
            <p:nvPr/>
          </p:nvCxnSpPr>
          <p:spPr>
            <a:xfrm flipH="1">
              <a:off x="7163380" y="2413390"/>
              <a:ext cx="16488" cy="71507"/>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32" name="直接连接符 231"/>
            <p:cNvCxnSpPr/>
            <p:nvPr/>
          </p:nvCxnSpPr>
          <p:spPr>
            <a:xfrm flipH="1">
              <a:off x="7167349" y="2481264"/>
              <a:ext cx="1052" cy="119307"/>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33" name="直接连接符 232"/>
            <p:cNvCxnSpPr/>
            <p:nvPr/>
          </p:nvCxnSpPr>
          <p:spPr>
            <a:xfrm>
              <a:off x="7168401" y="2600102"/>
              <a:ext cx="29755" cy="74624"/>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34" name="直接连接符 233"/>
            <p:cNvCxnSpPr/>
            <p:nvPr/>
          </p:nvCxnSpPr>
          <p:spPr>
            <a:xfrm>
              <a:off x="7192124" y="2660951"/>
              <a:ext cx="8567" cy="7455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35" name="直接连接符 234"/>
            <p:cNvCxnSpPr/>
            <p:nvPr/>
          </p:nvCxnSpPr>
          <p:spPr>
            <a:xfrm flipH="1">
              <a:off x="7176697" y="2729080"/>
              <a:ext cx="16488" cy="71507"/>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36" name="直接连接符 235"/>
            <p:cNvCxnSpPr/>
            <p:nvPr/>
          </p:nvCxnSpPr>
          <p:spPr>
            <a:xfrm>
              <a:off x="7143492" y="1853801"/>
              <a:ext cx="20253" cy="126584"/>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37" name="直接连接符 236"/>
            <p:cNvCxnSpPr/>
            <p:nvPr/>
          </p:nvCxnSpPr>
          <p:spPr>
            <a:xfrm>
              <a:off x="7089724" y="1735160"/>
              <a:ext cx="57395" cy="123362"/>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38" name="矩形 237"/>
            <p:cNvSpPr/>
            <p:nvPr/>
          </p:nvSpPr>
          <p:spPr>
            <a:xfrm>
              <a:off x="6983547" y="1513146"/>
              <a:ext cx="2018501" cy="261610"/>
            </a:xfrm>
            <a:prstGeom prst="rect">
              <a:avLst/>
            </a:prstGeom>
          </p:spPr>
          <p:txBody>
            <a:bodyPr wrap="none">
              <a:spAutoFit/>
            </a:bodyPr>
            <a:lstStyle/>
            <a:p>
              <a:r>
                <a:rPr lang="zh-CN" altLang="en-US" sz="1100" dirty="0" smtClean="0"/>
                <a:t>车头顺向、车尾逆向斜列泊出</a:t>
              </a:r>
              <a:endParaRPr lang="zh-CN" altLang="en-US" sz="1100" dirty="0"/>
            </a:p>
          </p:txBody>
        </p:sp>
        <p:cxnSp>
          <p:nvCxnSpPr>
            <p:cNvPr id="239" name="直接箭头连接符 238"/>
            <p:cNvCxnSpPr/>
            <p:nvPr/>
          </p:nvCxnSpPr>
          <p:spPr>
            <a:xfrm flipV="1">
              <a:off x="7492175" y="1748330"/>
              <a:ext cx="0" cy="3557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40" name="组合 239"/>
            <p:cNvGrpSpPr/>
            <p:nvPr/>
          </p:nvGrpSpPr>
          <p:grpSpPr>
            <a:xfrm>
              <a:off x="7944845" y="1875499"/>
              <a:ext cx="413858" cy="432907"/>
              <a:chOff x="8019715" y="3105824"/>
              <a:chExt cx="569104" cy="743824"/>
            </a:xfrm>
          </p:grpSpPr>
          <p:cxnSp>
            <p:nvCxnSpPr>
              <p:cNvPr id="241" name="直接箭头连接符 240"/>
              <p:cNvCxnSpPr/>
              <p:nvPr/>
            </p:nvCxnSpPr>
            <p:spPr>
              <a:xfrm flipV="1">
                <a:off x="8053754" y="3330343"/>
                <a:ext cx="8792" cy="353634"/>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42" name="直接箭头连接符 241"/>
              <p:cNvCxnSpPr/>
              <p:nvPr/>
            </p:nvCxnSpPr>
            <p:spPr>
              <a:xfrm flipV="1">
                <a:off x="8053754" y="3681046"/>
                <a:ext cx="357554" cy="2931"/>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243" name="文本框 242"/>
              <p:cNvSpPr txBox="1"/>
              <p:nvPr/>
            </p:nvSpPr>
            <p:spPr>
              <a:xfrm>
                <a:off x="8354357" y="3541871"/>
                <a:ext cx="234462" cy="307777"/>
              </a:xfrm>
              <a:prstGeom prst="rect">
                <a:avLst/>
              </a:prstGeom>
              <a:noFill/>
            </p:spPr>
            <p:txBody>
              <a:bodyPr wrap="square" rtlCol="0">
                <a:spAutoFit/>
              </a:bodyPr>
              <a:lstStyle/>
              <a:p>
                <a:r>
                  <a:rPr lang="en-US" altLang="zh-CN" sz="1400" dirty="0" smtClean="0"/>
                  <a:t>x</a:t>
                </a:r>
                <a:endParaRPr lang="zh-CN" altLang="en-US" sz="1400" dirty="0"/>
              </a:p>
            </p:txBody>
          </p:sp>
          <p:sp>
            <p:nvSpPr>
              <p:cNvPr id="244" name="文本框 243"/>
              <p:cNvSpPr txBox="1"/>
              <p:nvPr/>
            </p:nvSpPr>
            <p:spPr>
              <a:xfrm>
                <a:off x="8019715" y="3105824"/>
                <a:ext cx="234462" cy="307777"/>
              </a:xfrm>
              <a:prstGeom prst="rect">
                <a:avLst/>
              </a:prstGeom>
              <a:noFill/>
            </p:spPr>
            <p:txBody>
              <a:bodyPr wrap="square" rtlCol="0">
                <a:spAutoFit/>
              </a:bodyPr>
              <a:lstStyle/>
              <a:p>
                <a:r>
                  <a:rPr lang="en-US" altLang="zh-CN" sz="1400" dirty="0" smtClean="0"/>
                  <a:t>y</a:t>
                </a:r>
                <a:endParaRPr lang="zh-CN" altLang="en-US" sz="1400" dirty="0"/>
              </a:p>
            </p:txBody>
          </p:sp>
        </p:grpSp>
        <p:grpSp>
          <p:nvGrpSpPr>
            <p:cNvPr id="245" name="组合 244"/>
            <p:cNvGrpSpPr/>
            <p:nvPr/>
          </p:nvGrpSpPr>
          <p:grpSpPr>
            <a:xfrm>
              <a:off x="5379352" y="2488608"/>
              <a:ext cx="432187" cy="269729"/>
              <a:chOff x="2794707" y="3373181"/>
              <a:chExt cx="594309" cy="463450"/>
            </a:xfrm>
          </p:grpSpPr>
          <p:cxnSp>
            <p:nvCxnSpPr>
              <p:cNvPr id="246" name="直接箭头连接符 245"/>
              <p:cNvCxnSpPr/>
              <p:nvPr/>
            </p:nvCxnSpPr>
            <p:spPr>
              <a:xfrm>
                <a:off x="3329772" y="3443249"/>
                <a:ext cx="0" cy="342733"/>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47" name="直接箭头连接符 246"/>
              <p:cNvCxnSpPr/>
              <p:nvPr/>
            </p:nvCxnSpPr>
            <p:spPr>
              <a:xfrm rot="10800000" flipV="1">
                <a:off x="2972218" y="3443249"/>
                <a:ext cx="357554" cy="1240"/>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248" name="文本框 247"/>
              <p:cNvSpPr txBox="1"/>
              <p:nvPr/>
            </p:nvSpPr>
            <p:spPr>
              <a:xfrm>
                <a:off x="2794707" y="3373181"/>
                <a:ext cx="234462" cy="130169"/>
              </a:xfrm>
              <a:prstGeom prst="rect">
                <a:avLst/>
              </a:prstGeom>
              <a:noFill/>
            </p:spPr>
            <p:txBody>
              <a:bodyPr wrap="square" rtlCol="0">
                <a:spAutoFit/>
              </a:bodyPr>
              <a:lstStyle/>
              <a:p>
                <a:r>
                  <a:rPr lang="en-US" altLang="zh-CN" sz="1400" dirty="0" smtClean="0"/>
                  <a:t>x</a:t>
                </a:r>
                <a:endParaRPr lang="zh-CN" altLang="en-US" sz="1400" dirty="0"/>
              </a:p>
            </p:txBody>
          </p:sp>
          <p:sp>
            <p:nvSpPr>
              <p:cNvPr id="249" name="文本框 248"/>
              <p:cNvSpPr txBox="1"/>
              <p:nvPr/>
            </p:nvSpPr>
            <p:spPr>
              <a:xfrm>
                <a:off x="3154554" y="3706462"/>
                <a:ext cx="234462" cy="130169"/>
              </a:xfrm>
              <a:prstGeom prst="rect">
                <a:avLst/>
              </a:prstGeom>
              <a:noFill/>
            </p:spPr>
            <p:txBody>
              <a:bodyPr wrap="square" rtlCol="0">
                <a:spAutoFit/>
              </a:bodyPr>
              <a:lstStyle/>
              <a:p>
                <a:r>
                  <a:rPr lang="en-US" altLang="zh-CN" sz="1400" dirty="0" smtClean="0"/>
                  <a:t>y</a:t>
                </a:r>
                <a:endParaRPr lang="zh-CN" altLang="en-US" sz="1400" dirty="0"/>
              </a:p>
            </p:txBody>
          </p:sp>
        </p:grpSp>
        <p:cxnSp>
          <p:nvCxnSpPr>
            <p:cNvPr id="250" name="直接连接符 249"/>
            <p:cNvCxnSpPr/>
            <p:nvPr/>
          </p:nvCxnSpPr>
          <p:spPr>
            <a:xfrm flipH="1">
              <a:off x="5723152" y="1982195"/>
              <a:ext cx="25758" cy="65961"/>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51" name="直接连接符 250"/>
            <p:cNvCxnSpPr/>
            <p:nvPr/>
          </p:nvCxnSpPr>
          <p:spPr>
            <a:xfrm flipH="1">
              <a:off x="5729199" y="2061222"/>
              <a:ext cx="1582" cy="7621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52" name="直接连接符 251"/>
            <p:cNvCxnSpPr/>
            <p:nvPr/>
          </p:nvCxnSpPr>
          <p:spPr>
            <a:xfrm>
              <a:off x="5729668" y="2116767"/>
              <a:ext cx="41407" cy="86508"/>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253" name="直接连接符 252"/>
            <p:cNvCxnSpPr/>
            <p:nvPr/>
          </p:nvCxnSpPr>
          <p:spPr>
            <a:xfrm flipH="1">
              <a:off x="5744768" y="1935035"/>
              <a:ext cx="332799" cy="38174"/>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54" name="直接连接符 253"/>
            <p:cNvCxnSpPr/>
            <p:nvPr/>
          </p:nvCxnSpPr>
          <p:spPr>
            <a:xfrm flipH="1" flipV="1">
              <a:off x="5769104" y="2177787"/>
              <a:ext cx="775414" cy="374139"/>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255" name="直接连接符 254"/>
            <p:cNvCxnSpPr/>
            <p:nvPr/>
          </p:nvCxnSpPr>
          <p:spPr>
            <a:xfrm flipH="1" flipV="1">
              <a:off x="5800027" y="2527267"/>
              <a:ext cx="761475" cy="360652"/>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256" name="直接连接符 255"/>
            <p:cNvCxnSpPr/>
            <p:nvPr/>
          </p:nvCxnSpPr>
          <p:spPr>
            <a:xfrm flipH="1">
              <a:off x="6544518" y="2547189"/>
              <a:ext cx="314" cy="338766"/>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257" name="直接连接符 256"/>
            <p:cNvCxnSpPr/>
            <p:nvPr/>
          </p:nvCxnSpPr>
          <p:spPr>
            <a:xfrm flipH="1">
              <a:off x="5737532" y="2530644"/>
              <a:ext cx="56325" cy="60692"/>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58" name="直接连接符 257"/>
            <p:cNvCxnSpPr/>
            <p:nvPr/>
          </p:nvCxnSpPr>
          <p:spPr>
            <a:xfrm flipH="1">
              <a:off x="5742768" y="2572274"/>
              <a:ext cx="1582" cy="7621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59" name="直接连接符 258"/>
            <p:cNvCxnSpPr/>
            <p:nvPr/>
          </p:nvCxnSpPr>
          <p:spPr>
            <a:xfrm flipH="1">
              <a:off x="5742767" y="2639432"/>
              <a:ext cx="1582" cy="7621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60" name="直接连接符 259"/>
            <p:cNvCxnSpPr/>
            <p:nvPr/>
          </p:nvCxnSpPr>
          <p:spPr>
            <a:xfrm>
              <a:off x="5742939" y="2708969"/>
              <a:ext cx="41407" cy="86508"/>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261" name="直接连接符 260"/>
            <p:cNvCxnSpPr/>
            <p:nvPr/>
          </p:nvCxnSpPr>
          <p:spPr>
            <a:xfrm flipH="1" flipV="1">
              <a:off x="5778232" y="2800924"/>
              <a:ext cx="6114" cy="201626"/>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62" name="直接连接符 261"/>
            <p:cNvCxnSpPr/>
            <p:nvPr/>
          </p:nvCxnSpPr>
          <p:spPr>
            <a:xfrm>
              <a:off x="4948097" y="1951002"/>
              <a:ext cx="30808" cy="74155"/>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63" name="直接连接符 262"/>
            <p:cNvCxnSpPr/>
            <p:nvPr/>
          </p:nvCxnSpPr>
          <p:spPr>
            <a:xfrm>
              <a:off x="4963814" y="2006557"/>
              <a:ext cx="3304" cy="84125"/>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64" name="直接连接符 263"/>
            <p:cNvCxnSpPr/>
            <p:nvPr/>
          </p:nvCxnSpPr>
          <p:spPr>
            <a:xfrm flipH="1">
              <a:off x="4944128" y="2066390"/>
              <a:ext cx="26633" cy="80521"/>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65" name="直接连接符 264"/>
            <p:cNvCxnSpPr/>
            <p:nvPr/>
          </p:nvCxnSpPr>
          <p:spPr>
            <a:xfrm flipH="1">
              <a:off x="4948097" y="2138252"/>
              <a:ext cx="1927" cy="118599"/>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66" name="直接连接符 265"/>
            <p:cNvCxnSpPr/>
            <p:nvPr/>
          </p:nvCxnSpPr>
          <p:spPr>
            <a:xfrm>
              <a:off x="4957740" y="2262197"/>
              <a:ext cx="21164" cy="6881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67" name="直接连接符 266"/>
            <p:cNvCxnSpPr/>
            <p:nvPr/>
          </p:nvCxnSpPr>
          <p:spPr>
            <a:xfrm>
              <a:off x="4966455" y="2317629"/>
              <a:ext cx="662" cy="7890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68" name="直接连接符 267"/>
            <p:cNvCxnSpPr/>
            <p:nvPr/>
          </p:nvCxnSpPr>
          <p:spPr>
            <a:xfrm flipH="1">
              <a:off x="4944128" y="2381253"/>
              <a:ext cx="16488" cy="71507"/>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69" name="直接连接符 268"/>
            <p:cNvCxnSpPr/>
            <p:nvPr/>
          </p:nvCxnSpPr>
          <p:spPr>
            <a:xfrm flipH="1">
              <a:off x="4948097" y="2449127"/>
              <a:ext cx="1052" cy="119307"/>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70" name="直接连接符 269"/>
            <p:cNvCxnSpPr/>
            <p:nvPr/>
          </p:nvCxnSpPr>
          <p:spPr>
            <a:xfrm>
              <a:off x="4949149" y="2567965"/>
              <a:ext cx="29755" cy="74624"/>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71" name="直接连接符 270"/>
            <p:cNvCxnSpPr/>
            <p:nvPr/>
          </p:nvCxnSpPr>
          <p:spPr>
            <a:xfrm>
              <a:off x="4972872" y="2628814"/>
              <a:ext cx="8567" cy="7455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72" name="直接连接符 271"/>
            <p:cNvCxnSpPr/>
            <p:nvPr/>
          </p:nvCxnSpPr>
          <p:spPr>
            <a:xfrm flipH="1">
              <a:off x="4957445" y="2696943"/>
              <a:ext cx="16488" cy="71507"/>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73" name="直接连接符 272"/>
            <p:cNvCxnSpPr/>
            <p:nvPr/>
          </p:nvCxnSpPr>
          <p:spPr>
            <a:xfrm>
              <a:off x="4924240" y="1821664"/>
              <a:ext cx="20253" cy="126584"/>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74" name="直接连接符 273"/>
            <p:cNvCxnSpPr/>
            <p:nvPr/>
          </p:nvCxnSpPr>
          <p:spPr>
            <a:xfrm>
              <a:off x="4870472" y="1703024"/>
              <a:ext cx="57395" cy="123362"/>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27697434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79202" y="233084"/>
            <a:ext cx="677732" cy="4034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1323" tIns="35662" rIns="71323" bIns="35662" rtlCol="0" anchor="ctr"/>
          <a:lstStyle/>
          <a:p>
            <a:pPr algn="ctr"/>
            <a:r>
              <a:rPr lang="en-US" altLang="zh-CN" sz="2200" b="1" dirty="0" smtClean="0">
                <a:solidFill>
                  <a:schemeClr val="tx1"/>
                </a:solidFill>
                <a:latin typeface="微软雅黑" panose="020B0503020204020204" pitchFamily="34" charset="-122"/>
                <a:ea typeface="微软雅黑" panose="020B0503020204020204" pitchFamily="34" charset="-122"/>
              </a:rPr>
              <a:t>02</a:t>
            </a:r>
            <a:endParaRPr lang="zh-CN" altLang="en-US" sz="2200" b="1" dirty="0">
              <a:solidFill>
                <a:schemeClr val="tx1"/>
              </a:solidFill>
              <a:latin typeface="微软雅黑" panose="020B0503020204020204" pitchFamily="34" charset="-122"/>
              <a:ea typeface="微软雅黑" panose="020B0503020204020204" pitchFamily="34" charset="-122"/>
            </a:endParaRPr>
          </a:p>
        </p:txBody>
      </p:sp>
      <p:sp>
        <p:nvSpPr>
          <p:cNvPr id="31" name="标题 1"/>
          <p:cNvSpPr txBox="1"/>
          <p:nvPr/>
        </p:nvSpPr>
        <p:spPr bwMode="auto">
          <a:xfrm>
            <a:off x="1056937" y="210144"/>
            <a:ext cx="3416007" cy="476250"/>
          </a:xfrm>
          <a:prstGeom prst="rect">
            <a:avLst/>
          </a:prstGeom>
          <a:noFill/>
          <a:ln w="9525">
            <a:noFill/>
            <a:miter lim="800000"/>
          </a:ln>
        </p:spPr>
        <p:txBody>
          <a:bodyPr lIns="91429" tIns="45714" rIns="91429" bIns="45714" anchor="ctr"/>
          <a:lstStyle/>
          <a:p>
            <a:r>
              <a:rPr lang="zh-CN" altLang="en-US" sz="2400" b="1" dirty="0" smtClean="0">
                <a:solidFill>
                  <a:srgbClr val="7F7F7F"/>
                </a:solidFill>
                <a:latin typeface="+mn-ea"/>
                <a:ea typeface="+mn-ea"/>
                <a:cs typeface="Arial Unicode MS" panose="020B0604020202020204" pitchFamily="34" charset="-122"/>
              </a:rPr>
              <a:t>完全泊出逻辑策略说明</a:t>
            </a:r>
            <a:endParaRPr lang="zh-CN" altLang="en-US" sz="2400" b="1" dirty="0">
              <a:solidFill>
                <a:srgbClr val="7F7F7F"/>
              </a:solidFill>
              <a:latin typeface="+mn-ea"/>
              <a:ea typeface="+mn-ea"/>
              <a:cs typeface="Arial Unicode MS" panose="020B0604020202020204" pitchFamily="34" charset="-122"/>
            </a:endParaRPr>
          </a:p>
        </p:txBody>
      </p:sp>
      <p:sp>
        <p:nvSpPr>
          <p:cNvPr id="13" name="TextBox 12"/>
          <p:cNvSpPr txBox="1"/>
          <p:nvPr/>
        </p:nvSpPr>
        <p:spPr>
          <a:xfrm>
            <a:off x="8618220" y="5345966"/>
            <a:ext cx="454732" cy="338554"/>
          </a:xfrm>
          <a:prstGeom prst="rect">
            <a:avLst/>
          </a:prstGeom>
          <a:solidFill>
            <a:schemeClr val="bg1"/>
          </a:solidFill>
          <a:ln>
            <a:solidFill>
              <a:schemeClr val="bg1"/>
            </a:solidFill>
          </a:ln>
        </p:spPr>
        <p:txBody>
          <a:bodyPr wrap="square" rtlCol="0">
            <a:spAutoFit/>
          </a:bodyPr>
          <a:lstStyle/>
          <a:p>
            <a:r>
              <a:rPr lang="en-US" altLang="zh-CN" sz="1600" dirty="0" smtClean="0">
                <a:latin typeface="+mn-ea"/>
                <a:ea typeface="+mn-ea"/>
              </a:rPr>
              <a:t>  </a:t>
            </a:r>
            <a:endParaRPr lang="zh-CN" altLang="en-US" sz="1600" dirty="0">
              <a:latin typeface="+mn-ea"/>
              <a:ea typeface="+mn-ea"/>
            </a:endParaRPr>
          </a:p>
        </p:txBody>
      </p:sp>
      <p:sp>
        <p:nvSpPr>
          <p:cNvPr id="5"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灯片编号占位符 2"/>
          <p:cNvSpPr txBox="1">
            <a:spLocks/>
          </p:cNvSpPr>
          <p:nvPr/>
        </p:nvSpPr>
        <p:spPr>
          <a:xfrm>
            <a:off x="5584611" y="6849318"/>
            <a:ext cx="1021191" cy="224284"/>
          </a:xfrm>
          <a:prstGeom prst="rect">
            <a:avLst/>
          </a:prstGeom>
        </p:spPr>
        <p:txBody>
          <a:bodyPr/>
          <a:lstStyle>
            <a:defPPr>
              <a:defRPr lang="zh-CN"/>
            </a:defPPr>
            <a:lvl1pPr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1pPr>
            <a:lvl2pPr marL="455930" indent="-444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2pPr>
            <a:lvl3pPr marL="913130" indent="-92075"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3pPr>
            <a:lvl4pPr marL="1370330" indent="-13843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4pPr>
            <a:lvl5pPr marL="1825625" indent="-1841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9pPr>
          </a:lstStyle>
          <a:p>
            <a:pPr>
              <a:defRPr/>
            </a:pPr>
            <a:fld id="{0D91A68C-EF75-448C-824C-11AEAA06B251}" type="slidenum">
              <a:rPr lang="en-GB" smtClean="0">
                <a:solidFill>
                  <a:prstClr val="black">
                    <a:tint val="75000"/>
                  </a:prstClr>
                </a:solidFill>
              </a:rPr>
              <a:pPr>
                <a:defRPr/>
              </a:pPr>
              <a:t>17</a:t>
            </a:fld>
            <a:endParaRPr lang="en-GB">
              <a:solidFill>
                <a:prstClr val="black">
                  <a:tint val="75000"/>
                </a:prstClr>
              </a:solidFill>
            </a:endParaRPr>
          </a:p>
        </p:txBody>
      </p:sp>
      <p:sp>
        <p:nvSpPr>
          <p:cNvPr id="8" name="页脚占位符 3"/>
          <p:cNvSpPr txBox="1">
            <a:spLocks/>
          </p:cNvSpPr>
          <p:nvPr/>
        </p:nvSpPr>
        <p:spPr>
          <a:xfrm>
            <a:off x="6928015" y="6848955"/>
            <a:ext cx="5242516" cy="224284"/>
          </a:xfrm>
          <a:prstGeom prst="rect">
            <a:avLst/>
          </a:prstGeom>
        </p:spPr>
        <p:txBody>
          <a:bodyPr/>
          <a:lstStyle>
            <a:defPPr>
              <a:defRPr lang="zh-CN"/>
            </a:defPPr>
            <a:lvl1pPr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1pPr>
            <a:lvl2pPr marL="455930" indent="-444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2pPr>
            <a:lvl3pPr marL="913130" indent="-92075"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3pPr>
            <a:lvl4pPr marL="1370330" indent="-13843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4pPr>
            <a:lvl5pPr marL="1825625" indent="-1841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9pPr>
          </a:lstStyle>
          <a:p>
            <a:pPr>
              <a:defRPr/>
            </a:pPr>
            <a:r>
              <a:rPr lang="en-US" altLang="zh-TW" smtClean="0">
                <a:solidFill>
                  <a:prstClr val="black">
                    <a:tint val="75000"/>
                  </a:prstClr>
                </a:solidFill>
              </a:rPr>
              <a:t>© 2024 TTE GROUP ALL RIGHT RESERVED | DO NOT FORWARD WITHOUT PERMISSION</a:t>
            </a:r>
            <a:endParaRPr lang="zh-TW" altLang="en-US" dirty="0">
              <a:solidFill>
                <a:prstClr val="black">
                  <a:tint val="75000"/>
                </a:prstClr>
              </a:solidFill>
            </a:endParaRPr>
          </a:p>
        </p:txBody>
      </p:sp>
      <p:sp>
        <p:nvSpPr>
          <p:cNvPr id="9" name="TextBox 20"/>
          <p:cNvSpPr txBox="1"/>
          <p:nvPr/>
        </p:nvSpPr>
        <p:spPr>
          <a:xfrm>
            <a:off x="0" y="815513"/>
            <a:ext cx="8393635" cy="415498"/>
          </a:xfrm>
          <a:prstGeom prst="rect">
            <a:avLst/>
          </a:prstGeom>
          <a:noFill/>
        </p:spPr>
        <p:txBody>
          <a:bodyPr wrap="square" rtlCol="0">
            <a:spAutoFit/>
          </a:bodyPr>
          <a:lstStyle/>
          <a:p>
            <a:pPr marL="742950" lvl="2" indent="-285750">
              <a:lnSpc>
                <a:spcPct val="150000"/>
              </a:lnSpc>
              <a:buFont typeface="Wingdings" panose="05000000000000000000" pitchFamily="2" charset="2"/>
              <a:buChar char="p"/>
            </a:pPr>
            <a:r>
              <a:rPr lang="zh-CN" altLang="en-US" sz="1600" dirty="0" smtClean="0">
                <a:latin typeface="+mn-ea"/>
              </a:rPr>
              <a:t>最终停车位置设定</a:t>
            </a:r>
            <a:endParaRPr lang="en-US" altLang="zh-CN" sz="1600" dirty="0" smtClean="0">
              <a:latin typeface="+mn-ea"/>
            </a:endParaRPr>
          </a:p>
        </p:txBody>
      </p:sp>
      <p:sp>
        <p:nvSpPr>
          <p:cNvPr id="699" name="文本框 13"/>
          <p:cNvSpPr txBox="1"/>
          <p:nvPr/>
        </p:nvSpPr>
        <p:spPr>
          <a:xfrm>
            <a:off x="-106212" y="3397355"/>
            <a:ext cx="7115790" cy="1615827"/>
          </a:xfrm>
          <a:prstGeom prst="rect">
            <a:avLst/>
          </a:prstGeom>
          <a:noFill/>
        </p:spPr>
        <p:txBody>
          <a:bodyPr wrap="square" rtlCol="0">
            <a:spAutoFit/>
          </a:bodyPr>
          <a:lstStyle>
            <a:defPPr>
              <a:defRPr lang="zh-TW"/>
            </a:defPPr>
            <a:lvl3pPr marL="457200" lvl="2" indent="0">
              <a:lnSpc>
                <a:spcPct val="150000"/>
              </a:lnSpc>
              <a:defRPr sz="1800">
                <a:latin typeface="+mn-ea"/>
              </a:defRPr>
            </a:lvl3pPr>
          </a:lstStyle>
          <a:p>
            <a:pPr marL="742950" lvl="2" indent="-285750">
              <a:buFont typeface="Wingdings" panose="05000000000000000000" pitchFamily="2" charset="2"/>
              <a:buChar char="Ø"/>
            </a:pPr>
            <a:r>
              <a:rPr lang="zh-CN" altLang="en-US" sz="1100" dirty="0" smtClean="0">
                <a:latin typeface="+mn-lt"/>
              </a:rPr>
              <a:t>水平泊出默认</a:t>
            </a:r>
            <a:r>
              <a:rPr lang="zh-CN" altLang="en-US" sz="1100" dirty="0">
                <a:latin typeface="+mn-lt"/>
              </a:rPr>
              <a:t>的终点位置</a:t>
            </a:r>
            <a:r>
              <a:rPr lang="zh-CN" altLang="en-US" sz="1100" dirty="0" smtClean="0">
                <a:latin typeface="+mn-lt"/>
              </a:rPr>
              <a:t>为</a:t>
            </a:r>
            <a:r>
              <a:rPr lang="en-US" altLang="zh-CN" sz="1100" dirty="0">
                <a:latin typeface="+mn-lt"/>
              </a:rPr>
              <a:t>Obj2</a:t>
            </a:r>
            <a:r>
              <a:rPr lang="zh-CN" altLang="en-US" sz="1100" dirty="0">
                <a:latin typeface="+mn-lt"/>
              </a:rPr>
              <a:t>相对位置</a:t>
            </a:r>
            <a:r>
              <a:rPr lang="en-US" altLang="zh-CN" sz="1100" dirty="0" err="1">
                <a:latin typeface="+mn-lt"/>
              </a:rPr>
              <a:t>Δx</a:t>
            </a:r>
            <a:r>
              <a:rPr lang="zh-CN" altLang="en-US" sz="1100" dirty="0" smtClean="0">
                <a:latin typeface="+mn-lt"/>
              </a:rPr>
              <a:t>：</a:t>
            </a:r>
            <a:r>
              <a:rPr lang="en-US" altLang="zh-CN" sz="1100" dirty="0" smtClean="0">
                <a:latin typeface="+mn-lt"/>
              </a:rPr>
              <a:t>1000mm </a:t>
            </a:r>
            <a:r>
              <a:rPr lang="en-US" altLang="zh-CN" sz="1100" dirty="0" err="1">
                <a:latin typeface="+mn-lt"/>
              </a:rPr>
              <a:t>Δy</a:t>
            </a:r>
            <a:r>
              <a:rPr lang="zh-CN" altLang="en-US" sz="1100" dirty="0" smtClean="0">
                <a:latin typeface="+mn-lt"/>
              </a:rPr>
              <a:t>：</a:t>
            </a:r>
            <a:r>
              <a:rPr lang="en-US" altLang="zh-CN" sz="1100" dirty="0" smtClean="0">
                <a:latin typeface="+mn-lt"/>
              </a:rPr>
              <a:t>2000mm</a:t>
            </a:r>
            <a:r>
              <a:rPr lang="zh-CN" altLang="en-US" sz="1100" dirty="0">
                <a:latin typeface="+mn-lt"/>
              </a:rPr>
              <a:t>。</a:t>
            </a:r>
            <a:endParaRPr lang="en-US" altLang="zh-CN" sz="1100" dirty="0">
              <a:latin typeface="+mn-lt"/>
            </a:endParaRPr>
          </a:p>
          <a:p>
            <a:pPr marL="742950" lvl="2" indent="-285750">
              <a:buFont typeface="Wingdings" panose="05000000000000000000" pitchFamily="2" charset="2"/>
              <a:buChar char="Ø"/>
            </a:pPr>
            <a:r>
              <a:rPr lang="zh-CN" altLang="en-US" sz="1100" dirty="0" smtClean="0">
                <a:latin typeface="+mn-lt"/>
              </a:rPr>
              <a:t>水平泊出终点</a:t>
            </a:r>
            <a:r>
              <a:rPr lang="zh-CN" altLang="en-US" sz="1100" dirty="0">
                <a:latin typeface="+mn-lt"/>
              </a:rPr>
              <a:t>位置的车头方向与坐标系</a:t>
            </a:r>
            <a:r>
              <a:rPr lang="en-US" altLang="zh-CN" sz="1100" dirty="0">
                <a:latin typeface="+mn-lt"/>
              </a:rPr>
              <a:t>y</a:t>
            </a:r>
            <a:r>
              <a:rPr lang="zh-CN" altLang="en-US" sz="1100" dirty="0">
                <a:latin typeface="+mn-lt"/>
              </a:rPr>
              <a:t>轴角度一致</a:t>
            </a:r>
            <a:r>
              <a:rPr lang="zh-CN" altLang="en-US" sz="1100" dirty="0" smtClean="0">
                <a:latin typeface="+mn-lt"/>
              </a:rPr>
              <a:t>。</a:t>
            </a:r>
            <a:endParaRPr lang="en-US" altLang="zh-CN" sz="1100" dirty="0" smtClean="0">
              <a:latin typeface="+mn-lt"/>
            </a:endParaRPr>
          </a:p>
          <a:p>
            <a:pPr marL="742950" lvl="2" indent="-285750">
              <a:buFont typeface="Wingdings" panose="05000000000000000000" pitchFamily="2" charset="2"/>
              <a:buChar char="Ø"/>
            </a:pPr>
            <a:r>
              <a:rPr lang="zh-CN" altLang="en-US" sz="1100" dirty="0" smtClean="0">
                <a:latin typeface="+mn-lt"/>
              </a:rPr>
              <a:t>车头</a:t>
            </a:r>
            <a:r>
              <a:rPr lang="zh-CN" altLang="en-US" sz="1100" dirty="0">
                <a:latin typeface="+mn-lt"/>
              </a:rPr>
              <a:t>直出默认的终点位置的</a:t>
            </a:r>
            <a:r>
              <a:rPr lang="en-US" altLang="zh-CN" sz="1100" dirty="0">
                <a:latin typeface="+mn-lt"/>
              </a:rPr>
              <a:t>x</a:t>
            </a:r>
            <a:r>
              <a:rPr lang="zh-CN" altLang="en-US" sz="1100" dirty="0">
                <a:latin typeface="+mn-lt"/>
              </a:rPr>
              <a:t>轴坐标</a:t>
            </a:r>
            <a:r>
              <a:rPr lang="zh-CN" altLang="en-US" sz="1100" dirty="0" smtClean="0">
                <a:latin typeface="+mn-lt"/>
              </a:rPr>
              <a:t>为</a:t>
            </a:r>
            <a:r>
              <a:rPr lang="en-US" altLang="zh-CN" sz="1100" dirty="0">
                <a:latin typeface="+mn-lt"/>
              </a:rPr>
              <a:t>Obj2</a:t>
            </a:r>
            <a:r>
              <a:rPr lang="zh-CN" altLang="en-US" sz="1100" dirty="0">
                <a:latin typeface="+mn-lt"/>
              </a:rPr>
              <a:t>相对位置</a:t>
            </a:r>
            <a:r>
              <a:rPr lang="en-US" altLang="zh-CN" sz="1100" dirty="0" err="1">
                <a:latin typeface="+mn-lt"/>
              </a:rPr>
              <a:t>Δx</a:t>
            </a:r>
            <a:r>
              <a:rPr lang="zh-CN" altLang="en-US" sz="1100" dirty="0">
                <a:latin typeface="+mn-lt"/>
              </a:rPr>
              <a:t>：</a:t>
            </a:r>
            <a:r>
              <a:rPr lang="en-US" altLang="zh-CN" sz="1100" dirty="0">
                <a:latin typeface="+mn-lt"/>
              </a:rPr>
              <a:t>500mm+</a:t>
            </a:r>
            <a:r>
              <a:rPr lang="zh-CN" altLang="en-US" sz="1100" dirty="0">
                <a:latin typeface="+mn-lt"/>
              </a:rPr>
              <a:t>车辆后轴中心到后保杠的距离。</a:t>
            </a:r>
            <a:endParaRPr lang="en-US" altLang="zh-CN" sz="1100" dirty="0">
              <a:latin typeface="+mn-lt"/>
            </a:endParaRPr>
          </a:p>
          <a:p>
            <a:pPr marL="742950" lvl="2" indent="-285750">
              <a:buFont typeface="Wingdings" panose="05000000000000000000" pitchFamily="2" charset="2"/>
              <a:buChar char="Ø"/>
            </a:pPr>
            <a:r>
              <a:rPr lang="zh-CN" altLang="en-US" sz="1100" dirty="0">
                <a:latin typeface="+mn-lt"/>
              </a:rPr>
              <a:t>车尾直出默认的终点位置的</a:t>
            </a:r>
            <a:r>
              <a:rPr lang="en-US" altLang="zh-CN" sz="1100" dirty="0">
                <a:latin typeface="+mn-lt"/>
              </a:rPr>
              <a:t>x</a:t>
            </a:r>
            <a:r>
              <a:rPr lang="zh-CN" altLang="en-US" sz="1100" dirty="0">
                <a:latin typeface="+mn-lt"/>
              </a:rPr>
              <a:t>轴坐标</a:t>
            </a:r>
            <a:r>
              <a:rPr lang="zh-CN" altLang="en-US" sz="1100" dirty="0" smtClean="0">
                <a:latin typeface="+mn-lt"/>
              </a:rPr>
              <a:t>为</a:t>
            </a:r>
            <a:r>
              <a:rPr lang="en-US" altLang="zh-CN" sz="1100" dirty="0">
                <a:latin typeface="+mn-lt"/>
              </a:rPr>
              <a:t>Obj2</a:t>
            </a:r>
            <a:r>
              <a:rPr lang="zh-CN" altLang="en-US" sz="1100" dirty="0">
                <a:latin typeface="+mn-lt"/>
              </a:rPr>
              <a:t>相对位置</a:t>
            </a:r>
            <a:r>
              <a:rPr lang="en-US" altLang="zh-CN" sz="1100" dirty="0" err="1">
                <a:latin typeface="+mn-lt"/>
              </a:rPr>
              <a:t>Δx</a:t>
            </a:r>
            <a:r>
              <a:rPr lang="zh-CN" altLang="en-US" sz="1100" dirty="0">
                <a:latin typeface="+mn-lt"/>
              </a:rPr>
              <a:t>：</a:t>
            </a:r>
            <a:r>
              <a:rPr lang="en-US" altLang="zh-CN" sz="1100" dirty="0">
                <a:latin typeface="+mn-lt"/>
              </a:rPr>
              <a:t>500mm+</a:t>
            </a:r>
            <a:r>
              <a:rPr lang="zh-CN" altLang="en-US" sz="1100" dirty="0">
                <a:latin typeface="+mn-lt"/>
              </a:rPr>
              <a:t>车辆后轴中心到前保杠的距离。</a:t>
            </a:r>
            <a:endParaRPr lang="en-US" altLang="zh-CN" sz="1100" dirty="0">
              <a:latin typeface="+mn-lt"/>
            </a:endParaRPr>
          </a:p>
          <a:p>
            <a:pPr marL="742950" lvl="2" indent="-285750">
              <a:buFont typeface="Wingdings" panose="05000000000000000000" pitchFamily="2" charset="2"/>
              <a:buChar char="Ø"/>
            </a:pPr>
            <a:r>
              <a:rPr lang="zh-CN" altLang="en-US" sz="1100" dirty="0">
                <a:latin typeface="+mn-lt"/>
              </a:rPr>
              <a:t>直出终点位置的车头方向与原车辆角度一致。</a:t>
            </a:r>
            <a:endParaRPr lang="en-US" altLang="zh-CN" sz="1100" dirty="0">
              <a:latin typeface="+mn-lt"/>
            </a:endParaRPr>
          </a:p>
          <a:p>
            <a:pPr marL="742950" lvl="2" indent="-285750">
              <a:buFont typeface="Wingdings" panose="05000000000000000000" pitchFamily="2" charset="2"/>
              <a:buChar char="Ø"/>
            </a:pPr>
            <a:r>
              <a:rPr lang="zh-CN" altLang="en-US" sz="1100" dirty="0">
                <a:latin typeface="+mn-lt"/>
              </a:rPr>
              <a:t>遇到终点位置有障碍物侵占，则往障碍物反方向平移终点位置。</a:t>
            </a:r>
            <a:endParaRPr lang="en-US" altLang="zh-CN" sz="1100" dirty="0">
              <a:latin typeface="+mn-lt"/>
            </a:endParaRPr>
          </a:p>
        </p:txBody>
      </p:sp>
      <p:grpSp>
        <p:nvGrpSpPr>
          <p:cNvPr id="1207" name="组合 1206"/>
          <p:cNvGrpSpPr/>
          <p:nvPr/>
        </p:nvGrpSpPr>
        <p:grpSpPr>
          <a:xfrm>
            <a:off x="7154651" y="3494163"/>
            <a:ext cx="1864401" cy="1374735"/>
            <a:chOff x="9224189" y="4382161"/>
            <a:chExt cx="2054345" cy="1428497"/>
          </a:xfrm>
        </p:grpSpPr>
        <p:sp>
          <p:nvSpPr>
            <p:cNvPr id="1208" name="文本框 13"/>
            <p:cNvSpPr txBox="1"/>
            <p:nvPr/>
          </p:nvSpPr>
          <p:spPr>
            <a:xfrm>
              <a:off x="9676133" y="4382161"/>
              <a:ext cx="1602401" cy="1428497"/>
            </a:xfrm>
            <a:prstGeom prst="rect">
              <a:avLst/>
            </a:prstGeom>
            <a:noFill/>
          </p:spPr>
          <p:txBody>
            <a:bodyPr wrap="none" rtlCol="0">
              <a:spAutoFit/>
            </a:bodyPr>
            <a:lstStyle/>
            <a:p>
              <a:pPr>
                <a:lnSpc>
                  <a:spcPts val="2000"/>
                </a:lnSpc>
              </a:pPr>
              <a:r>
                <a:rPr lang="en-US" altLang="zh-CN" sz="1100" dirty="0" smtClean="0">
                  <a:latin typeface="+mn-lt"/>
                </a:rPr>
                <a:t>Obj1</a:t>
              </a:r>
            </a:p>
            <a:p>
              <a:pPr>
                <a:lnSpc>
                  <a:spcPts val="2000"/>
                </a:lnSpc>
              </a:pPr>
              <a:r>
                <a:rPr lang="en-US" altLang="zh-CN" sz="1100" dirty="0" smtClean="0">
                  <a:latin typeface="+mn-lt"/>
                </a:rPr>
                <a:t>Obj2</a:t>
              </a:r>
            </a:p>
            <a:p>
              <a:pPr>
                <a:lnSpc>
                  <a:spcPts val="2000"/>
                </a:lnSpc>
              </a:pPr>
              <a:r>
                <a:rPr lang="zh-CN" altLang="en-US" sz="1100" dirty="0" smtClean="0">
                  <a:latin typeface="+mn-lt"/>
                </a:rPr>
                <a:t>边界线</a:t>
              </a:r>
              <a:endParaRPr lang="en-US" altLang="zh-CN" sz="1100" dirty="0" smtClean="0">
                <a:latin typeface="+mn-lt"/>
              </a:endParaRPr>
            </a:p>
            <a:p>
              <a:pPr>
                <a:lnSpc>
                  <a:spcPts val="2000"/>
                </a:lnSpc>
              </a:pPr>
              <a:r>
                <a:rPr lang="zh-CN" altLang="en-US" sz="1100" dirty="0" smtClean="0">
                  <a:latin typeface="+mn-lt"/>
                </a:rPr>
                <a:t>终点位置和车头方向</a:t>
              </a:r>
              <a:endParaRPr lang="en-US" altLang="zh-CN" sz="1100" dirty="0" smtClean="0">
                <a:latin typeface="+mn-lt"/>
              </a:endParaRPr>
            </a:p>
            <a:p>
              <a:pPr>
                <a:lnSpc>
                  <a:spcPts val="2000"/>
                </a:lnSpc>
              </a:pPr>
              <a:r>
                <a:rPr lang="zh-CN" altLang="en-US" sz="1100" dirty="0" smtClean="0">
                  <a:latin typeface="+mn-lt"/>
                </a:rPr>
                <a:t>坐标系</a:t>
              </a:r>
              <a:endParaRPr lang="en-US" altLang="zh-CN" sz="1100" dirty="0" smtClean="0">
                <a:latin typeface="+mn-lt"/>
              </a:endParaRPr>
            </a:p>
          </p:txBody>
        </p:sp>
        <p:cxnSp>
          <p:nvCxnSpPr>
            <p:cNvPr id="1209" name="直接连接符 1208"/>
            <p:cNvCxnSpPr/>
            <p:nvPr/>
          </p:nvCxnSpPr>
          <p:spPr>
            <a:xfrm flipH="1" flipV="1">
              <a:off x="9224189" y="5080968"/>
              <a:ext cx="296705" cy="4821"/>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210" name="矩形 1209"/>
            <p:cNvSpPr/>
            <p:nvPr/>
          </p:nvSpPr>
          <p:spPr>
            <a:xfrm>
              <a:off x="9314866" y="4539519"/>
              <a:ext cx="114300" cy="58473"/>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1" name="矩形 1210"/>
            <p:cNvSpPr/>
            <p:nvPr/>
          </p:nvSpPr>
          <p:spPr>
            <a:xfrm>
              <a:off x="9318506" y="4800232"/>
              <a:ext cx="114300" cy="5847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12" name="直接箭头连接符 1211"/>
            <p:cNvCxnSpPr/>
            <p:nvPr/>
          </p:nvCxnSpPr>
          <p:spPr>
            <a:xfrm flipV="1">
              <a:off x="9224189" y="5309612"/>
              <a:ext cx="292089" cy="40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13" name="直接箭头连接符 1212"/>
            <p:cNvCxnSpPr/>
            <p:nvPr/>
          </p:nvCxnSpPr>
          <p:spPr>
            <a:xfrm flipV="1">
              <a:off x="9263446" y="5448304"/>
              <a:ext cx="8792" cy="353634"/>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1214" name="直接箭头连接符 1213"/>
            <p:cNvCxnSpPr/>
            <p:nvPr/>
          </p:nvCxnSpPr>
          <p:spPr>
            <a:xfrm flipV="1">
              <a:off x="9263446" y="5799007"/>
              <a:ext cx="357554" cy="2931"/>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86" name="组合 685"/>
          <p:cNvGrpSpPr/>
          <p:nvPr/>
        </p:nvGrpSpPr>
        <p:grpSpPr>
          <a:xfrm>
            <a:off x="1031549" y="1474586"/>
            <a:ext cx="7487161" cy="1870594"/>
            <a:chOff x="1031549" y="1474586"/>
            <a:chExt cx="7487161" cy="1870594"/>
          </a:xfrm>
        </p:grpSpPr>
        <p:grpSp>
          <p:nvGrpSpPr>
            <p:cNvPr id="685" name="组合 684"/>
            <p:cNvGrpSpPr/>
            <p:nvPr/>
          </p:nvGrpSpPr>
          <p:grpSpPr>
            <a:xfrm>
              <a:off x="4579943" y="1600027"/>
              <a:ext cx="3938767" cy="1555643"/>
              <a:chOff x="4673058" y="1429311"/>
              <a:chExt cx="4143063" cy="1650835"/>
            </a:xfrm>
          </p:grpSpPr>
          <p:cxnSp>
            <p:nvCxnSpPr>
              <p:cNvPr id="182" name="直接连接符 181"/>
              <p:cNvCxnSpPr/>
              <p:nvPr/>
            </p:nvCxnSpPr>
            <p:spPr>
              <a:xfrm flipH="1">
                <a:off x="5732758" y="2052805"/>
                <a:ext cx="28468" cy="81252"/>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3" name="直接连接符 182"/>
              <p:cNvCxnSpPr/>
              <p:nvPr/>
            </p:nvCxnSpPr>
            <p:spPr>
              <a:xfrm flipH="1">
                <a:off x="5739442" y="2150152"/>
                <a:ext cx="1748" cy="93881"/>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4" name="直接连接符 183"/>
              <p:cNvCxnSpPr/>
              <p:nvPr/>
            </p:nvCxnSpPr>
            <p:spPr>
              <a:xfrm>
                <a:off x="5739960" y="2218573"/>
                <a:ext cx="45762" cy="106563"/>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185" name="直接连接符 184"/>
              <p:cNvCxnSpPr/>
              <p:nvPr/>
            </p:nvCxnSpPr>
            <p:spPr>
              <a:xfrm flipH="1">
                <a:off x="5756648" y="1994712"/>
                <a:ext cx="367799" cy="47024"/>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6" name="直接连接符 185"/>
              <p:cNvCxnSpPr/>
              <p:nvPr/>
            </p:nvCxnSpPr>
            <p:spPr>
              <a:xfrm flipH="1" flipV="1">
                <a:off x="5783542" y="2293738"/>
                <a:ext cx="788085" cy="15819"/>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187" name="直接连接符 186"/>
              <p:cNvCxnSpPr/>
              <p:nvPr/>
            </p:nvCxnSpPr>
            <p:spPr>
              <a:xfrm flipH="1" flipV="1">
                <a:off x="5817717" y="2724235"/>
                <a:ext cx="788085" cy="15819"/>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188" name="直接连接符 187"/>
              <p:cNvCxnSpPr/>
              <p:nvPr/>
            </p:nvCxnSpPr>
            <p:spPr>
              <a:xfrm flipH="1">
                <a:off x="6592349" y="2306888"/>
                <a:ext cx="347" cy="417298"/>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189" name="直接连接符 188"/>
              <p:cNvCxnSpPr/>
              <p:nvPr/>
            </p:nvCxnSpPr>
            <p:spPr>
              <a:xfrm flipH="1">
                <a:off x="5748651" y="2728395"/>
                <a:ext cx="62249" cy="74762"/>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90" name="直接连接符 189"/>
              <p:cNvCxnSpPr/>
              <p:nvPr/>
            </p:nvCxnSpPr>
            <p:spPr>
              <a:xfrm flipH="1">
                <a:off x="5754438" y="2779675"/>
                <a:ext cx="1748" cy="93881"/>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91" name="直接连接符 190"/>
              <p:cNvCxnSpPr/>
              <p:nvPr/>
            </p:nvCxnSpPr>
            <p:spPr>
              <a:xfrm flipH="1">
                <a:off x="5754437" y="2862402"/>
                <a:ext cx="1748" cy="93881"/>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92" name="直接连接符 191"/>
              <p:cNvCxnSpPr/>
              <p:nvPr/>
            </p:nvCxnSpPr>
            <p:spPr>
              <a:xfrm>
                <a:off x="5754627" y="2948059"/>
                <a:ext cx="45762" cy="106563"/>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193" name="直接连接符 192"/>
              <p:cNvCxnSpPr/>
              <p:nvPr/>
            </p:nvCxnSpPr>
            <p:spPr>
              <a:xfrm flipH="1" flipV="1">
                <a:off x="5793630" y="3061330"/>
                <a:ext cx="387445" cy="18816"/>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94" name="矩形 193"/>
              <p:cNvSpPr/>
              <p:nvPr/>
            </p:nvSpPr>
            <p:spPr>
              <a:xfrm>
                <a:off x="5746859" y="2259122"/>
                <a:ext cx="91862" cy="4192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5" name="矩形 194"/>
              <p:cNvSpPr/>
              <p:nvPr/>
            </p:nvSpPr>
            <p:spPr>
              <a:xfrm>
                <a:off x="5766622" y="2701087"/>
                <a:ext cx="91862" cy="41921"/>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6" name="直接连接符 195"/>
              <p:cNvCxnSpPr/>
              <p:nvPr/>
            </p:nvCxnSpPr>
            <p:spPr>
              <a:xfrm>
                <a:off x="4876191" y="2014380"/>
                <a:ext cx="34048" cy="91346"/>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97" name="直接连接符 196"/>
              <p:cNvCxnSpPr/>
              <p:nvPr/>
            </p:nvCxnSpPr>
            <p:spPr>
              <a:xfrm>
                <a:off x="4893561" y="2082815"/>
                <a:ext cx="3651" cy="103627"/>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98" name="直接连接符 197"/>
              <p:cNvCxnSpPr/>
              <p:nvPr/>
            </p:nvCxnSpPr>
            <p:spPr>
              <a:xfrm flipH="1">
                <a:off x="4871804" y="2156518"/>
                <a:ext cx="29434" cy="99187"/>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99" name="直接连接符 198"/>
              <p:cNvCxnSpPr/>
              <p:nvPr/>
            </p:nvCxnSpPr>
            <p:spPr>
              <a:xfrm flipH="1">
                <a:off x="4876191" y="2245039"/>
                <a:ext cx="2130" cy="146092"/>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00" name="直接连接符 199"/>
              <p:cNvCxnSpPr/>
              <p:nvPr/>
            </p:nvCxnSpPr>
            <p:spPr>
              <a:xfrm>
                <a:off x="4886848" y="2397716"/>
                <a:ext cx="23390" cy="84761"/>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01" name="直接连接符 200"/>
              <p:cNvCxnSpPr/>
              <p:nvPr/>
            </p:nvCxnSpPr>
            <p:spPr>
              <a:xfrm>
                <a:off x="4896480" y="2465999"/>
                <a:ext cx="732" cy="97194"/>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02" name="直接连接符 201"/>
              <p:cNvCxnSpPr/>
              <p:nvPr/>
            </p:nvCxnSpPr>
            <p:spPr>
              <a:xfrm flipH="1">
                <a:off x="4871804" y="2544373"/>
                <a:ext cx="18222" cy="8808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03" name="直接连接符 202"/>
              <p:cNvCxnSpPr/>
              <p:nvPr/>
            </p:nvCxnSpPr>
            <p:spPr>
              <a:xfrm flipH="1">
                <a:off x="4876191" y="2627981"/>
                <a:ext cx="1163" cy="146965"/>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04" name="直接连接符 203"/>
              <p:cNvCxnSpPr/>
              <p:nvPr/>
            </p:nvCxnSpPr>
            <p:spPr>
              <a:xfrm>
                <a:off x="4877354" y="2774368"/>
                <a:ext cx="32885" cy="91924"/>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05" name="直接连接符 204"/>
              <p:cNvCxnSpPr/>
              <p:nvPr/>
            </p:nvCxnSpPr>
            <p:spPr>
              <a:xfrm>
                <a:off x="4903572" y="2849323"/>
                <a:ext cx="9467" cy="91836"/>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06" name="直接连接符 205"/>
              <p:cNvCxnSpPr/>
              <p:nvPr/>
            </p:nvCxnSpPr>
            <p:spPr>
              <a:xfrm flipH="1">
                <a:off x="4886521" y="2933246"/>
                <a:ext cx="18222" cy="8808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07" name="直接连接符 206"/>
              <p:cNvCxnSpPr/>
              <p:nvPr/>
            </p:nvCxnSpPr>
            <p:spPr>
              <a:xfrm>
                <a:off x="4849825" y="1855060"/>
                <a:ext cx="22383" cy="155929"/>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08" name="直接连接符 207"/>
              <p:cNvCxnSpPr/>
              <p:nvPr/>
            </p:nvCxnSpPr>
            <p:spPr>
              <a:xfrm>
                <a:off x="4790402" y="1708916"/>
                <a:ext cx="63431" cy="15196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09" name="矩形 208"/>
              <p:cNvSpPr/>
              <p:nvPr/>
            </p:nvSpPr>
            <p:spPr>
              <a:xfrm>
                <a:off x="4673058" y="1435435"/>
                <a:ext cx="902811" cy="307777"/>
              </a:xfrm>
              <a:prstGeom prst="rect">
                <a:avLst/>
              </a:prstGeom>
            </p:spPr>
            <p:txBody>
              <a:bodyPr wrap="none">
                <a:spAutoFit/>
              </a:bodyPr>
              <a:lstStyle/>
              <a:p>
                <a:r>
                  <a:rPr lang="zh-CN" altLang="en-US" sz="1400" dirty="0" smtClean="0"/>
                  <a:t>车头直出</a:t>
                </a:r>
                <a:endParaRPr lang="zh-CN" altLang="en-US" sz="1400" dirty="0"/>
              </a:p>
            </p:txBody>
          </p:sp>
          <p:cxnSp>
            <p:nvCxnSpPr>
              <p:cNvPr id="210" name="直接箭头连接符 209"/>
              <p:cNvCxnSpPr/>
              <p:nvPr/>
            </p:nvCxnSpPr>
            <p:spPr>
              <a:xfrm flipH="1" flipV="1">
                <a:off x="5187275" y="2497046"/>
                <a:ext cx="443802" cy="61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1" name="直接连接符 210"/>
              <p:cNvCxnSpPr/>
              <p:nvPr/>
            </p:nvCxnSpPr>
            <p:spPr>
              <a:xfrm flipH="1">
                <a:off x="7943077" y="2046681"/>
                <a:ext cx="28468" cy="81252"/>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12" name="直接连接符 211"/>
              <p:cNvCxnSpPr/>
              <p:nvPr/>
            </p:nvCxnSpPr>
            <p:spPr>
              <a:xfrm flipH="1">
                <a:off x="7949760" y="2144028"/>
                <a:ext cx="1748" cy="93881"/>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13" name="直接连接符 212"/>
              <p:cNvCxnSpPr/>
              <p:nvPr/>
            </p:nvCxnSpPr>
            <p:spPr>
              <a:xfrm>
                <a:off x="7950279" y="2212449"/>
                <a:ext cx="45762" cy="106563"/>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214" name="直接连接符 213"/>
              <p:cNvCxnSpPr/>
              <p:nvPr/>
            </p:nvCxnSpPr>
            <p:spPr>
              <a:xfrm flipH="1">
                <a:off x="7966967" y="1988588"/>
                <a:ext cx="367799" cy="47024"/>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15" name="直接连接符 214"/>
              <p:cNvCxnSpPr/>
              <p:nvPr/>
            </p:nvCxnSpPr>
            <p:spPr>
              <a:xfrm flipH="1" flipV="1">
                <a:off x="7993861" y="2287614"/>
                <a:ext cx="788085" cy="15819"/>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216" name="直接连接符 215"/>
              <p:cNvCxnSpPr/>
              <p:nvPr/>
            </p:nvCxnSpPr>
            <p:spPr>
              <a:xfrm flipH="1" flipV="1">
                <a:off x="8028036" y="2718111"/>
                <a:ext cx="788085" cy="15819"/>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217" name="直接连接符 216"/>
              <p:cNvCxnSpPr/>
              <p:nvPr/>
            </p:nvCxnSpPr>
            <p:spPr>
              <a:xfrm flipH="1">
                <a:off x="8802668" y="2300764"/>
                <a:ext cx="347" cy="417298"/>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218" name="直接连接符 217"/>
              <p:cNvCxnSpPr/>
              <p:nvPr/>
            </p:nvCxnSpPr>
            <p:spPr>
              <a:xfrm flipH="1">
                <a:off x="7958970" y="2722271"/>
                <a:ext cx="62249" cy="74762"/>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19" name="直接连接符 218"/>
              <p:cNvCxnSpPr/>
              <p:nvPr/>
            </p:nvCxnSpPr>
            <p:spPr>
              <a:xfrm flipH="1">
                <a:off x="7964756" y="2773551"/>
                <a:ext cx="1748" cy="93881"/>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20" name="直接连接符 219"/>
              <p:cNvCxnSpPr/>
              <p:nvPr/>
            </p:nvCxnSpPr>
            <p:spPr>
              <a:xfrm flipH="1">
                <a:off x="7964756" y="2856278"/>
                <a:ext cx="1748" cy="93881"/>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21" name="直接连接符 220"/>
              <p:cNvCxnSpPr/>
              <p:nvPr/>
            </p:nvCxnSpPr>
            <p:spPr>
              <a:xfrm>
                <a:off x="7964945" y="2941935"/>
                <a:ext cx="45762" cy="106563"/>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222" name="直接连接符 221"/>
              <p:cNvCxnSpPr/>
              <p:nvPr/>
            </p:nvCxnSpPr>
            <p:spPr>
              <a:xfrm flipH="1" flipV="1">
                <a:off x="8003948" y="3055206"/>
                <a:ext cx="387445" cy="18816"/>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23" name="矩形 222"/>
              <p:cNvSpPr/>
              <p:nvPr/>
            </p:nvSpPr>
            <p:spPr>
              <a:xfrm>
                <a:off x="7957178" y="2252998"/>
                <a:ext cx="91862" cy="4192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4" name="矩形 223"/>
              <p:cNvSpPr/>
              <p:nvPr/>
            </p:nvSpPr>
            <p:spPr>
              <a:xfrm>
                <a:off x="7976941" y="2694963"/>
                <a:ext cx="91862" cy="41921"/>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5" name="直接连接符 224"/>
              <p:cNvCxnSpPr/>
              <p:nvPr/>
            </p:nvCxnSpPr>
            <p:spPr>
              <a:xfrm>
                <a:off x="7086509" y="2008256"/>
                <a:ext cx="34048" cy="91346"/>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26" name="直接连接符 225"/>
              <p:cNvCxnSpPr/>
              <p:nvPr/>
            </p:nvCxnSpPr>
            <p:spPr>
              <a:xfrm>
                <a:off x="7103880" y="2076691"/>
                <a:ext cx="3651" cy="103627"/>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27" name="直接连接符 226"/>
              <p:cNvCxnSpPr/>
              <p:nvPr/>
            </p:nvCxnSpPr>
            <p:spPr>
              <a:xfrm flipH="1">
                <a:off x="7082123" y="2150394"/>
                <a:ext cx="29434" cy="99187"/>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28" name="直接连接符 227"/>
              <p:cNvCxnSpPr/>
              <p:nvPr/>
            </p:nvCxnSpPr>
            <p:spPr>
              <a:xfrm flipH="1">
                <a:off x="7086509" y="2238915"/>
                <a:ext cx="2130" cy="146092"/>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29" name="直接连接符 228"/>
              <p:cNvCxnSpPr/>
              <p:nvPr/>
            </p:nvCxnSpPr>
            <p:spPr>
              <a:xfrm>
                <a:off x="7097167" y="2391592"/>
                <a:ext cx="23390" cy="84761"/>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30" name="直接连接符 229"/>
              <p:cNvCxnSpPr/>
              <p:nvPr/>
            </p:nvCxnSpPr>
            <p:spPr>
              <a:xfrm>
                <a:off x="7106799" y="2459875"/>
                <a:ext cx="732" cy="97194"/>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31" name="直接连接符 230"/>
              <p:cNvCxnSpPr/>
              <p:nvPr/>
            </p:nvCxnSpPr>
            <p:spPr>
              <a:xfrm flipH="1">
                <a:off x="7082123" y="2538249"/>
                <a:ext cx="18222" cy="8808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32" name="直接连接符 231"/>
              <p:cNvCxnSpPr/>
              <p:nvPr/>
            </p:nvCxnSpPr>
            <p:spPr>
              <a:xfrm flipH="1">
                <a:off x="7086509" y="2621857"/>
                <a:ext cx="1163" cy="146965"/>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33" name="直接连接符 232"/>
              <p:cNvCxnSpPr/>
              <p:nvPr/>
            </p:nvCxnSpPr>
            <p:spPr>
              <a:xfrm>
                <a:off x="7087672" y="2768244"/>
                <a:ext cx="32885" cy="91924"/>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34" name="直接连接符 233"/>
              <p:cNvCxnSpPr/>
              <p:nvPr/>
            </p:nvCxnSpPr>
            <p:spPr>
              <a:xfrm>
                <a:off x="7113890" y="2843199"/>
                <a:ext cx="9467" cy="91836"/>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35" name="直接连接符 234"/>
              <p:cNvCxnSpPr/>
              <p:nvPr/>
            </p:nvCxnSpPr>
            <p:spPr>
              <a:xfrm flipH="1">
                <a:off x="7096840" y="2927122"/>
                <a:ext cx="18222" cy="8808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36" name="直接连接符 235"/>
              <p:cNvCxnSpPr/>
              <p:nvPr/>
            </p:nvCxnSpPr>
            <p:spPr>
              <a:xfrm>
                <a:off x="7060144" y="1848936"/>
                <a:ext cx="22383" cy="155929"/>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37" name="直接连接符 236"/>
              <p:cNvCxnSpPr/>
              <p:nvPr/>
            </p:nvCxnSpPr>
            <p:spPr>
              <a:xfrm>
                <a:off x="7000720" y="1702792"/>
                <a:ext cx="63431" cy="15196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38" name="矩形 237"/>
              <p:cNvSpPr/>
              <p:nvPr/>
            </p:nvSpPr>
            <p:spPr>
              <a:xfrm>
                <a:off x="6883377" y="1429311"/>
                <a:ext cx="902811" cy="307777"/>
              </a:xfrm>
              <a:prstGeom prst="rect">
                <a:avLst/>
              </a:prstGeom>
            </p:spPr>
            <p:txBody>
              <a:bodyPr wrap="none">
                <a:spAutoFit/>
              </a:bodyPr>
              <a:lstStyle/>
              <a:p>
                <a:r>
                  <a:rPr lang="zh-CN" altLang="en-US" sz="1400" dirty="0" smtClean="0"/>
                  <a:t>车尾直出</a:t>
                </a:r>
                <a:endParaRPr lang="zh-CN" altLang="en-US" sz="1400" dirty="0"/>
              </a:p>
            </p:txBody>
          </p:sp>
          <p:cxnSp>
            <p:nvCxnSpPr>
              <p:cNvPr id="239" name="直接箭头连接符 238"/>
              <p:cNvCxnSpPr/>
              <p:nvPr/>
            </p:nvCxnSpPr>
            <p:spPr>
              <a:xfrm flipV="1">
                <a:off x="7370985" y="2508472"/>
                <a:ext cx="470410" cy="37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40" name="组合 239"/>
              <p:cNvGrpSpPr/>
              <p:nvPr/>
            </p:nvGrpSpPr>
            <p:grpSpPr>
              <a:xfrm>
                <a:off x="7935666" y="1870349"/>
                <a:ext cx="457383" cy="533264"/>
                <a:chOff x="8019715" y="3105824"/>
                <a:chExt cx="569104" cy="743824"/>
              </a:xfrm>
            </p:grpSpPr>
            <p:cxnSp>
              <p:nvCxnSpPr>
                <p:cNvPr id="246" name="直接箭头连接符 245"/>
                <p:cNvCxnSpPr/>
                <p:nvPr/>
              </p:nvCxnSpPr>
              <p:spPr>
                <a:xfrm flipV="1">
                  <a:off x="8053754" y="3330343"/>
                  <a:ext cx="8792" cy="353634"/>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47" name="直接箭头连接符 246"/>
                <p:cNvCxnSpPr/>
                <p:nvPr/>
              </p:nvCxnSpPr>
              <p:spPr>
                <a:xfrm flipV="1">
                  <a:off x="8053754" y="3681046"/>
                  <a:ext cx="357554" cy="2931"/>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248" name="文本框 247"/>
                <p:cNvSpPr txBox="1"/>
                <p:nvPr/>
              </p:nvSpPr>
              <p:spPr>
                <a:xfrm>
                  <a:off x="8354357" y="3541871"/>
                  <a:ext cx="234462" cy="307777"/>
                </a:xfrm>
                <a:prstGeom prst="rect">
                  <a:avLst/>
                </a:prstGeom>
                <a:noFill/>
              </p:spPr>
              <p:txBody>
                <a:bodyPr wrap="square" rtlCol="0">
                  <a:spAutoFit/>
                </a:bodyPr>
                <a:lstStyle/>
                <a:p>
                  <a:r>
                    <a:rPr lang="en-US" altLang="zh-CN" sz="1400" dirty="0" smtClean="0"/>
                    <a:t>x</a:t>
                  </a:r>
                  <a:endParaRPr lang="zh-CN" altLang="en-US" sz="1400" dirty="0"/>
                </a:p>
              </p:txBody>
            </p:sp>
            <p:sp>
              <p:nvSpPr>
                <p:cNvPr id="249" name="文本框 248"/>
                <p:cNvSpPr txBox="1"/>
                <p:nvPr/>
              </p:nvSpPr>
              <p:spPr>
                <a:xfrm>
                  <a:off x="8019715" y="3105824"/>
                  <a:ext cx="234462" cy="307777"/>
                </a:xfrm>
                <a:prstGeom prst="rect">
                  <a:avLst/>
                </a:prstGeom>
                <a:noFill/>
              </p:spPr>
              <p:txBody>
                <a:bodyPr wrap="square" rtlCol="0">
                  <a:spAutoFit/>
                </a:bodyPr>
                <a:lstStyle/>
                <a:p>
                  <a:r>
                    <a:rPr lang="en-US" altLang="zh-CN" sz="1400" dirty="0" smtClean="0"/>
                    <a:t>y</a:t>
                  </a:r>
                  <a:endParaRPr lang="zh-CN" altLang="en-US" sz="1400" dirty="0"/>
                </a:p>
              </p:txBody>
            </p:sp>
          </p:grpSp>
          <p:grpSp>
            <p:nvGrpSpPr>
              <p:cNvPr id="241" name="组合 240"/>
              <p:cNvGrpSpPr/>
              <p:nvPr/>
            </p:nvGrpSpPr>
            <p:grpSpPr>
              <a:xfrm>
                <a:off x="5732758" y="1873809"/>
                <a:ext cx="457383" cy="533264"/>
                <a:chOff x="8019715" y="3105824"/>
                <a:chExt cx="569104" cy="743824"/>
              </a:xfrm>
            </p:grpSpPr>
            <p:cxnSp>
              <p:nvCxnSpPr>
                <p:cNvPr id="242" name="直接箭头连接符 241"/>
                <p:cNvCxnSpPr/>
                <p:nvPr/>
              </p:nvCxnSpPr>
              <p:spPr>
                <a:xfrm flipV="1">
                  <a:off x="8053754" y="3330343"/>
                  <a:ext cx="8792" cy="353634"/>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43" name="直接箭头连接符 242"/>
                <p:cNvCxnSpPr/>
                <p:nvPr/>
              </p:nvCxnSpPr>
              <p:spPr>
                <a:xfrm flipV="1">
                  <a:off x="8053754" y="3681046"/>
                  <a:ext cx="357554" cy="2931"/>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244" name="文本框 243"/>
                <p:cNvSpPr txBox="1"/>
                <p:nvPr/>
              </p:nvSpPr>
              <p:spPr>
                <a:xfrm>
                  <a:off x="8354357" y="3541871"/>
                  <a:ext cx="234462" cy="307777"/>
                </a:xfrm>
                <a:prstGeom prst="rect">
                  <a:avLst/>
                </a:prstGeom>
                <a:noFill/>
              </p:spPr>
              <p:txBody>
                <a:bodyPr wrap="square" rtlCol="0">
                  <a:spAutoFit/>
                </a:bodyPr>
                <a:lstStyle/>
                <a:p>
                  <a:r>
                    <a:rPr lang="en-US" altLang="zh-CN" sz="1400" dirty="0" smtClean="0"/>
                    <a:t>x</a:t>
                  </a:r>
                  <a:endParaRPr lang="zh-CN" altLang="en-US" sz="1400" dirty="0"/>
                </a:p>
              </p:txBody>
            </p:sp>
            <p:sp>
              <p:nvSpPr>
                <p:cNvPr id="245" name="文本框 244"/>
                <p:cNvSpPr txBox="1"/>
                <p:nvPr/>
              </p:nvSpPr>
              <p:spPr>
                <a:xfrm>
                  <a:off x="8019715" y="3105824"/>
                  <a:ext cx="234462" cy="307777"/>
                </a:xfrm>
                <a:prstGeom prst="rect">
                  <a:avLst/>
                </a:prstGeom>
                <a:noFill/>
              </p:spPr>
              <p:txBody>
                <a:bodyPr wrap="square" rtlCol="0">
                  <a:spAutoFit/>
                </a:bodyPr>
                <a:lstStyle/>
                <a:p>
                  <a:r>
                    <a:rPr lang="en-US" altLang="zh-CN" sz="1400" dirty="0" smtClean="0"/>
                    <a:t>y</a:t>
                  </a:r>
                  <a:endParaRPr lang="zh-CN" altLang="en-US" sz="1400" dirty="0"/>
                </a:p>
              </p:txBody>
            </p:sp>
          </p:grpSp>
        </p:grpSp>
        <p:grpSp>
          <p:nvGrpSpPr>
            <p:cNvPr id="684" name="组合 683"/>
            <p:cNvGrpSpPr/>
            <p:nvPr/>
          </p:nvGrpSpPr>
          <p:grpSpPr>
            <a:xfrm>
              <a:off x="1031549" y="1474586"/>
              <a:ext cx="3193663" cy="1870594"/>
              <a:chOff x="969272" y="1474586"/>
              <a:chExt cx="2811092" cy="1546305"/>
            </a:xfrm>
          </p:grpSpPr>
          <p:cxnSp>
            <p:nvCxnSpPr>
              <p:cNvPr id="88" name="直接连接符 87"/>
              <p:cNvCxnSpPr/>
              <p:nvPr/>
            </p:nvCxnSpPr>
            <p:spPr>
              <a:xfrm flipH="1">
                <a:off x="1528984" y="1891299"/>
                <a:ext cx="25758" cy="65961"/>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H="1">
                <a:off x="1535032" y="1970326"/>
                <a:ext cx="1582" cy="7621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a:off x="1535501" y="2025871"/>
                <a:ext cx="41407" cy="86508"/>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1548600" y="1725143"/>
                <a:ext cx="2001" cy="15717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H="1">
                <a:off x="1574937" y="2086890"/>
                <a:ext cx="327635" cy="1"/>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H="1" flipV="1">
                <a:off x="1605859" y="2596026"/>
                <a:ext cx="277540" cy="3377"/>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a:off x="1883399" y="2097565"/>
                <a:ext cx="19172" cy="477978"/>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a:off x="1543365" y="2599403"/>
                <a:ext cx="56325" cy="60692"/>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H="1">
                <a:off x="1548601" y="2641032"/>
                <a:ext cx="1582" cy="7621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flipH="1">
                <a:off x="1548600" y="2708191"/>
                <a:ext cx="1582" cy="7621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a:off x="1548772" y="2777727"/>
                <a:ext cx="41407" cy="86508"/>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flipV="1">
                <a:off x="1574937" y="2869682"/>
                <a:ext cx="9126" cy="151209"/>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00" name="矩形 99"/>
              <p:cNvSpPr/>
              <p:nvPr/>
            </p:nvSpPr>
            <p:spPr>
              <a:xfrm>
                <a:off x="1541743" y="2058788"/>
                <a:ext cx="83120" cy="3403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矩形 100"/>
              <p:cNvSpPr/>
              <p:nvPr/>
            </p:nvSpPr>
            <p:spPr>
              <a:xfrm>
                <a:off x="1559626" y="2577234"/>
                <a:ext cx="83120" cy="34031"/>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2" name="直接连接符 101"/>
              <p:cNvCxnSpPr/>
              <p:nvPr/>
            </p:nvCxnSpPr>
            <p:spPr>
              <a:xfrm>
                <a:off x="1046898" y="2077866"/>
                <a:ext cx="30808" cy="74155"/>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a:off x="1062615" y="2133422"/>
                <a:ext cx="3304" cy="84125"/>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flipH="1">
                <a:off x="1042929" y="2193254"/>
                <a:ext cx="26633" cy="80521"/>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flipH="1">
                <a:off x="1046898" y="2265116"/>
                <a:ext cx="1927" cy="118599"/>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a:off x="1056541" y="2389061"/>
                <a:ext cx="21164" cy="6881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a:off x="1065256" y="2444493"/>
                <a:ext cx="662" cy="7890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flipH="1">
                <a:off x="1042929" y="2508118"/>
                <a:ext cx="16488" cy="71507"/>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flipH="1">
                <a:off x="1046898" y="2575991"/>
                <a:ext cx="1052" cy="119307"/>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a:off x="1047950" y="2694829"/>
                <a:ext cx="29755" cy="74624"/>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a:off x="1071673" y="2755678"/>
                <a:ext cx="8567" cy="7455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flipH="1">
                <a:off x="1056245" y="2823807"/>
                <a:ext cx="16488" cy="71507"/>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a:off x="1023041" y="1948529"/>
                <a:ext cx="20253" cy="126584"/>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a:off x="969272" y="1829888"/>
                <a:ext cx="57395" cy="123362"/>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15" name="矩形 114"/>
              <p:cNvSpPr/>
              <p:nvPr/>
            </p:nvSpPr>
            <p:spPr>
              <a:xfrm>
                <a:off x="969315" y="1483819"/>
                <a:ext cx="1031051" cy="261610"/>
              </a:xfrm>
              <a:prstGeom prst="rect">
                <a:avLst/>
              </a:prstGeom>
            </p:spPr>
            <p:txBody>
              <a:bodyPr wrap="none">
                <a:spAutoFit/>
              </a:bodyPr>
              <a:lstStyle/>
              <a:p>
                <a:r>
                  <a:rPr lang="zh-CN" altLang="en-US" sz="1100" dirty="0" smtClean="0"/>
                  <a:t>水平往左泊出</a:t>
                </a:r>
                <a:endParaRPr lang="zh-CN" altLang="en-US" sz="1100" dirty="0"/>
              </a:p>
            </p:txBody>
          </p:sp>
          <p:cxnSp>
            <p:nvCxnSpPr>
              <p:cNvPr id="116" name="直接箭头连接符 115"/>
              <p:cNvCxnSpPr/>
              <p:nvPr/>
            </p:nvCxnSpPr>
            <p:spPr>
              <a:xfrm flipV="1">
                <a:off x="1228602" y="1680042"/>
                <a:ext cx="302" cy="2996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17" name="组合 116"/>
              <p:cNvGrpSpPr/>
              <p:nvPr/>
            </p:nvGrpSpPr>
            <p:grpSpPr>
              <a:xfrm>
                <a:off x="1524225" y="1748796"/>
                <a:ext cx="413858" cy="432907"/>
                <a:chOff x="8019715" y="3105824"/>
                <a:chExt cx="569104" cy="743824"/>
              </a:xfrm>
            </p:grpSpPr>
            <p:cxnSp>
              <p:nvCxnSpPr>
                <p:cNvPr id="118" name="直接箭头连接符 117"/>
                <p:cNvCxnSpPr/>
                <p:nvPr/>
              </p:nvCxnSpPr>
              <p:spPr>
                <a:xfrm flipV="1">
                  <a:off x="8053754" y="3330343"/>
                  <a:ext cx="8792" cy="353634"/>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直接箭头连接符 118"/>
                <p:cNvCxnSpPr/>
                <p:nvPr/>
              </p:nvCxnSpPr>
              <p:spPr>
                <a:xfrm flipV="1">
                  <a:off x="8053754" y="3681046"/>
                  <a:ext cx="357554" cy="2931"/>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120" name="文本框 119"/>
                <p:cNvSpPr txBox="1"/>
                <p:nvPr/>
              </p:nvSpPr>
              <p:spPr>
                <a:xfrm>
                  <a:off x="8354357" y="3541871"/>
                  <a:ext cx="234462" cy="307777"/>
                </a:xfrm>
                <a:prstGeom prst="rect">
                  <a:avLst/>
                </a:prstGeom>
                <a:noFill/>
              </p:spPr>
              <p:txBody>
                <a:bodyPr wrap="square" rtlCol="0">
                  <a:spAutoFit/>
                </a:bodyPr>
                <a:lstStyle/>
                <a:p>
                  <a:r>
                    <a:rPr lang="en-US" altLang="zh-CN" sz="1400" dirty="0" smtClean="0"/>
                    <a:t>x</a:t>
                  </a:r>
                  <a:endParaRPr lang="zh-CN" altLang="en-US" sz="1400" dirty="0"/>
                </a:p>
              </p:txBody>
            </p:sp>
            <p:sp>
              <p:nvSpPr>
                <p:cNvPr id="121" name="文本框 120"/>
                <p:cNvSpPr txBox="1"/>
                <p:nvPr/>
              </p:nvSpPr>
              <p:spPr>
                <a:xfrm>
                  <a:off x="8019715" y="3105824"/>
                  <a:ext cx="234462" cy="307777"/>
                </a:xfrm>
                <a:prstGeom prst="rect">
                  <a:avLst/>
                </a:prstGeom>
                <a:noFill/>
              </p:spPr>
              <p:txBody>
                <a:bodyPr wrap="square" rtlCol="0">
                  <a:spAutoFit/>
                </a:bodyPr>
                <a:lstStyle/>
                <a:p>
                  <a:r>
                    <a:rPr lang="en-US" altLang="zh-CN" sz="1400" dirty="0" smtClean="0"/>
                    <a:t>y</a:t>
                  </a:r>
                  <a:endParaRPr lang="zh-CN" altLang="en-US" sz="1400" dirty="0"/>
                </a:p>
              </p:txBody>
            </p:sp>
          </p:grpSp>
          <p:grpSp>
            <p:nvGrpSpPr>
              <p:cNvPr id="122" name="组合 121"/>
              <p:cNvGrpSpPr/>
              <p:nvPr/>
            </p:nvGrpSpPr>
            <p:grpSpPr>
              <a:xfrm rot="10800000">
                <a:off x="3500512" y="1770066"/>
                <a:ext cx="89442" cy="1065426"/>
                <a:chOff x="4890768" y="1705843"/>
                <a:chExt cx="152593" cy="1830621"/>
              </a:xfrm>
            </p:grpSpPr>
            <p:cxnSp>
              <p:nvCxnSpPr>
                <p:cNvPr id="123" name="直接连接符 122"/>
                <p:cNvCxnSpPr/>
                <p:nvPr/>
              </p:nvCxnSpPr>
              <p:spPr>
                <a:xfrm>
                  <a:off x="4997512" y="2131920"/>
                  <a:ext cx="42364" cy="127414"/>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a:off x="5019125" y="2227376"/>
                  <a:ext cx="4543" cy="144544"/>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flipH="1">
                  <a:off x="4992054" y="2330181"/>
                  <a:ext cx="36624" cy="138351"/>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flipH="1">
                  <a:off x="4997512" y="2453655"/>
                  <a:ext cx="2650" cy="203777"/>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7" name="直接连接符 126"/>
                <p:cNvCxnSpPr/>
                <p:nvPr/>
              </p:nvCxnSpPr>
              <p:spPr>
                <a:xfrm>
                  <a:off x="5010773" y="2666617"/>
                  <a:ext cx="29103" cy="118229"/>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8" name="直接连接符 127"/>
                <p:cNvCxnSpPr/>
                <p:nvPr/>
              </p:nvCxnSpPr>
              <p:spPr>
                <a:xfrm>
                  <a:off x="5022757" y="2761861"/>
                  <a:ext cx="911" cy="135571"/>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9" name="直接连接符 128"/>
                <p:cNvCxnSpPr/>
                <p:nvPr/>
              </p:nvCxnSpPr>
              <p:spPr>
                <a:xfrm flipH="1">
                  <a:off x="4992054" y="2871181"/>
                  <a:ext cx="22673" cy="12286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flipH="1">
                  <a:off x="4997512" y="2987802"/>
                  <a:ext cx="1447" cy="204994"/>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a:off x="4998959" y="3191990"/>
                  <a:ext cx="40917" cy="12822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a:off x="5031581" y="3296541"/>
                  <a:ext cx="11780" cy="128098"/>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flipH="1">
                  <a:off x="5010366" y="3413601"/>
                  <a:ext cx="22673" cy="12286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a:off x="4964706" y="1909692"/>
                  <a:ext cx="27850" cy="217498"/>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a:off x="4890768" y="1705843"/>
                  <a:ext cx="78925" cy="211961"/>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grpSp>
          <p:sp>
            <p:nvSpPr>
              <p:cNvPr id="136" name="矩形 135"/>
              <p:cNvSpPr/>
              <p:nvPr/>
            </p:nvSpPr>
            <p:spPr>
              <a:xfrm>
                <a:off x="2749313" y="1474586"/>
                <a:ext cx="1031051" cy="261610"/>
              </a:xfrm>
              <a:prstGeom prst="rect">
                <a:avLst/>
              </a:prstGeom>
            </p:spPr>
            <p:txBody>
              <a:bodyPr wrap="none">
                <a:spAutoFit/>
              </a:bodyPr>
              <a:lstStyle/>
              <a:p>
                <a:r>
                  <a:rPr lang="zh-CN" altLang="en-US" sz="1100" dirty="0" smtClean="0"/>
                  <a:t>水平往右泊出</a:t>
                </a:r>
                <a:endParaRPr lang="zh-CN" altLang="en-US" sz="1100" dirty="0"/>
              </a:p>
            </p:txBody>
          </p:sp>
          <p:cxnSp>
            <p:nvCxnSpPr>
              <p:cNvPr id="137" name="直接箭头连接符 136"/>
              <p:cNvCxnSpPr/>
              <p:nvPr/>
            </p:nvCxnSpPr>
            <p:spPr>
              <a:xfrm flipH="1" flipV="1">
                <a:off x="3310334" y="1717470"/>
                <a:ext cx="733" cy="2985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38" name="组合 137"/>
              <p:cNvGrpSpPr/>
              <p:nvPr/>
            </p:nvGrpSpPr>
            <p:grpSpPr>
              <a:xfrm>
                <a:off x="2981947" y="1774603"/>
                <a:ext cx="413858" cy="432907"/>
                <a:chOff x="8019715" y="3105824"/>
                <a:chExt cx="569104" cy="743824"/>
              </a:xfrm>
            </p:grpSpPr>
            <p:cxnSp>
              <p:nvCxnSpPr>
                <p:cNvPr id="139" name="直接箭头连接符 138"/>
                <p:cNvCxnSpPr/>
                <p:nvPr/>
              </p:nvCxnSpPr>
              <p:spPr>
                <a:xfrm flipV="1">
                  <a:off x="8053754" y="3330343"/>
                  <a:ext cx="8792" cy="353634"/>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140" name="直接箭头连接符 139"/>
                <p:cNvCxnSpPr/>
                <p:nvPr/>
              </p:nvCxnSpPr>
              <p:spPr>
                <a:xfrm flipV="1">
                  <a:off x="8053754" y="3681046"/>
                  <a:ext cx="357554" cy="2931"/>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141" name="文本框 140"/>
                <p:cNvSpPr txBox="1"/>
                <p:nvPr/>
              </p:nvSpPr>
              <p:spPr>
                <a:xfrm>
                  <a:off x="8354357" y="3541871"/>
                  <a:ext cx="234462" cy="307777"/>
                </a:xfrm>
                <a:prstGeom prst="rect">
                  <a:avLst/>
                </a:prstGeom>
                <a:noFill/>
              </p:spPr>
              <p:txBody>
                <a:bodyPr wrap="square" rtlCol="0">
                  <a:spAutoFit/>
                </a:bodyPr>
                <a:lstStyle/>
                <a:p>
                  <a:r>
                    <a:rPr lang="en-US" altLang="zh-CN" sz="1400" dirty="0" smtClean="0"/>
                    <a:t>x</a:t>
                  </a:r>
                  <a:endParaRPr lang="zh-CN" altLang="en-US" sz="1400" dirty="0"/>
                </a:p>
              </p:txBody>
            </p:sp>
            <p:sp>
              <p:nvSpPr>
                <p:cNvPr id="142" name="文本框 141"/>
                <p:cNvSpPr txBox="1"/>
                <p:nvPr/>
              </p:nvSpPr>
              <p:spPr>
                <a:xfrm>
                  <a:off x="8019715" y="3105824"/>
                  <a:ext cx="234462" cy="307777"/>
                </a:xfrm>
                <a:prstGeom prst="rect">
                  <a:avLst/>
                </a:prstGeom>
                <a:noFill/>
              </p:spPr>
              <p:txBody>
                <a:bodyPr wrap="square" rtlCol="0">
                  <a:spAutoFit/>
                </a:bodyPr>
                <a:lstStyle/>
                <a:p>
                  <a:r>
                    <a:rPr lang="en-US" altLang="zh-CN" sz="1400" dirty="0" smtClean="0"/>
                    <a:t>y</a:t>
                  </a:r>
                  <a:endParaRPr lang="zh-CN" altLang="en-US" sz="1400" dirty="0"/>
                </a:p>
              </p:txBody>
            </p:sp>
          </p:grpSp>
          <p:cxnSp>
            <p:nvCxnSpPr>
              <p:cNvPr id="143" name="直接连接符 142"/>
              <p:cNvCxnSpPr/>
              <p:nvPr/>
            </p:nvCxnSpPr>
            <p:spPr>
              <a:xfrm rot="10800000" flipH="1">
                <a:off x="3033063" y="2752434"/>
                <a:ext cx="25758" cy="65961"/>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44" name="直接连接符 143"/>
              <p:cNvCxnSpPr/>
              <p:nvPr/>
            </p:nvCxnSpPr>
            <p:spPr>
              <a:xfrm rot="10800000" flipH="1">
                <a:off x="3051192" y="2663154"/>
                <a:ext cx="1582" cy="7621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45" name="直接连接符 144"/>
              <p:cNvCxnSpPr/>
              <p:nvPr/>
            </p:nvCxnSpPr>
            <p:spPr>
              <a:xfrm rot="10800000">
                <a:off x="3010898" y="2597314"/>
                <a:ext cx="41407" cy="86508"/>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rot="10800000">
                <a:off x="3037205" y="2827380"/>
                <a:ext cx="2001" cy="15717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47" name="直接连接符 146"/>
              <p:cNvCxnSpPr/>
              <p:nvPr/>
            </p:nvCxnSpPr>
            <p:spPr>
              <a:xfrm rot="10800000" flipH="1">
                <a:off x="2685234" y="2622802"/>
                <a:ext cx="327635" cy="1"/>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148" name="直接连接符 147"/>
              <p:cNvCxnSpPr/>
              <p:nvPr/>
            </p:nvCxnSpPr>
            <p:spPr>
              <a:xfrm rot="10800000" flipH="1" flipV="1">
                <a:off x="2704407" y="2110290"/>
                <a:ext cx="277540" cy="3377"/>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149" name="直接连接符 148"/>
              <p:cNvCxnSpPr/>
              <p:nvPr/>
            </p:nvCxnSpPr>
            <p:spPr>
              <a:xfrm rot="10800000" flipH="1">
                <a:off x="2685234" y="2134150"/>
                <a:ext cx="19172" cy="477978"/>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150" name="直接连接符 149"/>
              <p:cNvCxnSpPr/>
              <p:nvPr/>
            </p:nvCxnSpPr>
            <p:spPr>
              <a:xfrm rot="10800000" flipH="1">
                <a:off x="2988116" y="2049598"/>
                <a:ext cx="56325" cy="60692"/>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51" name="直接连接符 150"/>
              <p:cNvCxnSpPr/>
              <p:nvPr/>
            </p:nvCxnSpPr>
            <p:spPr>
              <a:xfrm rot="10800000" flipH="1">
                <a:off x="3037623" y="1992448"/>
                <a:ext cx="1582" cy="7621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52" name="直接连接符 151"/>
              <p:cNvCxnSpPr/>
              <p:nvPr/>
            </p:nvCxnSpPr>
            <p:spPr>
              <a:xfrm rot="10800000" flipH="1">
                <a:off x="3037624" y="1925289"/>
                <a:ext cx="1582" cy="7621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53" name="直接连接符 152"/>
              <p:cNvCxnSpPr/>
              <p:nvPr/>
            </p:nvCxnSpPr>
            <p:spPr>
              <a:xfrm rot="10800000">
                <a:off x="2997627" y="1845458"/>
                <a:ext cx="41407" cy="86508"/>
              </a:xfrm>
              <a:prstGeom prst="line">
                <a:avLst/>
              </a:prstGeom>
              <a:ln>
                <a:solidFill>
                  <a:srgbClr val="5757FF"/>
                </a:solidFill>
              </a:ln>
            </p:spPr>
            <p:style>
              <a:lnRef idx="1">
                <a:schemeClr val="accent1"/>
              </a:lnRef>
              <a:fillRef idx="0">
                <a:schemeClr val="accent1"/>
              </a:fillRef>
              <a:effectRef idx="0">
                <a:schemeClr val="accent1"/>
              </a:effectRef>
              <a:fontRef idx="minor">
                <a:schemeClr val="tx1"/>
              </a:fontRef>
            </p:style>
          </p:cxnSp>
          <p:cxnSp>
            <p:nvCxnSpPr>
              <p:cNvPr id="154" name="直接连接符 153"/>
              <p:cNvCxnSpPr/>
              <p:nvPr/>
            </p:nvCxnSpPr>
            <p:spPr>
              <a:xfrm rot="10800000" flipV="1">
                <a:off x="3003743" y="1688802"/>
                <a:ext cx="9126" cy="151209"/>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55" name="矩形 154"/>
              <p:cNvSpPr/>
              <p:nvPr/>
            </p:nvSpPr>
            <p:spPr>
              <a:xfrm rot="10800000">
                <a:off x="2962943" y="2616874"/>
                <a:ext cx="83120" cy="34031"/>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rot="10800000">
                <a:off x="2945060" y="2098428"/>
                <a:ext cx="83120" cy="3403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ustDataLst>
      <p:tags r:id="rId1"/>
    </p:custDataLst>
    <p:extLst>
      <p:ext uri="{BB962C8B-B14F-4D97-AF65-F5344CB8AC3E}">
        <p14:creationId xmlns:p14="http://schemas.microsoft.com/office/powerpoint/2010/main" val="3585730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79202" y="233084"/>
            <a:ext cx="677732" cy="4034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1323" tIns="35662" rIns="71323" bIns="35662" rtlCol="0" anchor="ctr"/>
          <a:lstStyle/>
          <a:p>
            <a:pPr algn="ctr"/>
            <a:r>
              <a:rPr lang="en-US" altLang="zh-CN" sz="2200" b="1" dirty="0" smtClean="0">
                <a:solidFill>
                  <a:schemeClr val="tx1"/>
                </a:solidFill>
                <a:latin typeface="微软雅黑" panose="020B0503020204020204" pitchFamily="34" charset="-122"/>
                <a:ea typeface="微软雅黑" panose="020B0503020204020204" pitchFamily="34" charset="-122"/>
              </a:rPr>
              <a:t>02</a:t>
            </a:r>
            <a:endParaRPr lang="zh-CN" altLang="en-US" sz="2200" b="1" dirty="0">
              <a:solidFill>
                <a:schemeClr val="tx1"/>
              </a:solidFill>
              <a:latin typeface="微软雅黑" panose="020B0503020204020204" pitchFamily="34" charset="-122"/>
              <a:ea typeface="微软雅黑" panose="020B0503020204020204" pitchFamily="34" charset="-122"/>
            </a:endParaRPr>
          </a:p>
        </p:txBody>
      </p:sp>
      <p:sp>
        <p:nvSpPr>
          <p:cNvPr id="31" name="标题 1"/>
          <p:cNvSpPr txBox="1"/>
          <p:nvPr/>
        </p:nvSpPr>
        <p:spPr bwMode="auto">
          <a:xfrm>
            <a:off x="1056937" y="210144"/>
            <a:ext cx="3416007" cy="476250"/>
          </a:xfrm>
          <a:prstGeom prst="rect">
            <a:avLst/>
          </a:prstGeom>
          <a:noFill/>
          <a:ln w="9525">
            <a:noFill/>
            <a:miter lim="800000"/>
          </a:ln>
        </p:spPr>
        <p:txBody>
          <a:bodyPr lIns="91429" tIns="45714" rIns="91429" bIns="45714" anchor="ctr"/>
          <a:lstStyle/>
          <a:p>
            <a:r>
              <a:rPr lang="zh-CN" altLang="en-US" sz="2400" b="1" dirty="0" smtClean="0">
                <a:solidFill>
                  <a:srgbClr val="7F7F7F"/>
                </a:solidFill>
                <a:latin typeface="+mn-ea"/>
                <a:ea typeface="+mn-ea"/>
                <a:cs typeface="Arial Unicode MS" panose="020B0604020202020204" pitchFamily="34" charset="-122"/>
              </a:rPr>
              <a:t>完全泊出逻辑策略说明</a:t>
            </a:r>
            <a:endParaRPr lang="zh-CN" altLang="en-US" sz="2400" b="1" dirty="0">
              <a:solidFill>
                <a:srgbClr val="7F7F7F"/>
              </a:solidFill>
              <a:latin typeface="+mn-ea"/>
              <a:ea typeface="+mn-ea"/>
              <a:cs typeface="Arial Unicode MS" panose="020B0604020202020204" pitchFamily="34" charset="-122"/>
            </a:endParaRPr>
          </a:p>
        </p:txBody>
      </p:sp>
      <p:sp>
        <p:nvSpPr>
          <p:cNvPr id="13" name="TextBox 12"/>
          <p:cNvSpPr txBox="1"/>
          <p:nvPr/>
        </p:nvSpPr>
        <p:spPr>
          <a:xfrm>
            <a:off x="8618220" y="5345966"/>
            <a:ext cx="454732" cy="338554"/>
          </a:xfrm>
          <a:prstGeom prst="rect">
            <a:avLst/>
          </a:prstGeom>
          <a:solidFill>
            <a:schemeClr val="bg1"/>
          </a:solidFill>
          <a:ln>
            <a:solidFill>
              <a:schemeClr val="bg1"/>
            </a:solidFill>
          </a:ln>
        </p:spPr>
        <p:txBody>
          <a:bodyPr wrap="square" rtlCol="0">
            <a:spAutoFit/>
          </a:bodyPr>
          <a:lstStyle/>
          <a:p>
            <a:r>
              <a:rPr lang="en-US" altLang="zh-CN" sz="1600" dirty="0" smtClean="0">
                <a:latin typeface="+mn-ea"/>
                <a:ea typeface="+mn-ea"/>
              </a:rPr>
              <a:t>  </a:t>
            </a:r>
            <a:endParaRPr lang="zh-CN" altLang="en-US" sz="1600" dirty="0">
              <a:latin typeface="+mn-ea"/>
              <a:ea typeface="+mn-ea"/>
            </a:endParaRPr>
          </a:p>
        </p:txBody>
      </p:sp>
      <p:sp>
        <p:nvSpPr>
          <p:cNvPr id="5"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灯片编号占位符 2"/>
          <p:cNvSpPr txBox="1">
            <a:spLocks/>
          </p:cNvSpPr>
          <p:nvPr/>
        </p:nvSpPr>
        <p:spPr>
          <a:xfrm>
            <a:off x="5584611" y="6849318"/>
            <a:ext cx="1021191" cy="224284"/>
          </a:xfrm>
          <a:prstGeom prst="rect">
            <a:avLst/>
          </a:prstGeom>
        </p:spPr>
        <p:txBody>
          <a:bodyPr/>
          <a:lstStyle>
            <a:defPPr>
              <a:defRPr lang="zh-CN"/>
            </a:defPPr>
            <a:lvl1pPr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1pPr>
            <a:lvl2pPr marL="455930" indent="-444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2pPr>
            <a:lvl3pPr marL="913130" indent="-92075"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3pPr>
            <a:lvl4pPr marL="1370330" indent="-13843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4pPr>
            <a:lvl5pPr marL="1825625" indent="-1841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9pPr>
          </a:lstStyle>
          <a:p>
            <a:pPr>
              <a:defRPr/>
            </a:pPr>
            <a:fld id="{0D91A68C-EF75-448C-824C-11AEAA06B251}" type="slidenum">
              <a:rPr lang="en-GB" smtClean="0">
                <a:solidFill>
                  <a:prstClr val="black">
                    <a:tint val="75000"/>
                  </a:prstClr>
                </a:solidFill>
              </a:rPr>
              <a:pPr>
                <a:defRPr/>
              </a:pPr>
              <a:t>18</a:t>
            </a:fld>
            <a:endParaRPr lang="en-GB">
              <a:solidFill>
                <a:prstClr val="black">
                  <a:tint val="75000"/>
                </a:prstClr>
              </a:solidFill>
            </a:endParaRPr>
          </a:p>
        </p:txBody>
      </p:sp>
      <p:sp>
        <p:nvSpPr>
          <p:cNvPr id="8" name="页脚占位符 3"/>
          <p:cNvSpPr txBox="1">
            <a:spLocks/>
          </p:cNvSpPr>
          <p:nvPr/>
        </p:nvSpPr>
        <p:spPr>
          <a:xfrm>
            <a:off x="6928015" y="6848955"/>
            <a:ext cx="5242516" cy="224284"/>
          </a:xfrm>
          <a:prstGeom prst="rect">
            <a:avLst/>
          </a:prstGeom>
        </p:spPr>
        <p:txBody>
          <a:bodyPr/>
          <a:lstStyle>
            <a:defPPr>
              <a:defRPr lang="zh-CN"/>
            </a:defPPr>
            <a:lvl1pPr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1pPr>
            <a:lvl2pPr marL="455930" indent="-444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2pPr>
            <a:lvl3pPr marL="913130" indent="-92075"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3pPr>
            <a:lvl4pPr marL="1370330" indent="-13843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4pPr>
            <a:lvl5pPr marL="1825625" indent="-184150" algn="l" defTabSz="455930" rtl="0" fontAlgn="base">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9pPr>
          </a:lstStyle>
          <a:p>
            <a:pPr>
              <a:defRPr/>
            </a:pPr>
            <a:r>
              <a:rPr lang="en-US" altLang="zh-TW" smtClean="0">
                <a:solidFill>
                  <a:prstClr val="black">
                    <a:tint val="75000"/>
                  </a:prstClr>
                </a:solidFill>
              </a:rPr>
              <a:t>© 2024 TTE GROUP ALL RIGHT RESERVED | DO NOT FORWARD WITHOUT PERMISSION</a:t>
            </a:r>
            <a:endParaRPr lang="zh-TW" altLang="en-US" dirty="0">
              <a:solidFill>
                <a:prstClr val="black">
                  <a:tint val="75000"/>
                </a:prstClr>
              </a:solidFill>
            </a:endParaRPr>
          </a:p>
        </p:txBody>
      </p:sp>
      <p:sp>
        <p:nvSpPr>
          <p:cNvPr id="9" name="TextBox 20"/>
          <p:cNvSpPr txBox="1"/>
          <p:nvPr/>
        </p:nvSpPr>
        <p:spPr>
          <a:xfrm>
            <a:off x="0" y="815513"/>
            <a:ext cx="8393635" cy="415498"/>
          </a:xfrm>
          <a:prstGeom prst="rect">
            <a:avLst/>
          </a:prstGeom>
          <a:noFill/>
        </p:spPr>
        <p:txBody>
          <a:bodyPr wrap="square" rtlCol="0">
            <a:spAutoFit/>
          </a:bodyPr>
          <a:lstStyle/>
          <a:p>
            <a:pPr marL="742950" lvl="2" indent="-285750">
              <a:lnSpc>
                <a:spcPct val="150000"/>
              </a:lnSpc>
              <a:buFont typeface="Wingdings" panose="05000000000000000000" pitchFamily="2" charset="2"/>
              <a:buChar char="p"/>
            </a:pPr>
            <a:r>
              <a:rPr lang="zh-CN" altLang="en-US" sz="1600" dirty="0" smtClean="0">
                <a:latin typeface="+mn-ea"/>
              </a:rPr>
              <a:t>障碍物边界定点</a:t>
            </a:r>
            <a:endParaRPr lang="en-US" altLang="zh-CN" sz="1600" dirty="0" smtClean="0">
              <a:latin typeface="+mn-ea"/>
            </a:endParaRPr>
          </a:p>
        </p:txBody>
      </p:sp>
      <p:sp>
        <p:nvSpPr>
          <p:cNvPr id="699" name="文本框 13"/>
          <p:cNvSpPr txBox="1"/>
          <p:nvPr/>
        </p:nvSpPr>
        <p:spPr>
          <a:xfrm>
            <a:off x="154289" y="3443506"/>
            <a:ext cx="7595251" cy="1615827"/>
          </a:xfrm>
          <a:prstGeom prst="rect">
            <a:avLst/>
          </a:prstGeom>
          <a:noFill/>
        </p:spPr>
        <p:txBody>
          <a:bodyPr wrap="square" rtlCol="0">
            <a:spAutoFit/>
          </a:bodyPr>
          <a:lstStyle>
            <a:defPPr>
              <a:defRPr lang="zh-TW"/>
            </a:defPPr>
            <a:lvl3pPr marL="457200" lvl="2" indent="0">
              <a:lnSpc>
                <a:spcPct val="150000"/>
              </a:lnSpc>
              <a:defRPr sz="1800">
                <a:latin typeface="+mn-ea"/>
              </a:defRPr>
            </a:lvl3pPr>
          </a:lstStyle>
          <a:p>
            <a:pPr marL="742950" lvl="2" indent="-285750">
              <a:buFont typeface="Wingdings" panose="05000000000000000000" pitchFamily="2" charset="2"/>
              <a:buChar char="Ø"/>
            </a:pPr>
            <a:r>
              <a:rPr lang="zh-CN" altLang="en-US" sz="1100" dirty="0" smtClean="0">
                <a:latin typeface="+mn-lt"/>
              </a:rPr>
              <a:t>车辆根据</a:t>
            </a:r>
            <a:r>
              <a:rPr lang="en-US" altLang="zh-CN" sz="1100" dirty="0" smtClean="0">
                <a:latin typeface="+mn-lt"/>
              </a:rPr>
              <a:t>Obj1</a:t>
            </a:r>
            <a:r>
              <a:rPr lang="zh-CN" altLang="en-US" sz="1100" dirty="0" smtClean="0">
                <a:latin typeface="+mn-lt"/>
              </a:rPr>
              <a:t>、</a:t>
            </a:r>
            <a:r>
              <a:rPr lang="en-US" altLang="zh-CN" sz="1100" dirty="0" smtClean="0">
                <a:latin typeface="+mn-lt"/>
              </a:rPr>
              <a:t>Obj2</a:t>
            </a:r>
            <a:r>
              <a:rPr lang="zh-CN" altLang="en-US" sz="1100" dirty="0" smtClean="0">
                <a:latin typeface="+mn-lt"/>
              </a:rPr>
              <a:t>信息，更新默认边界，相较电子围栏边界为进一步内压。</a:t>
            </a:r>
            <a:endParaRPr lang="en-US" altLang="zh-CN" sz="1100" dirty="0" smtClean="0">
              <a:latin typeface="+mn-lt"/>
            </a:endParaRPr>
          </a:p>
          <a:p>
            <a:pPr marL="742950" lvl="2" indent="-285750">
              <a:buFont typeface="Wingdings" panose="05000000000000000000" pitchFamily="2" charset="2"/>
              <a:buChar char="Ø"/>
            </a:pPr>
            <a:r>
              <a:rPr lang="zh-CN" altLang="en-US" sz="1100" dirty="0" smtClean="0">
                <a:latin typeface="+mn-lt"/>
              </a:rPr>
              <a:t>根据</a:t>
            </a:r>
            <a:r>
              <a:rPr lang="en-US" altLang="zh-CN" sz="1100" dirty="0" smtClean="0">
                <a:latin typeface="+mn-lt"/>
              </a:rPr>
              <a:t>FSD</a:t>
            </a:r>
            <a:r>
              <a:rPr lang="zh-CN" altLang="en-US" sz="1100" dirty="0" smtClean="0">
                <a:latin typeface="+mn-lt"/>
              </a:rPr>
              <a:t>数据生成</a:t>
            </a:r>
            <a:r>
              <a:rPr lang="zh-CN" altLang="en-US" sz="1100" dirty="0">
                <a:latin typeface="+mn-lt"/>
              </a:rPr>
              <a:t>融合边界线，通道内空间为轨迹规划模块可利用空间</a:t>
            </a:r>
            <a:r>
              <a:rPr lang="zh-CN" altLang="en-US" sz="1100" dirty="0" smtClean="0">
                <a:latin typeface="+mn-lt"/>
              </a:rPr>
              <a:t>。</a:t>
            </a:r>
            <a:endParaRPr lang="en-US" altLang="zh-CN" sz="1100" dirty="0">
              <a:latin typeface="+mn-lt"/>
            </a:endParaRPr>
          </a:p>
          <a:p>
            <a:pPr marL="742950" lvl="2" indent="-285750">
              <a:buFont typeface="Wingdings" panose="05000000000000000000" pitchFamily="2" charset="2"/>
              <a:buChar char="Ø"/>
            </a:pPr>
            <a:r>
              <a:rPr lang="en-US" altLang="zh-CN" sz="1100" dirty="0">
                <a:latin typeface="+mn-lt"/>
              </a:rPr>
              <a:t>PDC</a:t>
            </a:r>
            <a:r>
              <a:rPr lang="zh-CN" altLang="en-US" sz="1100" dirty="0">
                <a:latin typeface="+mn-lt"/>
              </a:rPr>
              <a:t>数据进一步生成融合边界线</a:t>
            </a:r>
            <a:r>
              <a:rPr lang="zh-CN" altLang="en-US" sz="1100" dirty="0" smtClean="0">
                <a:latin typeface="+mn-lt"/>
              </a:rPr>
              <a:t>。</a:t>
            </a:r>
            <a:endParaRPr lang="en-US" altLang="zh-CN" sz="1100" dirty="0" smtClean="0">
              <a:latin typeface="+mn-lt"/>
            </a:endParaRPr>
          </a:p>
          <a:p>
            <a:pPr marL="742950" lvl="2" indent="-285750">
              <a:buFont typeface="Wingdings" panose="05000000000000000000" pitchFamily="2" charset="2"/>
              <a:buChar char="Ø"/>
            </a:pPr>
            <a:r>
              <a:rPr lang="en-US" altLang="zh-CN" sz="1100" dirty="0" smtClean="0">
                <a:latin typeface="+mn-lt"/>
              </a:rPr>
              <a:t>OD</a:t>
            </a:r>
            <a:r>
              <a:rPr lang="zh-CN" altLang="en-US" sz="1100" dirty="0" smtClean="0">
                <a:latin typeface="+mn-lt"/>
              </a:rPr>
              <a:t>信息（锥桶、方柱等数据）通过离散障碍物的方式记录保存在地图内。</a:t>
            </a:r>
            <a:endParaRPr lang="en-US" altLang="zh-CN" sz="1100" dirty="0" smtClean="0">
              <a:latin typeface="+mn-lt"/>
            </a:endParaRPr>
          </a:p>
          <a:p>
            <a:pPr marL="742950" lvl="2" indent="-285750">
              <a:buFont typeface="Wingdings" panose="05000000000000000000" pitchFamily="2" charset="2"/>
              <a:buChar char="Ø"/>
            </a:pPr>
            <a:r>
              <a:rPr lang="zh-CN" altLang="en-US" sz="1100" dirty="0" smtClean="0">
                <a:latin typeface="+mn-lt"/>
              </a:rPr>
              <a:t>根据</a:t>
            </a:r>
            <a:r>
              <a:rPr lang="en-US" altLang="zh-CN" sz="1100" dirty="0" smtClean="0">
                <a:latin typeface="+mn-lt"/>
              </a:rPr>
              <a:t>Obj2</a:t>
            </a:r>
            <a:r>
              <a:rPr lang="zh-CN" altLang="en-US" sz="1100" dirty="0">
                <a:latin typeface="+mn-lt"/>
              </a:rPr>
              <a:t>的位置定义终点位置</a:t>
            </a:r>
            <a:r>
              <a:rPr lang="zh-CN" altLang="en-US" sz="1100" dirty="0" smtClean="0">
                <a:latin typeface="+mn-lt"/>
              </a:rPr>
              <a:t>。若发生边界、离散</a:t>
            </a:r>
            <a:r>
              <a:rPr lang="en-US" altLang="zh-CN" sz="1100" dirty="0" smtClean="0">
                <a:latin typeface="+mn-lt"/>
              </a:rPr>
              <a:t>OD</a:t>
            </a:r>
            <a:r>
              <a:rPr lang="zh-CN" altLang="en-US" sz="1100" dirty="0" smtClean="0">
                <a:latin typeface="+mn-lt"/>
              </a:rPr>
              <a:t>障碍物入侵终点位置，则挪动终点位置到合理位置。</a:t>
            </a:r>
            <a:endParaRPr lang="en-US" altLang="zh-CN" sz="1100" dirty="0">
              <a:latin typeface="+mn-lt"/>
            </a:endParaRPr>
          </a:p>
          <a:p>
            <a:pPr marL="742950" lvl="2" indent="-285750">
              <a:buFont typeface="Wingdings" panose="05000000000000000000" pitchFamily="2" charset="2"/>
              <a:buChar char="Ø"/>
            </a:pPr>
            <a:r>
              <a:rPr lang="zh-CN" altLang="en-US" sz="1100" dirty="0">
                <a:latin typeface="+mn-lt"/>
              </a:rPr>
              <a:t>轨迹规划模块根据边界信息、终点位置计算得到最优泊出路径。</a:t>
            </a:r>
            <a:endParaRPr lang="en-US" altLang="zh-CN" sz="1100" dirty="0">
              <a:latin typeface="+mn-lt"/>
            </a:endParaRPr>
          </a:p>
        </p:txBody>
      </p:sp>
      <p:grpSp>
        <p:nvGrpSpPr>
          <p:cNvPr id="3" name="组合 2"/>
          <p:cNvGrpSpPr/>
          <p:nvPr/>
        </p:nvGrpSpPr>
        <p:grpSpPr>
          <a:xfrm>
            <a:off x="740699" y="1454693"/>
            <a:ext cx="7388891" cy="1917211"/>
            <a:chOff x="740699" y="1454693"/>
            <a:chExt cx="7388891" cy="1917211"/>
          </a:xfrm>
        </p:grpSpPr>
        <p:sp>
          <p:nvSpPr>
            <p:cNvPr id="11" name="右箭头 10"/>
            <p:cNvSpPr/>
            <p:nvPr/>
          </p:nvSpPr>
          <p:spPr>
            <a:xfrm>
              <a:off x="3079429" y="2122667"/>
              <a:ext cx="284849" cy="136739"/>
            </a:xfrm>
            <a:prstGeom prst="rightArrow">
              <a:avLst>
                <a:gd name="adj1" fmla="val 50000"/>
                <a:gd name="adj2" fmla="val 68510"/>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grpSp>
          <p:nvGrpSpPr>
            <p:cNvPr id="234" name="组合 233"/>
            <p:cNvGrpSpPr/>
            <p:nvPr/>
          </p:nvGrpSpPr>
          <p:grpSpPr>
            <a:xfrm rot="10800000">
              <a:off x="2202425" y="2013139"/>
              <a:ext cx="688862" cy="309513"/>
              <a:chOff x="2888780" y="1949025"/>
              <a:chExt cx="1320528" cy="562133"/>
            </a:xfrm>
          </p:grpSpPr>
          <p:sp>
            <p:nvSpPr>
              <p:cNvPr id="627" name="Freeform 5"/>
              <p:cNvSpPr>
                <a:spLocks/>
              </p:cNvSpPr>
              <p:nvPr/>
            </p:nvSpPr>
            <p:spPr bwMode="auto">
              <a:xfrm rot="10800000">
                <a:off x="4043320" y="1998027"/>
                <a:ext cx="165988" cy="464129"/>
              </a:xfrm>
              <a:custGeom>
                <a:avLst/>
                <a:gdLst>
                  <a:gd name="T0" fmla="*/ 180 w 180"/>
                  <a:gd name="T1" fmla="*/ 502 h 502"/>
                  <a:gd name="T2" fmla="*/ 180 w 180"/>
                  <a:gd name="T3" fmla="*/ 0 h 502"/>
                </a:gdLst>
                <a:ahLst/>
                <a:cxnLst>
                  <a:cxn ang="0">
                    <a:pos x="T0" y="T1"/>
                  </a:cxn>
                  <a:cxn ang="0">
                    <a:pos x="T2" y="T3"/>
                  </a:cxn>
                </a:cxnLst>
                <a:rect l="0" t="0" r="r" b="b"/>
                <a:pathLst>
                  <a:path w="180" h="502">
                    <a:moveTo>
                      <a:pt x="180" y="502"/>
                    </a:moveTo>
                    <a:cubicBezTo>
                      <a:pt x="15" y="396"/>
                      <a:pt x="0" y="132"/>
                      <a:pt x="18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28" name="Freeform 6"/>
              <p:cNvSpPr>
                <a:spLocks/>
              </p:cNvSpPr>
              <p:nvPr/>
            </p:nvSpPr>
            <p:spPr bwMode="auto">
              <a:xfrm rot="10800000">
                <a:off x="3849667" y="1973988"/>
                <a:ext cx="193653" cy="24039"/>
              </a:xfrm>
              <a:custGeom>
                <a:avLst/>
                <a:gdLst>
                  <a:gd name="T0" fmla="*/ 0 w 210"/>
                  <a:gd name="T1" fmla="*/ 0 h 26"/>
                  <a:gd name="T2" fmla="*/ 210 w 210"/>
                  <a:gd name="T3" fmla="*/ 13 h 26"/>
                </a:gdLst>
                <a:ahLst/>
                <a:cxnLst>
                  <a:cxn ang="0">
                    <a:pos x="T0" y="T1"/>
                  </a:cxn>
                  <a:cxn ang="0">
                    <a:pos x="T2" y="T3"/>
                  </a:cxn>
                </a:cxnLst>
                <a:rect l="0" t="0" r="r" b="b"/>
                <a:pathLst>
                  <a:path w="210" h="26">
                    <a:moveTo>
                      <a:pt x="0" y="0"/>
                    </a:moveTo>
                    <a:cubicBezTo>
                      <a:pt x="105" y="26"/>
                      <a:pt x="165" y="13"/>
                      <a:pt x="210" y="1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29" name="Freeform 7"/>
              <p:cNvSpPr>
                <a:spLocks/>
              </p:cNvSpPr>
              <p:nvPr/>
            </p:nvSpPr>
            <p:spPr bwMode="auto">
              <a:xfrm rot="10800000">
                <a:off x="4118936" y="2120069"/>
                <a:ext cx="48874" cy="220045"/>
              </a:xfrm>
              <a:custGeom>
                <a:avLst/>
                <a:gdLst>
                  <a:gd name="T0" fmla="*/ 53 w 53"/>
                  <a:gd name="T1" fmla="*/ 238 h 238"/>
                  <a:gd name="T2" fmla="*/ 53 w 53"/>
                  <a:gd name="T3" fmla="*/ 0 h 238"/>
                </a:gdLst>
                <a:ahLst/>
                <a:cxnLst>
                  <a:cxn ang="0">
                    <a:pos x="T0" y="T1"/>
                  </a:cxn>
                  <a:cxn ang="0">
                    <a:pos x="T2" y="T3"/>
                  </a:cxn>
                </a:cxnLst>
                <a:rect l="0" t="0" r="r" b="b"/>
                <a:pathLst>
                  <a:path w="53" h="238">
                    <a:moveTo>
                      <a:pt x="53" y="238"/>
                    </a:moveTo>
                    <a:cubicBezTo>
                      <a:pt x="0" y="185"/>
                      <a:pt x="0" y="79"/>
                      <a:pt x="53"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30" name="Freeform 8"/>
              <p:cNvSpPr>
                <a:spLocks/>
              </p:cNvSpPr>
              <p:nvPr/>
            </p:nvSpPr>
            <p:spPr bwMode="auto">
              <a:xfrm rot="10800000">
                <a:off x="4029487" y="2010046"/>
                <a:ext cx="110659" cy="122042"/>
              </a:xfrm>
              <a:custGeom>
                <a:avLst/>
                <a:gdLst>
                  <a:gd name="T0" fmla="*/ 48 w 256"/>
                  <a:gd name="T1" fmla="*/ 32 h 320"/>
                  <a:gd name="T2" fmla="*/ 96 w 256"/>
                  <a:gd name="T3" fmla="*/ 160 h 320"/>
                  <a:gd name="T4" fmla="*/ 176 w 256"/>
                  <a:gd name="T5" fmla="*/ 272 h 320"/>
                  <a:gd name="T6" fmla="*/ 192 w 256"/>
                  <a:gd name="T7" fmla="*/ 208 h 320"/>
                  <a:gd name="T8" fmla="*/ 96 w 256"/>
                  <a:gd name="T9" fmla="*/ 64 h 320"/>
                  <a:gd name="T10" fmla="*/ 48 w 256"/>
                  <a:gd name="T11" fmla="*/ 32 h 320"/>
                </a:gdLst>
                <a:ahLst/>
                <a:cxnLst>
                  <a:cxn ang="0">
                    <a:pos x="T0" y="T1"/>
                  </a:cxn>
                  <a:cxn ang="0">
                    <a:pos x="T2" y="T3"/>
                  </a:cxn>
                  <a:cxn ang="0">
                    <a:pos x="T4" y="T5"/>
                  </a:cxn>
                  <a:cxn ang="0">
                    <a:pos x="T6" y="T7"/>
                  </a:cxn>
                  <a:cxn ang="0">
                    <a:pos x="T8" y="T9"/>
                  </a:cxn>
                  <a:cxn ang="0">
                    <a:pos x="T10" y="T11"/>
                  </a:cxn>
                </a:cxnLst>
                <a:rect l="0" t="0" r="r" b="b"/>
                <a:pathLst>
                  <a:path w="256" h="320">
                    <a:moveTo>
                      <a:pt x="48" y="32"/>
                    </a:moveTo>
                    <a:cubicBezTo>
                      <a:pt x="0" y="0"/>
                      <a:pt x="80" y="128"/>
                      <a:pt x="96" y="160"/>
                    </a:cubicBezTo>
                    <a:cubicBezTo>
                      <a:pt x="96" y="208"/>
                      <a:pt x="144" y="256"/>
                      <a:pt x="176" y="272"/>
                    </a:cubicBezTo>
                    <a:cubicBezTo>
                      <a:pt x="256" y="320"/>
                      <a:pt x="208" y="224"/>
                      <a:pt x="192" y="208"/>
                    </a:cubicBezTo>
                    <a:cubicBezTo>
                      <a:pt x="160" y="160"/>
                      <a:pt x="128" y="112"/>
                      <a:pt x="96" y="64"/>
                    </a:cubicBezTo>
                    <a:cubicBezTo>
                      <a:pt x="80" y="48"/>
                      <a:pt x="64" y="48"/>
                      <a:pt x="48" y="32"/>
                    </a:cubicBezTo>
                  </a:path>
                </a:pathLst>
              </a:custGeom>
              <a:solidFill>
                <a:srgbClr val="FFFFFF"/>
              </a:solidFill>
              <a:ln w="3175">
                <a:solidFill>
                  <a:srgbClr val="5757FF"/>
                </a:solidFill>
                <a:prstDash val="solid"/>
                <a:round/>
                <a:headEnd/>
                <a:tailEnd/>
              </a:ln>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31" name="Freeform 9"/>
              <p:cNvSpPr>
                <a:spLocks/>
              </p:cNvSpPr>
              <p:nvPr/>
            </p:nvSpPr>
            <p:spPr bwMode="auto">
              <a:xfrm rot="10800000">
                <a:off x="4029487" y="2010046"/>
                <a:ext cx="110659" cy="122042"/>
              </a:xfrm>
              <a:custGeom>
                <a:avLst/>
                <a:gdLst>
                  <a:gd name="T0" fmla="*/ 23 w 120"/>
                  <a:gd name="T1" fmla="*/ 13 h 132"/>
                  <a:gd name="T2" fmla="*/ 45 w 120"/>
                  <a:gd name="T3" fmla="*/ 66 h 132"/>
                  <a:gd name="T4" fmla="*/ 82 w 120"/>
                  <a:gd name="T5" fmla="*/ 112 h 132"/>
                  <a:gd name="T6" fmla="*/ 90 w 120"/>
                  <a:gd name="T7" fmla="*/ 86 h 132"/>
                  <a:gd name="T8" fmla="*/ 45 w 120"/>
                  <a:gd name="T9" fmla="*/ 26 h 132"/>
                  <a:gd name="T10" fmla="*/ 23 w 120"/>
                  <a:gd name="T11" fmla="*/ 13 h 132"/>
                </a:gdLst>
                <a:ahLst/>
                <a:cxnLst>
                  <a:cxn ang="0">
                    <a:pos x="T0" y="T1"/>
                  </a:cxn>
                  <a:cxn ang="0">
                    <a:pos x="T2" y="T3"/>
                  </a:cxn>
                  <a:cxn ang="0">
                    <a:pos x="T4" y="T5"/>
                  </a:cxn>
                  <a:cxn ang="0">
                    <a:pos x="T6" y="T7"/>
                  </a:cxn>
                  <a:cxn ang="0">
                    <a:pos x="T8" y="T9"/>
                  </a:cxn>
                  <a:cxn ang="0">
                    <a:pos x="T10" y="T11"/>
                  </a:cxn>
                </a:cxnLst>
                <a:rect l="0" t="0" r="r" b="b"/>
                <a:pathLst>
                  <a:path w="120" h="132">
                    <a:moveTo>
                      <a:pt x="23" y="13"/>
                    </a:moveTo>
                    <a:cubicBezTo>
                      <a:pt x="0" y="0"/>
                      <a:pt x="38" y="53"/>
                      <a:pt x="45" y="66"/>
                    </a:cubicBezTo>
                    <a:cubicBezTo>
                      <a:pt x="45" y="86"/>
                      <a:pt x="68" y="105"/>
                      <a:pt x="82" y="112"/>
                    </a:cubicBezTo>
                    <a:cubicBezTo>
                      <a:pt x="120" y="132"/>
                      <a:pt x="97" y="92"/>
                      <a:pt x="90" y="86"/>
                    </a:cubicBezTo>
                    <a:cubicBezTo>
                      <a:pt x="75" y="66"/>
                      <a:pt x="60" y="46"/>
                      <a:pt x="45" y="26"/>
                    </a:cubicBezTo>
                    <a:cubicBezTo>
                      <a:pt x="38" y="19"/>
                      <a:pt x="30" y="19"/>
                      <a:pt x="23" y="1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32" name="Freeform 10"/>
              <p:cNvSpPr>
                <a:spLocks/>
              </p:cNvSpPr>
              <p:nvPr/>
            </p:nvSpPr>
            <p:spPr bwMode="auto">
              <a:xfrm rot="10800000">
                <a:off x="4029487" y="2328095"/>
                <a:ext cx="110659" cy="122042"/>
              </a:xfrm>
              <a:custGeom>
                <a:avLst/>
                <a:gdLst>
                  <a:gd name="T0" fmla="*/ 48 w 256"/>
                  <a:gd name="T1" fmla="*/ 304 h 320"/>
                  <a:gd name="T2" fmla="*/ 96 w 256"/>
                  <a:gd name="T3" fmla="*/ 160 h 320"/>
                  <a:gd name="T4" fmla="*/ 176 w 256"/>
                  <a:gd name="T5" fmla="*/ 64 h 320"/>
                  <a:gd name="T6" fmla="*/ 192 w 256"/>
                  <a:gd name="T7" fmla="*/ 128 h 320"/>
                  <a:gd name="T8" fmla="*/ 96 w 256"/>
                  <a:gd name="T9" fmla="*/ 256 h 320"/>
                  <a:gd name="T10" fmla="*/ 48 w 256"/>
                  <a:gd name="T11" fmla="*/ 304 h 320"/>
                </a:gdLst>
                <a:ahLst/>
                <a:cxnLst>
                  <a:cxn ang="0">
                    <a:pos x="T0" y="T1"/>
                  </a:cxn>
                  <a:cxn ang="0">
                    <a:pos x="T2" y="T3"/>
                  </a:cxn>
                  <a:cxn ang="0">
                    <a:pos x="T4" y="T5"/>
                  </a:cxn>
                  <a:cxn ang="0">
                    <a:pos x="T6" y="T7"/>
                  </a:cxn>
                  <a:cxn ang="0">
                    <a:pos x="T8" y="T9"/>
                  </a:cxn>
                  <a:cxn ang="0">
                    <a:pos x="T10" y="T11"/>
                  </a:cxn>
                </a:cxnLst>
                <a:rect l="0" t="0" r="r" b="b"/>
                <a:pathLst>
                  <a:path w="256" h="320">
                    <a:moveTo>
                      <a:pt x="48" y="304"/>
                    </a:moveTo>
                    <a:cubicBezTo>
                      <a:pt x="0" y="320"/>
                      <a:pt x="80" y="208"/>
                      <a:pt x="96" y="160"/>
                    </a:cubicBezTo>
                    <a:cubicBezTo>
                      <a:pt x="112" y="112"/>
                      <a:pt x="144" y="80"/>
                      <a:pt x="176" y="64"/>
                    </a:cubicBezTo>
                    <a:cubicBezTo>
                      <a:pt x="256" y="0"/>
                      <a:pt x="208" y="112"/>
                      <a:pt x="192" y="128"/>
                    </a:cubicBezTo>
                    <a:cubicBezTo>
                      <a:pt x="160" y="160"/>
                      <a:pt x="128" y="224"/>
                      <a:pt x="96" y="256"/>
                    </a:cubicBezTo>
                    <a:cubicBezTo>
                      <a:pt x="80" y="288"/>
                      <a:pt x="64" y="288"/>
                      <a:pt x="48" y="304"/>
                    </a:cubicBezTo>
                  </a:path>
                </a:pathLst>
              </a:custGeom>
              <a:solidFill>
                <a:srgbClr val="FFFFFF"/>
              </a:solidFill>
              <a:ln w="3175">
                <a:solidFill>
                  <a:srgbClr val="5757FF"/>
                </a:solidFill>
                <a:prstDash val="solid"/>
                <a:round/>
                <a:headEnd/>
                <a:tailEnd/>
              </a:ln>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33" name="Freeform 11"/>
              <p:cNvSpPr>
                <a:spLocks/>
              </p:cNvSpPr>
              <p:nvPr/>
            </p:nvSpPr>
            <p:spPr bwMode="auto">
              <a:xfrm rot="10800000">
                <a:off x="4029487" y="2328095"/>
                <a:ext cx="110659" cy="122042"/>
              </a:xfrm>
              <a:custGeom>
                <a:avLst/>
                <a:gdLst>
                  <a:gd name="T0" fmla="*/ 23 w 120"/>
                  <a:gd name="T1" fmla="*/ 126 h 132"/>
                  <a:gd name="T2" fmla="*/ 45 w 120"/>
                  <a:gd name="T3" fmla="*/ 66 h 132"/>
                  <a:gd name="T4" fmla="*/ 82 w 120"/>
                  <a:gd name="T5" fmla="*/ 27 h 132"/>
                  <a:gd name="T6" fmla="*/ 90 w 120"/>
                  <a:gd name="T7" fmla="*/ 53 h 132"/>
                  <a:gd name="T8" fmla="*/ 45 w 120"/>
                  <a:gd name="T9" fmla="*/ 106 h 132"/>
                  <a:gd name="T10" fmla="*/ 23 w 120"/>
                  <a:gd name="T11" fmla="*/ 126 h 132"/>
                </a:gdLst>
                <a:ahLst/>
                <a:cxnLst>
                  <a:cxn ang="0">
                    <a:pos x="T0" y="T1"/>
                  </a:cxn>
                  <a:cxn ang="0">
                    <a:pos x="T2" y="T3"/>
                  </a:cxn>
                  <a:cxn ang="0">
                    <a:pos x="T4" y="T5"/>
                  </a:cxn>
                  <a:cxn ang="0">
                    <a:pos x="T6" y="T7"/>
                  </a:cxn>
                  <a:cxn ang="0">
                    <a:pos x="T8" y="T9"/>
                  </a:cxn>
                  <a:cxn ang="0">
                    <a:pos x="T10" y="T11"/>
                  </a:cxn>
                </a:cxnLst>
                <a:rect l="0" t="0" r="r" b="b"/>
                <a:pathLst>
                  <a:path w="120" h="132">
                    <a:moveTo>
                      <a:pt x="23" y="126"/>
                    </a:moveTo>
                    <a:cubicBezTo>
                      <a:pt x="0" y="132"/>
                      <a:pt x="38" y="86"/>
                      <a:pt x="45" y="66"/>
                    </a:cubicBezTo>
                    <a:cubicBezTo>
                      <a:pt x="53" y="46"/>
                      <a:pt x="68" y="33"/>
                      <a:pt x="82" y="27"/>
                    </a:cubicBezTo>
                    <a:cubicBezTo>
                      <a:pt x="120" y="0"/>
                      <a:pt x="97" y="46"/>
                      <a:pt x="90" y="53"/>
                    </a:cubicBezTo>
                    <a:cubicBezTo>
                      <a:pt x="75" y="66"/>
                      <a:pt x="60" y="93"/>
                      <a:pt x="45" y="106"/>
                    </a:cubicBezTo>
                    <a:cubicBezTo>
                      <a:pt x="38" y="119"/>
                      <a:pt x="30" y="119"/>
                      <a:pt x="23" y="12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34" name="Freeform 12"/>
              <p:cNvSpPr>
                <a:spLocks/>
              </p:cNvSpPr>
              <p:nvPr/>
            </p:nvSpPr>
            <p:spPr bwMode="auto">
              <a:xfrm rot="10800000">
                <a:off x="3891164" y="2071067"/>
                <a:ext cx="248982" cy="73965"/>
              </a:xfrm>
              <a:custGeom>
                <a:avLst/>
                <a:gdLst>
                  <a:gd name="T0" fmla="*/ 270 w 270"/>
                  <a:gd name="T1" fmla="*/ 80 h 80"/>
                  <a:gd name="T2" fmla="*/ 0 w 270"/>
                  <a:gd name="T3" fmla="*/ 0 h 80"/>
                </a:gdLst>
                <a:ahLst/>
                <a:cxnLst>
                  <a:cxn ang="0">
                    <a:pos x="T0" y="T1"/>
                  </a:cxn>
                  <a:cxn ang="0">
                    <a:pos x="T2" y="T3"/>
                  </a:cxn>
                </a:cxnLst>
                <a:rect l="0" t="0" r="r" b="b"/>
                <a:pathLst>
                  <a:path w="270" h="80">
                    <a:moveTo>
                      <a:pt x="270" y="80"/>
                    </a:moveTo>
                    <a:cubicBezTo>
                      <a:pt x="180" y="53"/>
                      <a:pt x="60" y="5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35" name="Freeform 13"/>
              <p:cNvSpPr>
                <a:spLocks/>
              </p:cNvSpPr>
              <p:nvPr/>
            </p:nvSpPr>
            <p:spPr bwMode="auto">
              <a:xfrm rot="10800000">
                <a:off x="3891164" y="2315151"/>
                <a:ext cx="248982" cy="73965"/>
              </a:xfrm>
              <a:custGeom>
                <a:avLst/>
                <a:gdLst>
                  <a:gd name="T0" fmla="*/ 270 w 270"/>
                  <a:gd name="T1" fmla="*/ 0 h 80"/>
                  <a:gd name="T2" fmla="*/ 0 w 270"/>
                  <a:gd name="T3" fmla="*/ 80 h 80"/>
                </a:gdLst>
                <a:ahLst/>
                <a:cxnLst>
                  <a:cxn ang="0">
                    <a:pos x="T0" y="T1"/>
                  </a:cxn>
                  <a:cxn ang="0">
                    <a:pos x="T2" y="T3"/>
                  </a:cxn>
                </a:cxnLst>
                <a:rect l="0" t="0" r="r" b="b"/>
                <a:pathLst>
                  <a:path w="270" h="80">
                    <a:moveTo>
                      <a:pt x="270" y="0"/>
                    </a:moveTo>
                    <a:cubicBezTo>
                      <a:pt x="180" y="27"/>
                      <a:pt x="60" y="27"/>
                      <a:pt x="0" y="8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36" name="Oval 17"/>
              <p:cNvSpPr>
                <a:spLocks noChangeArrowheads="1"/>
              </p:cNvSpPr>
              <p:nvPr/>
            </p:nvSpPr>
            <p:spPr bwMode="auto">
              <a:xfrm rot="10800000">
                <a:off x="4137531" y="2199581"/>
                <a:ext cx="13832" cy="61021"/>
              </a:xfrm>
              <a:prstGeom prst="ellipse">
                <a:avLst/>
              </a:pr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37" name="Freeform 18"/>
              <p:cNvSpPr>
                <a:spLocks/>
              </p:cNvSpPr>
              <p:nvPr/>
            </p:nvSpPr>
            <p:spPr bwMode="auto">
              <a:xfrm rot="10800000">
                <a:off x="4112481" y="2132088"/>
                <a:ext cx="27665" cy="208026"/>
              </a:xfrm>
              <a:custGeom>
                <a:avLst/>
                <a:gdLst>
                  <a:gd name="T0" fmla="*/ 30 w 30"/>
                  <a:gd name="T1" fmla="*/ 225 h 225"/>
                  <a:gd name="T2" fmla="*/ 30 w 30"/>
                  <a:gd name="T3" fmla="*/ 0 h 225"/>
                </a:gdLst>
                <a:ahLst/>
                <a:cxnLst>
                  <a:cxn ang="0">
                    <a:pos x="T0" y="T1"/>
                  </a:cxn>
                  <a:cxn ang="0">
                    <a:pos x="T2" y="T3"/>
                  </a:cxn>
                </a:cxnLst>
                <a:rect l="0" t="0" r="r" b="b"/>
                <a:pathLst>
                  <a:path w="30" h="225">
                    <a:moveTo>
                      <a:pt x="30" y="225"/>
                    </a:moveTo>
                    <a:cubicBezTo>
                      <a:pt x="0" y="165"/>
                      <a:pt x="0" y="106"/>
                      <a:pt x="3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38" name="Freeform 19"/>
              <p:cNvSpPr>
                <a:spLocks/>
              </p:cNvSpPr>
              <p:nvPr/>
            </p:nvSpPr>
            <p:spPr bwMode="auto">
              <a:xfrm rot="10800000">
                <a:off x="3822002" y="2022066"/>
                <a:ext cx="235150" cy="24963"/>
              </a:xfrm>
              <a:custGeom>
                <a:avLst/>
                <a:gdLst>
                  <a:gd name="T0" fmla="*/ 0 w 255"/>
                  <a:gd name="T1" fmla="*/ 0 h 27"/>
                  <a:gd name="T2" fmla="*/ 255 w 255"/>
                  <a:gd name="T3" fmla="*/ 0 h 27"/>
                </a:gdLst>
                <a:ahLst/>
                <a:cxnLst>
                  <a:cxn ang="0">
                    <a:pos x="T0" y="T1"/>
                  </a:cxn>
                  <a:cxn ang="0">
                    <a:pos x="T2" y="T3"/>
                  </a:cxn>
                </a:cxnLst>
                <a:rect l="0" t="0" r="r" b="b"/>
                <a:pathLst>
                  <a:path w="255" h="27">
                    <a:moveTo>
                      <a:pt x="0" y="0"/>
                    </a:moveTo>
                    <a:cubicBezTo>
                      <a:pt x="90" y="0"/>
                      <a:pt x="195" y="27"/>
                      <a:pt x="25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39" name="Freeform 20"/>
              <p:cNvSpPr>
                <a:spLocks/>
              </p:cNvSpPr>
              <p:nvPr/>
            </p:nvSpPr>
            <p:spPr bwMode="auto">
              <a:xfrm rot="10800000">
                <a:off x="3822002" y="2413154"/>
                <a:ext cx="235150" cy="24963"/>
              </a:xfrm>
              <a:custGeom>
                <a:avLst/>
                <a:gdLst>
                  <a:gd name="T0" fmla="*/ 0 w 255"/>
                  <a:gd name="T1" fmla="*/ 27 h 27"/>
                  <a:gd name="T2" fmla="*/ 255 w 255"/>
                  <a:gd name="T3" fmla="*/ 27 h 27"/>
                </a:gdLst>
                <a:ahLst/>
                <a:cxnLst>
                  <a:cxn ang="0">
                    <a:pos x="T0" y="T1"/>
                  </a:cxn>
                  <a:cxn ang="0">
                    <a:pos x="T2" y="T3"/>
                  </a:cxn>
                </a:cxnLst>
                <a:rect l="0" t="0" r="r" b="b"/>
                <a:pathLst>
                  <a:path w="255" h="27">
                    <a:moveTo>
                      <a:pt x="0" y="27"/>
                    </a:moveTo>
                    <a:cubicBezTo>
                      <a:pt x="90" y="27"/>
                      <a:pt x="195" y="0"/>
                      <a:pt x="255" y="2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40" name="Freeform 21"/>
              <p:cNvSpPr>
                <a:spLocks/>
              </p:cNvSpPr>
              <p:nvPr/>
            </p:nvSpPr>
            <p:spPr bwMode="auto">
              <a:xfrm rot="10800000">
                <a:off x="3780505" y="2010046"/>
                <a:ext cx="262814" cy="24963"/>
              </a:xfrm>
              <a:custGeom>
                <a:avLst/>
                <a:gdLst>
                  <a:gd name="T0" fmla="*/ 0 w 285"/>
                  <a:gd name="T1" fmla="*/ 0 h 27"/>
                  <a:gd name="T2" fmla="*/ 285 w 285"/>
                  <a:gd name="T3" fmla="*/ 0 h 27"/>
                </a:gdLst>
                <a:ahLst/>
                <a:cxnLst>
                  <a:cxn ang="0">
                    <a:pos x="T0" y="T1"/>
                  </a:cxn>
                  <a:cxn ang="0">
                    <a:pos x="T2" y="T3"/>
                  </a:cxn>
                </a:cxnLst>
                <a:rect l="0" t="0" r="r" b="b"/>
                <a:pathLst>
                  <a:path w="285" h="27">
                    <a:moveTo>
                      <a:pt x="0" y="0"/>
                    </a:moveTo>
                    <a:cubicBezTo>
                      <a:pt x="105" y="0"/>
                      <a:pt x="217" y="27"/>
                      <a:pt x="28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41" name="Freeform 22"/>
              <p:cNvSpPr>
                <a:spLocks/>
              </p:cNvSpPr>
              <p:nvPr/>
            </p:nvSpPr>
            <p:spPr bwMode="auto">
              <a:xfrm rot="10800000">
                <a:off x="3780505" y="2425174"/>
                <a:ext cx="262814" cy="24963"/>
              </a:xfrm>
              <a:custGeom>
                <a:avLst/>
                <a:gdLst>
                  <a:gd name="T0" fmla="*/ 0 w 285"/>
                  <a:gd name="T1" fmla="*/ 27 h 27"/>
                  <a:gd name="T2" fmla="*/ 285 w 285"/>
                  <a:gd name="T3" fmla="*/ 27 h 27"/>
                </a:gdLst>
                <a:ahLst/>
                <a:cxnLst>
                  <a:cxn ang="0">
                    <a:pos x="T0" y="T1"/>
                  </a:cxn>
                  <a:cxn ang="0">
                    <a:pos x="T2" y="T3"/>
                  </a:cxn>
                </a:cxnLst>
                <a:rect l="0" t="0" r="r" b="b"/>
                <a:pathLst>
                  <a:path w="285" h="27">
                    <a:moveTo>
                      <a:pt x="0" y="27"/>
                    </a:moveTo>
                    <a:cubicBezTo>
                      <a:pt x="105" y="27"/>
                      <a:pt x="217" y="0"/>
                      <a:pt x="285" y="2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42" name="Freeform 26"/>
              <p:cNvSpPr>
                <a:spLocks/>
              </p:cNvSpPr>
              <p:nvPr/>
            </p:nvSpPr>
            <p:spPr bwMode="auto">
              <a:xfrm rot="10800000">
                <a:off x="3808170" y="2455684"/>
                <a:ext cx="90371" cy="12944"/>
              </a:xfrm>
              <a:custGeom>
                <a:avLst/>
                <a:gdLst>
                  <a:gd name="T0" fmla="*/ 0 w 98"/>
                  <a:gd name="T1" fmla="*/ 7 h 14"/>
                  <a:gd name="T2" fmla="*/ 53 w 98"/>
                  <a:gd name="T3" fmla="*/ 0 h 14"/>
                  <a:gd name="T4" fmla="*/ 98 w 98"/>
                  <a:gd name="T5" fmla="*/ 7 h 14"/>
                  <a:gd name="T6" fmla="*/ 53 w 98"/>
                  <a:gd name="T7" fmla="*/ 14 h 14"/>
                  <a:gd name="T8" fmla="*/ 0 w 98"/>
                  <a:gd name="T9" fmla="*/ 7 h 14"/>
                </a:gdLst>
                <a:ahLst/>
                <a:cxnLst>
                  <a:cxn ang="0">
                    <a:pos x="T0" y="T1"/>
                  </a:cxn>
                  <a:cxn ang="0">
                    <a:pos x="T2" y="T3"/>
                  </a:cxn>
                  <a:cxn ang="0">
                    <a:pos x="T4" y="T5"/>
                  </a:cxn>
                  <a:cxn ang="0">
                    <a:pos x="T6" y="T7"/>
                  </a:cxn>
                  <a:cxn ang="0">
                    <a:pos x="T8" y="T9"/>
                  </a:cxn>
                </a:cxnLst>
                <a:rect l="0" t="0" r="r" b="b"/>
                <a:pathLst>
                  <a:path w="98" h="14">
                    <a:moveTo>
                      <a:pt x="0" y="7"/>
                    </a:moveTo>
                    <a:cubicBezTo>
                      <a:pt x="0" y="0"/>
                      <a:pt x="23" y="0"/>
                      <a:pt x="53" y="0"/>
                    </a:cubicBezTo>
                    <a:cubicBezTo>
                      <a:pt x="75" y="0"/>
                      <a:pt x="98" y="0"/>
                      <a:pt x="98" y="7"/>
                    </a:cubicBezTo>
                    <a:cubicBezTo>
                      <a:pt x="98" y="7"/>
                      <a:pt x="75" y="14"/>
                      <a:pt x="53" y="14"/>
                    </a:cubicBezTo>
                    <a:cubicBezTo>
                      <a:pt x="23" y="14"/>
                      <a:pt x="0" y="7"/>
                      <a:pt x="0" y="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43" name="Freeform 30"/>
              <p:cNvSpPr>
                <a:spLocks/>
              </p:cNvSpPr>
              <p:nvPr/>
            </p:nvSpPr>
            <p:spPr bwMode="auto">
              <a:xfrm rot="10800000">
                <a:off x="3808170" y="1991555"/>
                <a:ext cx="90371" cy="12944"/>
              </a:xfrm>
              <a:custGeom>
                <a:avLst/>
                <a:gdLst>
                  <a:gd name="T0" fmla="*/ 0 w 98"/>
                  <a:gd name="T1" fmla="*/ 7 h 14"/>
                  <a:gd name="T2" fmla="*/ 53 w 98"/>
                  <a:gd name="T3" fmla="*/ 0 h 14"/>
                  <a:gd name="T4" fmla="*/ 98 w 98"/>
                  <a:gd name="T5" fmla="*/ 7 h 14"/>
                  <a:gd name="T6" fmla="*/ 53 w 98"/>
                  <a:gd name="T7" fmla="*/ 14 h 14"/>
                  <a:gd name="T8" fmla="*/ 0 w 98"/>
                  <a:gd name="T9" fmla="*/ 7 h 14"/>
                </a:gdLst>
                <a:ahLst/>
                <a:cxnLst>
                  <a:cxn ang="0">
                    <a:pos x="T0" y="T1"/>
                  </a:cxn>
                  <a:cxn ang="0">
                    <a:pos x="T2" y="T3"/>
                  </a:cxn>
                  <a:cxn ang="0">
                    <a:pos x="T4" y="T5"/>
                  </a:cxn>
                  <a:cxn ang="0">
                    <a:pos x="T6" y="T7"/>
                  </a:cxn>
                  <a:cxn ang="0">
                    <a:pos x="T8" y="T9"/>
                  </a:cxn>
                </a:cxnLst>
                <a:rect l="0" t="0" r="r" b="b"/>
                <a:pathLst>
                  <a:path w="98" h="14">
                    <a:moveTo>
                      <a:pt x="0" y="7"/>
                    </a:moveTo>
                    <a:cubicBezTo>
                      <a:pt x="0" y="0"/>
                      <a:pt x="23" y="0"/>
                      <a:pt x="53" y="0"/>
                    </a:cubicBezTo>
                    <a:cubicBezTo>
                      <a:pt x="75" y="0"/>
                      <a:pt x="98" y="0"/>
                      <a:pt x="98" y="7"/>
                    </a:cubicBezTo>
                    <a:cubicBezTo>
                      <a:pt x="98" y="7"/>
                      <a:pt x="75" y="14"/>
                      <a:pt x="53" y="14"/>
                    </a:cubicBezTo>
                    <a:cubicBezTo>
                      <a:pt x="23" y="14"/>
                      <a:pt x="0" y="7"/>
                      <a:pt x="0" y="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44" name="Freeform 31"/>
              <p:cNvSpPr>
                <a:spLocks/>
              </p:cNvSpPr>
              <p:nvPr/>
            </p:nvSpPr>
            <p:spPr bwMode="auto">
              <a:xfrm rot="10800000">
                <a:off x="3835835" y="2047029"/>
                <a:ext cx="62707" cy="366126"/>
              </a:xfrm>
              <a:custGeom>
                <a:avLst/>
                <a:gdLst>
                  <a:gd name="T0" fmla="*/ 68 w 68"/>
                  <a:gd name="T1" fmla="*/ 396 h 396"/>
                  <a:gd name="T2" fmla="*/ 68 w 68"/>
                  <a:gd name="T3" fmla="*/ 0 h 396"/>
                </a:gdLst>
                <a:ahLst/>
                <a:cxnLst>
                  <a:cxn ang="0">
                    <a:pos x="T0" y="T1"/>
                  </a:cxn>
                  <a:cxn ang="0">
                    <a:pos x="T2" y="T3"/>
                  </a:cxn>
                </a:cxnLst>
                <a:rect l="0" t="0" r="r" b="b"/>
                <a:pathLst>
                  <a:path w="68" h="396">
                    <a:moveTo>
                      <a:pt x="68" y="396"/>
                    </a:moveTo>
                    <a:cubicBezTo>
                      <a:pt x="8" y="290"/>
                      <a:pt x="0" y="132"/>
                      <a:pt x="68"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45" name="Freeform 32"/>
              <p:cNvSpPr>
                <a:spLocks/>
              </p:cNvSpPr>
              <p:nvPr/>
            </p:nvSpPr>
            <p:spPr bwMode="auto">
              <a:xfrm rot="10800000">
                <a:off x="3822002" y="2047029"/>
                <a:ext cx="41497" cy="366126"/>
              </a:xfrm>
              <a:custGeom>
                <a:avLst/>
                <a:gdLst>
                  <a:gd name="T0" fmla="*/ 45 w 45"/>
                  <a:gd name="T1" fmla="*/ 396 h 396"/>
                  <a:gd name="T2" fmla="*/ 45 w 45"/>
                  <a:gd name="T3" fmla="*/ 0 h 396"/>
                </a:gdLst>
                <a:ahLst/>
                <a:cxnLst>
                  <a:cxn ang="0">
                    <a:pos x="T0" y="T1"/>
                  </a:cxn>
                  <a:cxn ang="0">
                    <a:pos x="T2" y="T3"/>
                  </a:cxn>
                </a:cxnLst>
                <a:rect l="0" t="0" r="r" b="b"/>
                <a:pathLst>
                  <a:path w="45" h="396">
                    <a:moveTo>
                      <a:pt x="45" y="396"/>
                    </a:moveTo>
                    <a:cubicBezTo>
                      <a:pt x="0" y="290"/>
                      <a:pt x="0" y="132"/>
                      <a:pt x="4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46" name="Freeform 33"/>
              <p:cNvSpPr>
                <a:spLocks/>
              </p:cNvSpPr>
              <p:nvPr/>
            </p:nvSpPr>
            <p:spPr bwMode="auto">
              <a:xfrm rot="10800000">
                <a:off x="3642182" y="2022066"/>
                <a:ext cx="179820" cy="49002"/>
              </a:xfrm>
              <a:custGeom>
                <a:avLst/>
                <a:gdLst>
                  <a:gd name="T0" fmla="*/ 0 w 195"/>
                  <a:gd name="T1" fmla="*/ 26 h 53"/>
                  <a:gd name="T2" fmla="*/ 195 w 195"/>
                  <a:gd name="T3" fmla="*/ 0 h 53"/>
                </a:gdLst>
                <a:ahLst/>
                <a:cxnLst>
                  <a:cxn ang="0">
                    <a:pos x="T0" y="T1"/>
                  </a:cxn>
                  <a:cxn ang="0">
                    <a:pos x="T2" y="T3"/>
                  </a:cxn>
                </a:cxnLst>
                <a:rect l="0" t="0" r="r" b="b"/>
                <a:pathLst>
                  <a:path w="195" h="53">
                    <a:moveTo>
                      <a:pt x="0" y="26"/>
                    </a:moveTo>
                    <a:cubicBezTo>
                      <a:pt x="15" y="53"/>
                      <a:pt x="135" y="0"/>
                      <a:pt x="19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47" name="Freeform 34"/>
              <p:cNvSpPr>
                <a:spLocks/>
              </p:cNvSpPr>
              <p:nvPr/>
            </p:nvSpPr>
            <p:spPr bwMode="auto">
              <a:xfrm rot="10800000">
                <a:off x="3642182" y="2389116"/>
                <a:ext cx="179820" cy="49002"/>
              </a:xfrm>
              <a:custGeom>
                <a:avLst/>
                <a:gdLst>
                  <a:gd name="T0" fmla="*/ 0 w 195"/>
                  <a:gd name="T1" fmla="*/ 27 h 53"/>
                  <a:gd name="T2" fmla="*/ 195 w 195"/>
                  <a:gd name="T3" fmla="*/ 53 h 53"/>
                </a:gdLst>
                <a:ahLst/>
                <a:cxnLst>
                  <a:cxn ang="0">
                    <a:pos x="T0" y="T1"/>
                  </a:cxn>
                  <a:cxn ang="0">
                    <a:pos x="T2" y="T3"/>
                  </a:cxn>
                </a:cxnLst>
                <a:rect l="0" t="0" r="r" b="b"/>
                <a:pathLst>
                  <a:path w="195" h="53">
                    <a:moveTo>
                      <a:pt x="0" y="27"/>
                    </a:moveTo>
                    <a:cubicBezTo>
                      <a:pt x="15" y="0"/>
                      <a:pt x="135" y="53"/>
                      <a:pt x="195" y="5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48" name="Freeform 35"/>
              <p:cNvSpPr>
                <a:spLocks/>
              </p:cNvSpPr>
              <p:nvPr/>
            </p:nvSpPr>
            <p:spPr bwMode="auto">
              <a:xfrm rot="10800000">
                <a:off x="3642182" y="2071067"/>
                <a:ext cx="27665" cy="318049"/>
              </a:xfrm>
              <a:custGeom>
                <a:avLst/>
                <a:gdLst>
                  <a:gd name="T0" fmla="*/ 30 w 30"/>
                  <a:gd name="T1" fmla="*/ 344 h 344"/>
                  <a:gd name="T2" fmla="*/ 30 w 30"/>
                  <a:gd name="T3" fmla="*/ 0 h 344"/>
                </a:gdLst>
                <a:ahLst/>
                <a:cxnLst>
                  <a:cxn ang="0">
                    <a:pos x="T0" y="T1"/>
                  </a:cxn>
                  <a:cxn ang="0">
                    <a:pos x="T2" y="T3"/>
                  </a:cxn>
                </a:cxnLst>
                <a:rect l="0" t="0" r="r" b="b"/>
                <a:pathLst>
                  <a:path w="30" h="344">
                    <a:moveTo>
                      <a:pt x="30" y="344"/>
                    </a:moveTo>
                    <a:cubicBezTo>
                      <a:pt x="30" y="291"/>
                      <a:pt x="0" y="185"/>
                      <a:pt x="3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49" name="Freeform 36"/>
              <p:cNvSpPr>
                <a:spLocks/>
              </p:cNvSpPr>
              <p:nvPr/>
            </p:nvSpPr>
            <p:spPr bwMode="auto">
              <a:xfrm rot="10800000">
                <a:off x="2965319" y="1973988"/>
                <a:ext cx="884348" cy="73040"/>
              </a:xfrm>
              <a:custGeom>
                <a:avLst/>
                <a:gdLst>
                  <a:gd name="T0" fmla="*/ 0 w 959"/>
                  <a:gd name="T1" fmla="*/ 66 h 79"/>
                  <a:gd name="T2" fmla="*/ 959 w 959"/>
                  <a:gd name="T3" fmla="*/ 0 h 79"/>
                </a:gdLst>
                <a:ahLst/>
                <a:cxnLst>
                  <a:cxn ang="0">
                    <a:pos x="T0" y="T1"/>
                  </a:cxn>
                  <a:cxn ang="0">
                    <a:pos x="T2" y="T3"/>
                  </a:cxn>
                </a:cxnLst>
                <a:rect l="0" t="0" r="r" b="b"/>
                <a:pathLst>
                  <a:path w="959" h="79">
                    <a:moveTo>
                      <a:pt x="0" y="66"/>
                    </a:moveTo>
                    <a:cubicBezTo>
                      <a:pt x="225" y="66"/>
                      <a:pt x="839" y="79"/>
                      <a:pt x="959"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50" name="Freeform 37"/>
              <p:cNvSpPr>
                <a:spLocks/>
              </p:cNvSpPr>
              <p:nvPr/>
            </p:nvSpPr>
            <p:spPr bwMode="auto">
              <a:xfrm rot="10800000">
                <a:off x="2965319" y="2413154"/>
                <a:ext cx="884348" cy="73040"/>
              </a:xfrm>
              <a:custGeom>
                <a:avLst/>
                <a:gdLst>
                  <a:gd name="T0" fmla="*/ 0 w 959"/>
                  <a:gd name="T1" fmla="*/ 13 h 79"/>
                  <a:gd name="T2" fmla="*/ 959 w 959"/>
                  <a:gd name="T3" fmla="*/ 79 h 79"/>
                </a:gdLst>
                <a:ahLst/>
                <a:cxnLst>
                  <a:cxn ang="0">
                    <a:pos x="T0" y="T1"/>
                  </a:cxn>
                  <a:cxn ang="0">
                    <a:pos x="T2" y="T3"/>
                  </a:cxn>
                </a:cxnLst>
                <a:rect l="0" t="0" r="r" b="b"/>
                <a:pathLst>
                  <a:path w="959" h="79">
                    <a:moveTo>
                      <a:pt x="0" y="13"/>
                    </a:moveTo>
                    <a:cubicBezTo>
                      <a:pt x="232" y="26"/>
                      <a:pt x="839" y="0"/>
                      <a:pt x="959" y="7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51" name="Freeform 38"/>
              <p:cNvSpPr>
                <a:spLocks/>
              </p:cNvSpPr>
              <p:nvPr/>
            </p:nvSpPr>
            <p:spPr bwMode="auto">
              <a:xfrm rot="10800000">
                <a:off x="3849667" y="2462156"/>
                <a:ext cx="193653" cy="24039"/>
              </a:xfrm>
              <a:custGeom>
                <a:avLst/>
                <a:gdLst>
                  <a:gd name="T0" fmla="*/ 0 w 210"/>
                  <a:gd name="T1" fmla="*/ 26 h 26"/>
                  <a:gd name="T2" fmla="*/ 210 w 210"/>
                  <a:gd name="T3" fmla="*/ 13 h 26"/>
                </a:gdLst>
                <a:ahLst/>
                <a:cxnLst>
                  <a:cxn ang="0">
                    <a:pos x="T0" y="T1"/>
                  </a:cxn>
                  <a:cxn ang="0">
                    <a:pos x="T2" y="T3"/>
                  </a:cxn>
                </a:cxnLst>
                <a:rect l="0" t="0" r="r" b="b"/>
                <a:pathLst>
                  <a:path w="210" h="26">
                    <a:moveTo>
                      <a:pt x="0" y="26"/>
                    </a:moveTo>
                    <a:cubicBezTo>
                      <a:pt x="105" y="0"/>
                      <a:pt x="165" y="13"/>
                      <a:pt x="210" y="1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52" name="Freeform 39"/>
              <p:cNvSpPr>
                <a:spLocks/>
              </p:cNvSpPr>
              <p:nvPr/>
            </p:nvSpPr>
            <p:spPr bwMode="auto">
              <a:xfrm rot="10800000">
                <a:off x="2985607" y="2047029"/>
                <a:ext cx="656575" cy="79512"/>
              </a:xfrm>
              <a:custGeom>
                <a:avLst/>
                <a:gdLst>
                  <a:gd name="T0" fmla="*/ 0 w 712"/>
                  <a:gd name="T1" fmla="*/ 60 h 86"/>
                  <a:gd name="T2" fmla="*/ 712 w 712"/>
                  <a:gd name="T3" fmla="*/ 47 h 86"/>
                </a:gdLst>
                <a:ahLst/>
                <a:cxnLst>
                  <a:cxn ang="0">
                    <a:pos x="T0" y="T1"/>
                  </a:cxn>
                  <a:cxn ang="0">
                    <a:pos x="T2" y="T3"/>
                  </a:cxn>
                </a:cxnLst>
                <a:rect l="0" t="0" r="r" b="b"/>
                <a:pathLst>
                  <a:path w="712" h="86">
                    <a:moveTo>
                      <a:pt x="0" y="60"/>
                    </a:moveTo>
                    <a:cubicBezTo>
                      <a:pt x="345" y="0"/>
                      <a:pt x="570" y="86"/>
                      <a:pt x="712" y="4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53" name="Freeform 40"/>
              <p:cNvSpPr>
                <a:spLocks/>
              </p:cNvSpPr>
              <p:nvPr/>
            </p:nvSpPr>
            <p:spPr bwMode="auto">
              <a:xfrm rot="10800000">
                <a:off x="2985607" y="2340114"/>
                <a:ext cx="656575" cy="67493"/>
              </a:xfrm>
              <a:custGeom>
                <a:avLst/>
                <a:gdLst>
                  <a:gd name="T0" fmla="*/ 0 w 712"/>
                  <a:gd name="T1" fmla="*/ 20 h 73"/>
                  <a:gd name="T2" fmla="*/ 712 w 712"/>
                  <a:gd name="T3" fmla="*/ 33 h 73"/>
                </a:gdLst>
                <a:ahLst/>
                <a:cxnLst>
                  <a:cxn ang="0">
                    <a:pos x="T0" y="T1"/>
                  </a:cxn>
                  <a:cxn ang="0">
                    <a:pos x="T2" y="T3"/>
                  </a:cxn>
                </a:cxnLst>
                <a:rect l="0" t="0" r="r" b="b"/>
                <a:pathLst>
                  <a:path w="712" h="73">
                    <a:moveTo>
                      <a:pt x="0" y="20"/>
                    </a:moveTo>
                    <a:cubicBezTo>
                      <a:pt x="330" y="73"/>
                      <a:pt x="502" y="0"/>
                      <a:pt x="712" y="3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54" name="Freeform 41"/>
              <p:cNvSpPr>
                <a:spLocks/>
              </p:cNvSpPr>
              <p:nvPr/>
            </p:nvSpPr>
            <p:spPr bwMode="auto">
              <a:xfrm rot="10800000">
                <a:off x="3088888" y="1961045"/>
                <a:ext cx="221317" cy="49002"/>
              </a:xfrm>
              <a:custGeom>
                <a:avLst/>
                <a:gdLst>
                  <a:gd name="T0" fmla="*/ 0 w 240"/>
                  <a:gd name="T1" fmla="*/ 26 h 53"/>
                  <a:gd name="T2" fmla="*/ 232 w 240"/>
                  <a:gd name="T3" fmla="*/ 0 h 53"/>
                </a:gdLst>
                <a:ahLst/>
                <a:cxnLst>
                  <a:cxn ang="0">
                    <a:pos x="T0" y="T1"/>
                  </a:cxn>
                  <a:cxn ang="0">
                    <a:pos x="T2" y="T3"/>
                  </a:cxn>
                </a:cxnLst>
                <a:rect l="0" t="0" r="r" b="b"/>
                <a:pathLst>
                  <a:path w="240" h="53">
                    <a:moveTo>
                      <a:pt x="0" y="26"/>
                    </a:moveTo>
                    <a:cubicBezTo>
                      <a:pt x="150" y="53"/>
                      <a:pt x="240" y="0"/>
                      <a:pt x="232"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55" name="Freeform 42"/>
              <p:cNvSpPr>
                <a:spLocks/>
              </p:cNvSpPr>
              <p:nvPr/>
            </p:nvSpPr>
            <p:spPr bwMode="auto">
              <a:xfrm rot="10800000">
                <a:off x="3102721" y="2450137"/>
                <a:ext cx="214862" cy="36058"/>
              </a:xfrm>
              <a:custGeom>
                <a:avLst/>
                <a:gdLst>
                  <a:gd name="T0" fmla="*/ 0 w 233"/>
                  <a:gd name="T1" fmla="*/ 26 h 39"/>
                  <a:gd name="T2" fmla="*/ 233 w 233"/>
                  <a:gd name="T3" fmla="*/ 39 h 39"/>
                </a:gdLst>
                <a:ahLst/>
                <a:cxnLst>
                  <a:cxn ang="0">
                    <a:pos x="T0" y="T1"/>
                  </a:cxn>
                  <a:cxn ang="0">
                    <a:pos x="T2" y="T3"/>
                  </a:cxn>
                </a:cxnLst>
                <a:rect l="0" t="0" r="r" b="b"/>
                <a:pathLst>
                  <a:path w="233" h="39">
                    <a:moveTo>
                      <a:pt x="0" y="26"/>
                    </a:moveTo>
                    <a:cubicBezTo>
                      <a:pt x="83" y="0"/>
                      <a:pt x="203" y="13"/>
                      <a:pt x="233" y="3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56" name="Freeform 43"/>
              <p:cNvSpPr>
                <a:spLocks/>
              </p:cNvSpPr>
              <p:nvPr/>
            </p:nvSpPr>
            <p:spPr bwMode="auto">
              <a:xfrm rot="10800000">
                <a:off x="2888780" y="2047029"/>
                <a:ext cx="76539" cy="366126"/>
              </a:xfrm>
              <a:custGeom>
                <a:avLst/>
                <a:gdLst>
                  <a:gd name="T0" fmla="*/ 0 w 83"/>
                  <a:gd name="T1" fmla="*/ 396 h 396"/>
                  <a:gd name="T2" fmla="*/ 0 w 83"/>
                  <a:gd name="T3" fmla="*/ 0 h 396"/>
                </a:gdLst>
                <a:ahLst/>
                <a:cxnLst>
                  <a:cxn ang="0">
                    <a:pos x="T0" y="T1"/>
                  </a:cxn>
                  <a:cxn ang="0">
                    <a:pos x="T2" y="T3"/>
                  </a:cxn>
                </a:cxnLst>
                <a:rect l="0" t="0" r="r" b="b"/>
                <a:pathLst>
                  <a:path w="83" h="396">
                    <a:moveTo>
                      <a:pt x="0" y="396"/>
                    </a:moveTo>
                    <a:cubicBezTo>
                      <a:pt x="83" y="317"/>
                      <a:pt x="60" y="26"/>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57" name="Freeform 44"/>
              <p:cNvSpPr>
                <a:spLocks/>
              </p:cNvSpPr>
              <p:nvPr/>
            </p:nvSpPr>
            <p:spPr bwMode="auto">
              <a:xfrm rot="10800000">
                <a:off x="3006816" y="1986008"/>
                <a:ext cx="967342" cy="61021"/>
              </a:xfrm>
              <a:custGeom>
                <a:avLst/>
                <a:gdLst>
                  <a:gd name="T0" fmla="*/ 0 w 1049"/>
                  <a:gd name="T1" fmla="*/ 40 h 66"/>
                  <a:gd name="T2" fmla="*/ 1049 w 1049"/>
                  <a:gd name="T3" fmla="*/ 0 h 66"/>
                </a:gdLst>
                <a:ahLst/>
                <a:cxnLst>
                  <a:cxn ang="0">
                    <a:pos x="T0" y="T1"/>
                  </a:cxn>
                  <a:cxn ang="0">
                    <a:pos x="T2" y="T3"/>
                  </a:cxn>
                </a:cxnLst>
                <a:rect l="0" t="0" r="r" b="b"/>
                <a:pathLst>
                  <a:path w="1049" h="66">
                    <a:moveTo>
                      <a:pt x="0" y="40"/>
                    </a:moveTo>
                    <a:cubicBezTo>
                      <a:pt x="270" y="40"/>
                      <a:pt x="907" y="66"/>
                      <a:pt x="1049"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58" name="Freeform 45"/>
              <p:cNvSpPr>
                <a:spLocks/>
              </p:cNvSpPr>
              <p:nvPr/>
            </p:nvSpPr>
            <p:spPr bwMode="auto">
              <a:xfrm rot="10800000">
                <a:off x="3006816" y="2410773"/>
                <a:ext cx="967342" cy="61021"/>
              </a:xfrm>
              <a:custGeom>
                <a:avLst/>
                <a:gdLst>
                  <a:gd name="T0" fmla="*/ 0 w 1049"/>
                  <a:gd name="T1" fmla="*/ 26 h 66"/>
                  <a:gd name="T2" fmla="*/ 1049 w 1049"/>
                  <a:gd name="T3" fmla="*/ 66 h 66"/>
                </a:gdLst>
                <a:ahLst/>
                <a:cxnLst>
                  <a:cxn ang="0">
                    <a:pos x="T0" y="T1"/>
                  </a:cxn>
                  <a:cxn ang="0">
                    <a:pos x="T2" y="T3"/>
                  </a:cxn>
                </a:cxnLst>
                <a:rect l="0" t="0" r="r" b="b"/>
                <a:pathLst>
                  <a:path w="1049" h="66">
                    <a:moveTo>
                      <a:pt x="0" y="26"/>
                    </a:moveTo>
                    <a:cubicBezTo>
                      <a:pt x="270" y="26"/>
                      <a:pt x="900" y="0"/>
                      <a:pt x="1049" y="6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59" name="Freeform 46"/>
              <p:cNvSpPr>
                <a:spLocks/>
              </p:cNvSpPr>
              <p:nvPr/>
            </p:nvSpPr>
            <p:spPr bwMode="auto">
              <a:xfrm rot="10800000">
                <a:off x="3062146" y="2071067"/>
                <a:ext cx="26743" cy="318049"/>
              </a:xfrm>
              <a:custGeom>
                <a:avLst/>
                <a:gdLst>
                  <a:gd name="T0" fmla="*/ 0 w 29"/>
                  <a:gd name="T1" fmla="*/ 344 h 344"/>
                  <a:gd name="T2" fmla="*/ 0 w 29"/>
                  <a:gd name="T3" fmla="*/ 0 h 344"/>
                </a:gdLst>
                <a:ahLst/>
                <a:cxnLst>
                  <a:cxn ang="0">
                    <a:pos x="T0" y="T1"/>
                  </a:cxn>
                  <a:cxn ang="0">
                    <a:pos x="T2" y="T3"/>
                  </a:cxn>
                </a:cxnLst>
                <a:rect l="0" t="0" r="r" b="b"/>
                <a:pathLst>
                  <a:path w="29" h="344">
                    <a:moveTo>
                      <a:pt x="0" y="344"/>
                    </a:moveTo>
                    <a:cubicBezTo>
                      <a:pt x="29" y="264"/>
                      <a:pt x="29" y="8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60" name="Freeform 47"/>
              <p:cNvSpPr>
                <a:spLocks/>
              </p:cNvSpPr>
              <p:nvPr/>
            </p:nvSpPr>
            <p:spPr bwMode="auto">
              <a:xfrm rot="10800000">
                <a:off x="2957942" y="2083086"/>
                <a:ext cx="27665" cy="294010"/>
              </a:xfrm>
              <a:custGeom>
                <a:avLst/>
                <a:gdLst>
                  <a:gd name="T0" fmla="*/ 0 w 30"/>
                  <a:gd name="T1" fmla="*/ 318 h 318"/>
                  <a:gd name="T2" fmla="*/ 0 w 30"/>
                  <a:gd name="T3" fmla="*/ 0 h 318"/>
                </a:gdLst>
                <a:ahLst/>
                <a:cxnLst>
                  <a:cxn ang="0">
                    <a:pos x="T0" y="T1"/>
                  </a:cxn>
                  <a:cxn ang="0">
                    <a:pos x="T2" y="T3"/>
                  </a:cxn>
                </a:cxnLst>
                <a:rect l="0" t="0" r="r" b="b"/>
                <a:pathLst>
                  <a:path w="30" h="318">
                    <a:moveTo>
                      <a:pt x="0" y="318"/>
                    </a:moveTo>
                    <a:cubicBezTo>
                      <a:pt x="30" y="225"/>
                      <a:pt x="22" y="67"/>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61" name="Freeform 48"/>
              <p:cNvSpPr>
                <a:spLocks/>
              </p:cNvSpPr>
              <p:nvPr/>
            </p:nvSpPr>
            <p:spPr bwMode="auto">
              <a:xfrm rot="10800000">
                <a:off x="2923822" y="2040557"/>
                <a:ext cx="55329" cy="384617"/>
              </a:xfrm>
              <a:custGeom>
                <a:avLst/>
                <a:gdLst>
                  <a:gd name="T0" fmla="*/ 0 w 60"/>
                  <a:gd name="T1" fmla="*/ 416 h 416"/>
                  <a:gd name="T2" fmla="*/ 0 w 60"/>
                  <a:gd name="T3" fmla="*/ 0 h 416"/>
                </a:gdLst>
                <a:ahLst/>
                <a:cxnLst>
                  <a:cxn ang="0">
                    <a:pos x="T0" y="T1"/>
                  </a:cxn>
                  <a:cxn ang="0">
                    <a:pos x="T2" y="T3"/>
                  </a:cxn>
                </a:cxnLst>
                <a:rect l="0" t="0" r="r" b="b"/>
                <a:pathLst>
                  <a:path w="60" h="416">
                    <a:moveTo>
                      <a:pt x="0" y="416"/>
                    </a:moveTo>
                    <a:cubicBezTo>
                      <a:pt x="60" y="277"/>
                      <a:pt x="30" y="66"/>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62" name="Freeform 49"/>
              <p:cNvSpPr>
                <a:spLocks/>
              </p:cNvSpPr>
              <p:nvPr/>
            </p:nvSpPr>
            <p:spPr bwMode="auto">
              <a:xfrm rot="10800000">
                <a:off x="2985607" y="2022066"/>
                <a:ext cx="35042" cy="61021"/>
              </a:xfrm>
              <a:custGeom>
                <a:avLst/>
                <a:gdLst>
                  <a:gd name="T0" fmla="*/ 0 w 38"/>
                  <a:gd name="T1" fmla="*/ 66 h 66"/>
                  <a:gd name="T2" fmla="*/ 38 w 38"/>
                  <a:gd name="T3" fmla="*/ 0 h 66"/>
                </a:gdLst>
                <a:ahLst/>
                <a:cxnLst>
                  <a:cxn ang="0">
                    <a:pos x="T0" y="T1"/>
                  </a:cxn>
                  <a:cxn ang="0">
                    <a:pos x="T2" y="T3"/>
                  </a:cxn>
                </a:cxnLst>
                <a:rect l="0" t="0" r="r" b="b"/>
                <a:pathLst>
                  <a:path w="38" h="66">
                    <a:moveTo>
                      <a:pt x="0" y="66"/>
                    </a:moveTo>
                    <a:cubicBezTo>
                      <a:pt x="0" y="66"/>
                      <a:pt x="38" y="26"/>
                      <a:pt x="38"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63" name="Freeform 50"/>
              <p:cNvSpPr>
                <a:spLocks/>
              </p:cNvSpPr>
              <p:nvPr/>
            </p:nvSpPr>
            <p:spPr bwMode="auto">
              <a:xfrm rot="10800000">
                <a:off x="2985607" y="2377097"/>
                <a:ext cx="35042" cy="61021"/>
              </a:xfrm>
              <a:custGeom>
                <a:avLst/>
                <a:gdLst>
                  <a:gd name="T0" fmla="*/ 0 w 38"/>
                  <a:gd name="T1" fmla="*/ 0 h 66"/>
                  <a:gd name="T2" fmla="*/ 38 w 38"/>
                  <a:gd name="T3" fmla="*/ 66 h 66"/>
                </a:gdLst>
                <a:ahLst/>
                <a:cxnLst>
                  <a:cxn ang="0">
                    <a:pos x="T0" y="T1"/>
                  </a:cxn>
                  <a:cxn ang="0">
                    <a:pos x="T2" y="T3"/>
                  </a:cxn>
                </a:cxnLst>
                <a:rect l="0" t="0" r="r" b="b"/>
                <a:pathLst>
                  <a:path w="38" h="66">
                    <a:moveTo>
                      <a:pt x="0" y="0"/>
                    </a:moveTo>
                    <a:cubicBezTo>
                      <a:pt x="0" y="0"/>
                      <a:pt x="38" y="40"/>
                      <a:pt x="38" y="6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64" name="Freeform 51"/>
              <p:cNvSpPr>
                <a:spLocks/>
              </p:cNvSpPr>
              <p:nvPr/>
            </p:nvSpPr>
            <p:spPr bwMode="auto">
              <a:xfrm rot="10800000">
                <a:off x="2902613" y="2096030"/>
                <a:ext cx="55329" cy="268122"/>
              </a:xfrm>
              <a:custGeom>
                <a:avLst/>
                <a:gdLst>
                  <a:gd name="T0" fmla="*/ 0 w 60"/>
                  <a:gd name="T1" fmla="*/ 290 h 290"/>
                  <a:gd name="T2" fmla="*/ 0 w 60"/>
                  <a:gd name="T3" fmla="*/ 0 h 290"/>
                </a:gdLst>
                <a:ahLst/>
                <a:cxnLst>
                  <a:cxn ang="0">
                    <a:pos x="T0" y="T1"/>
                  </a:cxn>
                  <a:cxn ang="0">
                    <a:pos x="T2" y="T3"/>
                  </a:cxn>
                </a:cxnLst>
                <a:rect l="0" t="0" r="r" b="b"/>
                <a:pathLst>
                  <a:path w="60" h="290">
                    <a:moveTo>
                      <a:pt x="0" y="290"/>
                    </a:moveTo>
                    <a:cubicBezTo>
                      <a:pt x="37" y="290"/>
                      <a:pt x="60" y="26"/>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65" name="Freeform 52"/>
              <p:cNvSpPr>
                <a:spLocks/>
              </p:cNvSpPr>
              <p:nvPr/>
            </p:nvSpPr>
            <p:spPr bwMode="auto">
              <a:xfrm rot="10800000">
                <a:off x="2957942" y="2071067"/>
                <a:ext cx="130946" cy="24963"/>
              </a:xfrm>
              <a:custGeom>
                <a:avLst/>
                <a:gdLst>
                  <a:gd name="T0" fmla="*/ 0 w 142"/>
                  <a:gd name="T1" fmla="*/ 27 h 27"/>
                  <a:gd name="T2" fmla="*/ 142 w 142"/>
                  <a:gd name="T3" fmla="*/ 0 h 27"/>
                </a:gdLst>
                <a:ahLst/>
                <a:cxnLst>
                  <a:cxn ang="0">
                    <a:pos x="T0" y="T1"/>
                  </a:cxn>
                  <a:cxn ang="0">
                    <a:pos x="T2" y="T3"/>
                  </a:cxn>
                </a:cxnLst>
                <a:rect l="0" t="0" r="r" b="b"/>
                <a:pathLst>
                  <a:path w="142" h="27">
                    <a:moveTo>
                      <a:pt x="0" y="27"/>
                    </a:moveTo>
                    <a:cubicBezTo>
                      <a:pt x="0" y="27"/>
                      <a:pt x="142" y="27"/>
                      <a:pt x="142"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66" name="Freeform 53"/>
              <p:cNvSpPr>
                <a:spLocks/>
              </p:cNvSpPr>
              <p:nvPr/>
            </p:nvSpPr>
            <p:spPr bwMode="auto">
              <a:xfrm rot="10800000">
                <a:off x="2957942" y="2364153"/>
                <a:ext cx="130946" cy="24963"/>
              </a:xfrm>
              <a:custGeom>
                <a:avLst/>
                <a:gdLst>
                  <a:gd name="T0" fmla="*/ 0 w 142"/>
                  <a:gd name="T1" fmla="*/ 0 h 27"/>
                  <a:gd name="T2" fmla="*/ 142 w 142"/>
                  <a:gd name="T3" fmla="*/ 27 h 27"/>
                </a:gdLst>
                <a:ahLst/>
                <a:cxnLst>
                  <a:cxn ang="0">
                    <a:pos x="T0" y="T1"/>
                  </a:cxn>
                  <a:cxn ang="0">
                    <a:pos x="T2" y="T3"/>
                  </a:cxn>
                </a:cxnLst>
                <a:rect l="0" t="0" r="r" b="b"/>
                <a:pathLst>
                  <a:path w="142" h="27">
                    <a:moveTo>
                      <a:pt x="0" y="0"/>
                    </a:moveTo>
                    <a:cubicBezTo>
                      <a:pt x="0" y="0"/>
                      <a:pt x="142" y="0"/>
                      <a:pt x="142" y="2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67" name="Freeform 57"/>
              <p:cNvSpPr>
                <a:spLocks/>
              </p:cNvSpPr>
              <p:nvPr/>
            </p:nvSpPr>
            <p:spPr bwMode="auto">
              <a:xfrm rot="10800000">
                <a:off x="2927443" y="2220453"/>
                <a:ext cx="13832" cy="24039"/>
              </a:xfrm>
              <a:custGeom>
                <a:avLst/>
                <a:gdLst>
                  <a:gd name="T0" fmla="*/ 7 w 15"/>
                  <a:gd name="T1" fmla="*/ 26 h 26"/>
                  <a:gd name="T2" fmla="*/ 0 w 15"/>
                  <a:gd name="T3" fmla="*/ 13 h 26"/>
                  <a:gd name="T4" fmla="*/ 7 w 15"/>
                  <a:gd name="T5" fmla="*/ 0 h 26"/>
                  <a:gd name="T6" fmla="*/ 15 w 15"/>
                  <a:gd name="T7" fmla="*/ 13 h 26"/>
                  <a:gd name="T8" fmla="*/ 7 w 15"/>
                  <a:gd name="T9" fmla="*/ 26 h 26"/>
                </a:gdLst>
                <a:ahLst/>
                <a:cxnLst>
                  <a:cxn ang="0">
                    <a:pos x="T0" y="T1"/>
                  </a:cxn>
                  <a:cxn ang="0">
                    <a:pos x="T2" y="T3"/>
                  </a:cxn>
                  <a:cxn ang="0">
                    <a:pos x="T4" y="T5"/>
                  </a:cxn>
                  <a:cxn ang="0">
                    <a:pos x="T6" y="T7"/>
                  </a:cxn>
                  <a:cxn ang="0">
                    <a:pos x="T8" y="T9"/>
                  </a:cxn>
                </a:cxnLst>
                <a:rect l="0" t="0" r="r" b="b"/>
                <a:pathLst>
                  <a:path w="15" h="26">
                    <a:moveTo>
                      <a:pt x="7" y="26"/>
                    </a:moveTo>
                    <a:cubicBezTo>
                      <a:pt x="0" y="26"/>
                      <a:pt x="0" y="20"/>
                      <a:pt x="0" y="13"/>
                    </a:cubicBezTo>
                    <a:cubicBezTo>
                      <a:pt x="0" y="6"/>
                      <a:pt x="0" y="0"/>
                      <a:pt x="7" y="0"/>
                    </a:cubicBezTo>
                    <a:cubicBezTo>
                      <a:pt x="7" y="0"/>
                      <a:pt x="15" y="6"/>
                      <a:pt x="15" y="13"/>
                    </a:cubicBezTo>
                    <a:cubicBezTo>
                      <a:pt x="15" y="20"/>
                      <a:pt x="7" y="26"/>
                      <a:pt x="7" y="2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68" name="Freeform 58"/>
              <p:cNvSpPr>
                <a:spLocks/>
              </p:cNvSpPr>
              <p:nvPr/>
            </p:nvSpPr>
            <p:spPr bwMode="auto">
              <a:xfrm rot="10800000">
                <a:off x="3282541" y="2083086"/>
                <a:ext cx="13832" cy="294010"/>
              </a:xfrm>
              <a:custGeom>
                <a:avLst/>
                <a:gdLst>
                  <a:gd name="T0" fmla="*/ 0 w 15"/>
                  <a:gd name="T1" fmla="*/ 318 h 318"/>
                  <a:gd name="T2" fmla="*/ 0 w 15"/>
                  <a:gd name="T3" fmla="*/ 0 h 318"/>
                </a:gdLst>
                <a:ahLst/>
                <a:cxnLst>
                  <a:cxn ang="0">
                    <a:pos x="T0" y="T1"/>
                  </a:cxn>
                  <a:cxn ang="0">
                    <a:pos x="T2" y="T3"/>
                  </a:cxn>
                </a:cxnLst>
                <a:rect l="0" t="0" r="r" b="b"/>
                <a:pathLst>
                  <a:path w="15" h="318">
                    <a:moveTo>
                      <a:pt x="0" y="318"/>
                    </a:moveTo>
                    <a:cubicBezTo>
                      <a:pt x="15" y="271"/>
                      <a:pt x="15" y="4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69" name="Freeform 59"/>
              <p:cNvSpPr>
                <a:spLocks/>
              </p:cNvSpPr>
              <p:nvPr/>
            </p:nvSpPr>
            <p:spPr bwMode="auto">
              <a:xfrm rot="10800000">
                <a:off x="3199547" y="1986008"/>
                <a:ext cx="588335" cy="110023"/>
              </a:xfrm>
              <a:custGeom>
                <a:avLst/>
                <a:gdLst>
                  <a:gd name="T0" fmla="*/ 638 w 638"/>
                  <a:gd name="T1" fmla="*/ 80 h 119"/>
                  <a:gd name="T2" fmla="*/ 0 w 638"/>
                  <a:gd name="T3" fmla="*/ 119 h 119"/>
                </a:gdLst>
                <a:ahLst/>
                <a:cxnLst>
                  <a:cxn ang="0">
                    <a:pos x="T0" y="T1"/>
                  </a:cxn>
                  <a:cxn ang="0">
                    <a:pos x="T2" y="T3"/>
                  </a:cxn>
                </a:cxnLst>
                <a:rect l="0" t="0" r="r" b="b"/>
                <a:pathLst>
                  <a:path w="638" h="119">
                    <a:moveTo>
                      <a:pt x="638" y="80"/>
                    </a:moveTo>
                    <a:cubicBezTo>
                      <a:pt x="518" y="14"/>
                      <a:pt x="0" y="0"/>
                      <a:pt x="0" y="11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70" name="Freeform 60"/>
              <p:cNvSpPr>
                <a:spLocks/>
              </p:cNvSpPr>
              <p:nvPr/>
            </p:nvSpPr>
            <p:spPr bwMode="auto">
              <a:xfrm rot="10800000">
                <a:off x="3193092" y="2361772"/>
                <a:ext cx="594791" cy="110023"/>
              </a:xfrm>
              <a:custGeom>
                <a:avLst/>
                <a:gdLst>
                  <a:gd name="T0" fmla="*/ 645 w 645"/>
                  <a:gd name="T1" fmla="*/ 39 h 119"/>
                  <a:gd name="T2" fmla="*/ 0 w 645"/>
                  <a:gd name="T3" fmla="*/ 0 h 119"/>
                </a:gdLst>
                <a:ahLst/>
                <a:cxnLst>
                  <a:cxn ang="0">
                    <a:pos x="T0" y="T1"/>
                  </a:cxn>
                  <a:cxn ang="0">
                    <a:pos x="T2" y="T3"/>
                  </a:cxn>
                </a:cxnLst>
                <a:rect l="0" t="0" r="r" b="b"/>
                <a:pathLst>
                  <a:path w="645" h="119">
                    <a:moveTo>
                      <a:pt x="645" y="39"/>
                    </a:moveTo>
                    <a:cubicBezTo>
                      <a:pt x="525" y="105"/>
                      <a:pt x="0" y="119"/>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71" name="Freeform 61"/>
              <p:cNvSpPr>
                <a:spLocks/>
              </p:cNvSpPr>
              <p:nvPr/>
            </p:nvSpPr>
            <p:spPr bwMode="auto">
              <a:xfrm rot="10800000">
                <a:off x="3199547" y="2010046"/>
                <a:ext cx="580958" cy="12019"/>
              </a:xfrm>
              <a:custGeom>
                <a:avLst/>
                <a:gdLst>
                  <a:gd name="T0" fmla="*/ 630 w 630"/>
                  <a:gd name="T1" fmla="*/ 0 h 13"/>
                  <a:gd name="T2" fmla="*/ 0 w 630"/>
                  <a:gd name="T3" fmla="*/ 13 h 13"/>
                </a:gdLst>
                <a:ahLst/>
                <a:cxnLst>
                  <a:cxn ang="0">
                    <a:pos x="T0" y="T1"/>
                  </a:cxn>
                  <a:cxn ang="0">
                    <a:pos x="T2" y="T3"/>
                  </a:cxn>
                </a:cxnLst>
                <a:rect l="0" t="0" r="r" b="b"/>
                <a:pathLst>
                  <a:path w="630" h="13">
                    <a:moveTo>
                      <a:pt x="630" y="0"/>
                    </a:moveTo>
                    <a:cubicBezTo>
                      <a:pt x="510" y="13"/>
                      <a:pt x="270" y="13"/>
                      <a:pt x="0" y="1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72" name="Freeform 62"/>
              <p:cNvSpPr>
                <a:spLocks/>
              </p:cNvSpPr>
              <p:nvPr/>
            </p:nvSpPr>
            <p:spPr bwMode="auto">
              <a:xfrm rot="10800000">
                <a:off x="3193092" y="2438117"/>
                <a:ext cx="580958" cy="12019"/>
              </a:xfrm>
              <a:custGeom>
                <a:avLst/>
                <a:gdLst>
                  <a:gd name="T0" fmla="*/ 630 w 630"/>
                  <a:gd name="T1" fmla="*/ 13 h 13"/>
                  <a:gd name="T2" fmla="*/ 0 w 630"/>
                  <a:gd name="T3" fmla="*/ 0 h 13"/>
                </a:gdLst>
                <a:ahLst/>
                <a:cxnLst>
                  <a:cxn ang="0">
                    <a:pos x="T0" y="T1"/>
                  </a:cxn>
                  <a:cxn ang="0">
                    <a:pos x="T2" y="T3"/>
                  </a:cxn>
                </a:cxnLst>
                <a:rect l="0" t="0" r="r" b="b"/>
                <a:pathLst>
                  <a:path w="630" h="13">
                    <a:moveTo>
                      <a:pt x="630" y="13"/>
                    </a:moveTo>
                    <a:cubicBezTo>
                      <a:pt x="510" y="0"/>
                      <a:pt x="270" y="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73" name="Freeform 63"/>
              <p:cNvSpPr>
                <a:spLocks/>
              </p:cNvSpPr>
              <p:nvPr/>
            </p:nvSpPr>
            <p:spPr bwMode="auto">
              <a:xfrm rot="10800000">
                <a:off x="3227212" y="2022066"/>
                <a:ext cx="525629" cy="61021"/>
              </a:xfrm>
              <a:custGeom>
                <a:avLst/>
                <a:gdLst>
                  <a:gd name="T0" fmla="*/ 570 w 570"/>
                  <a:gd name="T1" fmla="*/ 66 h 66"/>
                  <a:gd name="T2" fmla="*/ 0 w 570"/>
                  <a:gd name="T3" fmla="*/ 66 h 66"/>
                </a:gdLst>
                <a:ahLst/>
                <a:cxnLst>
                  <a:cxn ang="0">
                    <a:pos x="T0" y="T1"/>
                  </a:cxn>
                  <a:cxn ang="0">
                    <a:pos x="T2" y="T3"/>
                  </a:cxn>
                </a:cxnLst>
                <a:rect l="0" t="0" r="r" b="b"/>
                <a:pathLst>
                  <a:path w="570" h="66">
                    <a:moveTo>
                      <a:pt x="570" y="66"/>
                    </a:moveTo>
                    <a:cubicBezTo>
                      <a:pt x="420" y="0"/>
                      <a:pt x="37" y="26"/>
                      <a:pt x="0" y="6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74" name="Freeform 64"/>
              <p:cNvSpPr>
                <a:spLocks/>
              </p:cNvSpPr>
              <p:nvPr/>
            </p:nvSpPr>
            <p:spPr bwMode="auto">
              <a:xfrm rot="10800000">
                <a:off x="3227212" y="2022066"/>
                <a:ext cx="525629" cy="0"/>
              </a:xfrm>
              <a:custGeom>
                <a:avLst/>
                <a:gdLst>
                  <a:gd name="T0" fmla="*/ 570 w 570"/>
                  <a:gd name="T1" fmla="*/ 0 w 570"/>
                </a:gdLst>
                <a:ahLst/>
                <a:cxnLst>
                  <a:cxn ang="0">
                    <a:pos x="T0" y="0"/>
                  </a:cxn>
                  <a:cxn ang="0">
                    <a:pos x="T1" y="0"/>
                  </a:cxn>
                </a:cxnLst>
                <a:rect l="0" t="0" r="r" b="b"/>
                <a:pathLst>
                  <a:path w="570">
                    <a:moveTo>
                      <a:pt x="570" y="0"/>
                    </a:moveTo>
                    <a:cubicBezTo>
                      <a:pt x="360" y="0"/>
                      <a:pt x="90" y="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75" name="Freeform 65"/>
              <p:cNvSpPr>
                <a:spLocks/>
              </p:cNvSpPr>
              <p:nvPr/>
            </p:nvSpPr>
            <p:spPr bwMode="auto">
              <a:xfrm rot="10800000">
                <a:off x="3517691" y="2010046"/>
                <a:ext cx="21210" cy="49002"/>
              </a:xfrm>
              <a:custGeom>
                <a:avLst/>
                <a:gdLst>
                  <a:gd name="T0" fmla="*/ 23 w 23"/>
                  <a:gd name="T1" fmla="*/ 0 h 53"/>
                  <a:gd name="T2" fmla="*/ 0 w 23"/>
                  <a:gd name="T3" fmla="*/ 53 h 53"/>
                </a:gdLst>
                <a:ahLst/>
                <a:cxnLst>
                  <a:cxn ang="0">
                    <a:pos x="T0" y="T1"/>
                  </a:cxn>
                  <a:cxn ang="0">
                    <a:pos x="T2" y="T3"/>
                  </a:cxn>
                </a:cxnLst>
                <a:rect l="0" t="0" r="r" b="b"/>
                <a:pathLst>
                  <a:path w="23" h="53">
                    <a:moveTo>
                      <a:pt x="23" y="0"/>
                    </a:moveTo>
                    <a:cubicBezTo>
                      <a:pt x="15" y="13"/>
                      <a:pt x="0" y="40"/>
                      <a:pt x="0" y="5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76" name="Freeform 66"/>
              <p:cNvSpPr>
                <a:spLocks/>
              </p:cNvSpPr>
              <p:nvPr/>
            </p:nvSpPr>
            <p:spPr bwMode="auto">
              <a:xfrm rot="10800000">
                <a:off x="3483571" y="2010046"/>
                <a:ext cx="13832" cy="49002"/>
              </a:xfrm>
              <a:custGeom>
                <a:avLst/>
                <a:gdLst>
                  <a:gd name="T0" fmla="*/ 15 w 15"/>
                  <a:gd name="T1" fmla="*/ 0 h 53"/>
                  <a:gd name="T2" fmla="*/ 0 w 15"/>
                  <a:gd name="T3" fmla="*/ 53 h 53"/>
                </a:gdLst>
                <a:ahLst/>
                <a:cxnLst>
                  <a:cxn ang="0">
                    <a:pos x="T0" y="T1"/>
                  </a:cxn>
                  <a:cxn ang="0">
                    <a:pos x="T2" y="T3"/>
                  </a:cxn>
                </a:cxnLst>
                <a:rect l="0" t="0" r="r" b="b"/>
                <a:pathLst>
                  <a:path w="15" h="53">
                    <a:moveTo>
                      <a:pt x="15" y="0"/>
                    </a:moveTo>
                    <a:cubicBezTo>
                      <a:pt x="15" y="13"/>
                      <a:pt x="8" y="40"/>
                      <a:pt x="0" y="5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77" name="Freeform 67"/>
              <p:cNvSpPr>
                <a:spLocks/>
              </p:cNvSpPr>
              <p:nvPr/>
            </p:nvSpPr>
            <p:spPr bwMode="auto">
              <a:xfrm rot="10800000">
                <a:off x="3503858" y="1986008"/>
                <a:ext cx="27665" cy="73040"/>
              </a:xfrm>
              <a:custGeom>
                <a:avLst/>
                <a:gdLst>
                  <a:gd name="T0" fmla="*/ 30 w 30"/>
                  <a:gd name="T1" fmla="*/ 0 h 79"/>
                  <a:gd name="T2" fmla="*/ 0 w 30"/>
                  <a:gd name="T3" fmla="*/ 79 h 79"/>
                </a:gdLst>
                <a:ahLst/>
                <a:cxnLst>
                  <a:cxn ang="0">
                    <a:pos x="T0" y="T1"/>
                  </a:cxn>
                  <a:cxn ang="0">
                    <a:pos x="T2" y="T3"/>
                  </a:cxn>
                </a:cxnLst>
                <a:rect l="0" t="0" r="r" b="b"/>
                <a:pathLst>
                  <a:path w="30" h="79">
                    <a:moveTo>
                      <a:pt x="30" y="0"/>
                    </a:moveTo>
                    <a:cubicBezTo>
                      <a:pt x="22" y="26"/>
                      <a:pt x="7" y="66"/>
                      <a:pt x="0" y="7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78" name="Freeform 92"/>
              <p:cNvSpPr>
                <a:spLocks/>
              </p:cNvSpPr>
              <p:nvPr/>
            </p:nvSpPr>
            <p:spPr bwMode="auto">
              <a:xfrm rot="10800000">
                <a:off x="3234589" y="2374716"/>
                <a:ext cx="525629" cy="61021"/>
              </a:xfrm>
              <a:custGeom>
                <a:avLst/>
                <a:gdLst>
                  <a:gd name="T0" fmla="*/ 570 w 570"/>
                  <a:gd name="T1" fmla="*/ 0 h 66"/>
                  <a:gd name="T2" fmla="*/ 0 w 570"/>
                  <a:gd name="T3" fmla="*/ 0 h 66"/>
                </a:gdLst>
                <a:ahLst/>
                <a:cxnLst>
                  <a:cxn ang="0">
                    <a:pos x="T0" y="T1"/>
                  </a:cxn>
                  <a:cxn ang="0">
                    <a:pos x="T2" y="T3"/>
                  </a:cxn>
                </a:cxnLst>
                <a:rect l="0" t="0" r="r" b="b"/>
                <a:pathLst>
                  <a:path w="570" h="66">
                    <a:moveTo>
                      <a:pt x="570" y="0"/>
                    </a:moveTo>
                    <a:cubicBezTo>
                      <a:pt x="420" y="66"/>
                      <a:pt x="38" y="3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79" name="Freeform 93"/>
              <p:cNvSpPr>
                <a:spLocks/>
              </p:cNvSpPr>
              <p:nvPr/>
            </p:nvSpPr>
            <p:spPr bwMode="auto">
              <a:xfrm rot="10800000">
                <a:off x="3234589" y="2438117"/>
                <a:ext cx="525629" cy="0"/>
              </a:xfrm>
              <a:custGeom>
                <a:avLst/>
                <a:gdLst>
                  <a:gd name="T0" fmla="*/ 570 w 570"/>
                  <a:gd name="T1" fmla="*/ 0 w 570"/>
                </a:gdLst>
                <a:ahLst/>
                <a:cxnLst>
                  <a:cxn ang="0">
                    <a:pos x="T0" y="0"/>
                  </a:cxn>
                  <a:cxn ang="0">
                    <a:pos x="T1" y="0"/>
                  </a:cxn>
                </a:cxnLst>
                <a:rect l="0" t="0" r="r" b="b"/>
                <a:pathLst>
                  <a:path w="570">
                    <a:moveTo>
                      <a:pt x="570" y="0"/>
                    </a:moveTo>
                    <a:cubicBezTo>
                      <a:pt x="360" y="0"/>
                      <a:pt x="90" y="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80" name="Freeform 94"/>
              <p:cNvSpPr>
                <a:spLocks/>
              </p:cNvSpPr>
              <p:nvPr/>
            </p:nvSpPr>
            <p:spPr bwMode="auto">
              <a:xfrm rot="10800000">
                <a:off x="3525068" y="2401135"/>
                <a:ext cx="20287" cy="49002"/>
              </a:xfrm>
              <a:custGeom>
                <a:avLst/>
                <a:gdLst>
                  <a:gd name="T0" fmla="*/ 22 w 22"/>
                  <a:gd name="T1" fmla="*/ 53 h 53"/>
                  <a:gd name="T2" fmla="*/ 0 w 22"/>
                  <a:gd name="T3" fmla="*/ 0 h 53"/>
                </a:gdLst>
                <a:ahLst/>
                <a:cxnLst>
                  <a:cxn ang="0">
                    <a:pos x="T0" y="T1"/>
                  </a:cxn>
                  <a:cxn ang="0">
                    <a:pos x="T2" y="T3"/>
                  </a:cxn>
                </a:cxnLst>
                <a:rect l="0" t="0" r="r" b="b"/>
                <a:pathLst>
                  <a:path w="22" h="53">
                    <a:moveTo>
                      <a:pt x="22" y="53"/>
                    </a:moveTo>
                    <a:cubicBezTo>
                      <a:pt x="15" y="33"/>
                      <a:pt x="0" y="1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81" name="Freeform 95"/>
              <p:cNvSpPr>
                <a:spLocks/>
              </p:cNvSpPr>
              <p:nvPr/>
            </p:nvSpPr>
            <p:spPr bwMode="auto">
              <a:xfrm rot="10800000">
                <a:off x="3490026" y="2401135"/>
                <a:ext cx="13832" cy="49002"/>
              </a:xfrm>
              <a:custGeom>
                <a:avLst/>
                <a:gdLst>
                  <a:gd name="T0" fmla="*/ 15 w 15"/>
                  <a:gd name="T1" fmla="*/ 53 h 53"/>
                  <a:gd name="T2" fmla="*/ 0 w 15"/>
                  <a:gd name="T3" fmla="*/ 0 h 53"/>
                </a:gdLst>
                <a:ahLst/>
                <a:cxnLst>
                  <a:cxn ang="0">
                    <a:pos x="T0" y="T1"/>
                  </a:cxn>
                  <a:cxn ang="0">
                    <a:pos x="T2" y="T3"/>
                  </a:cxn>
                </a:cxnLst>
                <a:rect l="0" t="0" r="r" b="b"/>
                <a:pathLst>
                  <a:path w="15" h="53">
                    <a:moveTo>
                      <a:pt x="15" y="53"/>
                    </a:moveTo>
                    <a:cubicBezTo>
                      <a:pt x="15" y="33"/>
                      <a:pt x="7" y="1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82" name="Freeform 96"/>
              <p:cNvSpPr>
                <a:spLocks/>
              </p:cNvSpPr>
              <p:nvPr/>
            </p:nvSpPr>
            <p:spPr bwMode="auto">
              <a:xfrm rot="10800000">
                <a:off x="3508855" y="2401504"/>
                <a:ext cx="27665" cy="72000"/>
              </a:xfrm>
              <a:custGeom>
                <a:avLst/>
                <a:gdLst>
                  <a:gd name="T0" fmla="*/ 30 w 30"/>
                  <a:gd name="T1" fmla="*/ 86 h 86"/>
                  <a:gd name="T2" fmla="*/ 0 w 30"/>
                  <a:gd name="T3" fmla="*/ 0 h 86"/>
                </a:gdLst>
                <a:ahLst/>
                <a:cxnLst>
                  <a:cxn ang="0">
                    <a:pos x="T0" y="T1"/>
                  </a:cxn>
                  <a:cxn ang="0">
                    <a:pos x="T2" y="T3"/>
                  </a:cxn>
                </a:cxnLst>
                <a:rect l="0" t="0" r="r" b="b"/>
                <a:pathLst>
                  <a:path w="30" h="86">
                    <a:moveTo>
                      <a:pt x="30" y="86"/>
                    </a:moveTo>
                    <a:cubicBezTo>
                      <a:pt x="23" y="60"/>
                      <a:pt x="8" y="1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83" name="Freeform 121"/>
              <p:cNvSpPr>
                <a:spLocks/>
              </p:cNvSpPr>
              <p:nvPr/>
            </p:nvSpPr>
            <p:spPr bwMode="auto">
              <a:xfrm rot="10800000">
                <a:off x="3586852" y="2035009"/>
                <a:ext cx="193653" cy="36058"/>
              </a:xfrm>
              <a:custGeom>
                <a:avLst/>
                <a:gdLst>
                  <a:gd name="T0" fmla="*/ 0 w 210"/>
                  <a:gd name="T1" fmla="*/ 39 h 39"/>
                  <a:gd name="T2" fmla="*/ 210 w 210"/>
                  <a:gd name="T3" fmla="*/ 0 h 39"/>
                </a:gdLst>
                <a:ahLst/>
                <a:cxnLst>
                  <a:cxn ang="0">
                    <a:pos x="T0" y="T1"/>
                  </a:cxn>
                  <a:cxn ang="0">
                    <a:pos x="T2" y="T3"/>
                  </a:cxn>
                </a:cxnLst>
                <a:rect l="0" t="0" r="r" b="b"/>
                <a:pathLst>
                  <a:path w="210" h="39">
                    <a:moveTo>
                      <a:pt x="0" y="39"/>
                    </a:moveTo>
                    <a:cubicBezTo>
                      <a:pt x="60" y="26"/>
                      <a:pt x="150" y="0"/>
                      <a:pt x="21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84" name="Freeform 122"/>
              <p:cNvSpPr>
                <a:spLocks/>
              </p:cNvSpPr>
              <p:nvPr/>
            </p:nvSpPr>
            <p:spPr bwMode="auto">
              <a:xfrm rot="10800000">
                <a:off x="3586852" y="2389116"/>
                <a:ext cx="193653" cy="36058"/>
              </a:xfrm>
              <a:custGeom>
                <a:avLst/>
                <a:gdLst>
                  <a:gd name="T0" fmla="*/ 0 w 210"/>
                  <a:gd name="T1" fmla="*/ 0 h 39"/>
                  <a:gd name="T2" fmla="*/ 210 w 210"/>
                  <a:gd name="T3" fmla="*/ 39 h 39"/>
                </a:gdLst>
                <a:ahLst/>
                <a:cxnLst>
                  <a:cxn ang="0">
                    <a:pos x="T0" y="T1"/>
                  </a:cxn>
                  <a:cxn ang="0">
                    <a:pos x="T2" y="T3"/>
                  </a:cxn>
                </a:cxnLst>
                <a:rect l="0" t="0" r="r" b="b"/>
                <a:pathLst>
                  <a:path w="210" h="39">
                    <a:moveTo>
                      <a:pt x="0" y="0"/>
                    </a:moveTo>
                    <a:cubicBezTo>
                      <a:pt x="60" y="13"/>
                      <a:pt x="150" y="39"/>
                      <a:pt x="210" y="3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85" name="Freeform 123"/>
              <p:cNvSpPr>
                <a:spLocks/>
              </p:cNvSpPr>
              <p:nvPr/>
            </p:nvSpPr>
            <p:spPr bwMode="auto">
              <a:xfrm rot="10800000">
                <a:off x="3711343" y="1949025"/>
                <a:ext cx="41497" cy="55474"/>
              </a:xfrm>
              <a:custGeom>
                <a:avLst/>
                <a:gdLst>
                  <a:gd name="T0" fmla="*/ 45 w 45"/>
                  <a:gd name="T1" fmla="*/ 53 h 60"/>
                  <a:gd name="T2" fmla="*/ 0 w 45"/>
                  <a:gd name="T3" fmla="*/ 0 h 60"/>
                </a:gdLst>
                <a:ahLst/>
                <a:cxnLst>
                  <a:cxn ang="0">
                    <a:pos x="T0" y="T1"/>
                  </a:cxn>
                  <a:cxn ang="0">
                    <a:pos x="T2" y="T3"/>
                  </a:cxn>
                </a:cxnLst>
                <a:rect l="0" t="0" r="r" b="b"/>
                <a:pathLst>
                  <a:path w="45" h="60">
                    <a:moveTo>
                      <a:pt x="45" y="53"/>
                    </a:moveTo>
                    <a:cubicBezTo>
                      <a:pt x="30" y="60"/>
                      <a:pt x="7" y="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86" name="Freeform 124"/>
              <p:cNvSpPr>
                <a:spLocks/>
              </p:cNvSpPr>
              <p:nvPr/>
            </p:nvSpPr>
            <p:spPr bwMode="auto">
              <a:xfrm rot="10800000">
                <a:off x="3711343" y="1955497"/>
                <a:ext cx="41497" cy="73040"/>
              </a:xfrm>
              <a:custGeom>
                <a:avLst/>
                <a:gdLst>
                  <a:gd name="T0" fmla="*/ 0 w 45"/>
                  <a:gd name="T1" fmla="*/ 26 h 79"/>
                  <a:gd name="T2" fmla="*/ 45 w 45"/>
                  <a:gd name="T3" fmla="*/ 79 h 79"/>
                </a:gdLst>
                <a:ahLst/>
                <a:cxnLst>
                  <a:cxn ang="0">
                    <a:pos x="T0" y="T1"/>
                  </a:cxn>
                  <a:cxn ang="0">
                    <a:pos x="T2" y="T3"/>
                  </a:cxn>
                </a:cxnLst>
                <a:rect l="0" t="0" r="r" b="b"/>
                <a:pathLst>
                  <a:path w="45" h="79">
                    <a:moveTo>
                      <a:pt x="0" y="26"/>
                    </a:moveTo>
                    <a:cubicBezTo>
                      <a:pt x="30" y="0"/>
                      <a:pt x="45" y="73"/>
                      <a:pt x="45" y="7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87" name="Freeform 125"/>
              <p:cNvSpPr>
                <a:spLocks/>
              </p:cNvSpPr>
              <p:nvPr/>
            </p:nvSpPr>
            <p:spPr bwMode="auto">
              <a:xfrm rot="10800000">
                <a:off x="3697511" y="1955497"/>
                <a:ext cx="41497" cy="73040"/>
              </a:xfrm>
              <a:custGeom>
                <a:avLst/>
                <a:gdLst>
                  <a:gd name="T0" fmla="*/ 0 w 45"/>
                  <a:gd name="T1" fmla="*/ 13 h 79"/>
                  <a:gd name="T2" fmla="*/ 30 w 45"/>
                  <a:gd name="T3" fmla="*/ 79 h 79"/>
                </a:gdLst>
                <a:ahLst/>
                <a:cxnLst>
                  <a:cxn ang="0">
                    <a:pos x="T0" y="T1"/>
                  </a:cxn>
                  <a:cxn ang="0">
                    <a:pos x="T2" y="T3"/>
                  </a:cxn>
                </a:cxnLst>
                <a:rect l="0" t="0" r="r" b="b"/>
                <a:pathLst>
                  <a:path w="45" h="79">
                    <a:moveTo>
                      <a:pt x="0" y="13"/>
                    </a:moveTo>
                    <a:cubicBezTo>
                      <a:pt x="15" y="0"/>
                      <a:pt x="45" y="79"/>
                      <a:pt x="30" y="7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88" name="Freeform 126"/>
              <p:cNvSpPr>
                <a:spLocks/>
              </p:cNvSpPr>
              <p:nvPr/>
            </p:nvSpPr>
            <p:spPr bwMode="auto">
              <a:xfrm rot="10800000">
                <a:off x="3711343" y="2450137"/>
                <a:ext cx="41497" cy="61021"/>
              </a:xfrm>
              <a:custGeom>
                <a:avLst/>
                <a:gdLst>
                  <a:gd name="T0" fmla="*/ 45 w 45"/>
                  <a:gd name="T1" fmla="*/ 13 h 66"/>
                  <a:gd name="T2" fmla="*/ 0 w 45"/>
                  <a:gd name="T3" fmla="*/ 66 h 66"/>
                </a:gdLst>
                <a:ahLst/>
                <a:cxnLst>
                  <a:cxn ang="0">
                    <a:pos x="T0" y="T1"/>
                  </a:cxn>
                  <a:cxn ang="0">
                    <a:pos x="T2" y="T3"/>
                  </a:cxn>
                </a:cxnLst>
                <a:rect l="0" t="0" r="r" b="b"/>
                <a:pathLst>
                  <a:path w="45" h="66">
                    <a:moveTo>
                      <a:pt x="45" y="13"/>
                    </a:moveTo>
                    <a:cubicBezTo>
                      <a:pt x="30" y="0"/>
                      <a:pt x="7" y="66"/>
                      <a:pt x="0" y="6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89" name="Freeform 127"/>
              <p:cNvSpPr>
                <a:spLocks/>
              </p:cNvSpPr>
              <p:nvPr/>
            </p:nvSpPr>
            <p:spPr bwMode="auto">
              <a:xfrm rot="10800000">
                <a:off x="3711343" y="2425174"/>
                <a:ext cx="41497" cy="73965"/>
              </a:xfrm>
              <a:custGeom>
                <a:avLst/>
                <a:gdLst>
                  <a:gd name="T0" fmla="*/ 0 w 45"/>
                  <a:gd name="T1" fmla="*/ 53 h 80"/>
                  <a:gd name="T2" fmla="*/ 45 w 45"/>
                  <a:gd name="T3" fmla="*/ 0 h 80"/>
                </a:gdLst>
                <a:ahLst/>
                <a:cxnLst>
                  <a:cxn ang="0">
                    <a:pos x="T0" y="T1"/>
                  </a:cxn>
                  <a:cxn ang="0">
                    <a:pos x="T2" y="T3"/>
                  </a:cxn>
                </a:cxnLst>
                <a:rect l="0" t="0" r="r" b="b"/>
                <a:pathLst>
                  <a:path w="45" h="80">
                    <a:moveTo>
                      <a:pt x="0" y="53"/>
                    </a:moveTo>
                    <a:cubicBezTo>
                      <a:pt x="30" y="80"/>
                      <a:pt x="45" y="0"/>
                      <a:pt x="4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90" name="Freeform 128"/>
              <p:cNvSpPr>
                <a:spLocks/>
              </p:cNvSpPr>
              <p:nvPr/>
            </p:nvSpPr>
            <p:spPr bwMode="auto">
              <a:xfrm rot="10800000">
                <a:off x="3697511" y="2425174"/>
                <a:ext cx="41497" cy="73965"/>
              </a:xfrm>
              <a:custGeom>
                <a:avLst/>
                <a:gdLst>
                  <a:gd name="T0" fmla="*/ 0 w 45"/>
                  <a:gd name="T1" fmla="*/ 60 h 80"/>
                  <a:gd name="T2" fmla="*/ 30 w 45"/>
                  <a:gd name="T3" fmla="*/ 0 h 80"/>
                </a:gdLst>
                <a:ahLst/>
                <a:cxnLst>
                  <a:cxn ang="0">
                    <a:pos x="T0" y="T1"/>
                  </a:cxn>
                  <a:cxn ang="0">
                    <a:pos x="T2" y="T3"/>
                  </a:cxn>
                </a:cxnLst>
                <a:rect l="0" t="0" r="r" b="b"/>
                <a:pathLst>
                  <a:path w="45" h="80">
                    <a:moveTo>
                      <a:pt x="0" y="60"/>
                    </a:moveTo>
                    <a:cubicBezTo>
                      <a:pt x="15" y="80"/>
                      <a:pt x="45" y="0"/>
                      <a:pt x="3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91" name="Rectangle 69"/>
              <p:cNvSpPr>
                <a:spLocks noChangeArrowheads="1"/>
              </p:cNvSpPr>
              <p:nvPr/>
            </p:nvSpPr>
            <p:spPr bwMode="auto">
              <a:xfrm rot="10800000">
                <a:off x="3535015" y="2458808"/>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92" name="Rectangle 69"/>
              <p:cNvSpPr>
                <a:spLocks noChangeArrowheads="1"/>
              </p:cNvSpPr>
              <p:nvPr/>
            </p:nvSpPr>
            <p:spPr bwMode="auto">
              <a:xfrm rot="10800000">
                <a:off x="3562940" y="2458808"/>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93" name="Rectangle 69"/>
              <p:cNvSpPr>
                <a:spLocks noChangeArrowheads="1"/>
              </p:cNvSpPr>
              <p:nvPr/>
            </p:nvSpPr>
            <p:spPr bwMode="auto">
              <a:xfrm rot="10800000">
                <a:off x="3535031" y="1987386"/>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94" name="Rectangle 69"/>
              <p:cNvSpPr>
                <a:spLocks noChangeArrowheads="1"/>
              </p:cNvSpPr>
              <p:nvPr/>
            </p:nvSpPr>
            <p:spPr bwMode="auto">
              <a:xfrm rot="10800000">
                <a:off x="3562956" y="1987386"/>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95" name="Rectangle 69"/>
              <p:cNvSpPr>
                <a:spLocks noChangeArrowheads="1"/>
              </p:cNvSpPr>
              <p:nvPr/>
            </p:nvSpPr>
            <p:spPr bwMode="auto">
              <a:xfrm rot="10800000">
                <a:off x="3282645" y="2454062"/>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96" name="Rectangle 69"/>
              <p:cNvSpPr>
                <a:spLocks noChangeArrowheads="1"/>
              </p:cNvSpPr>
              <p:nvPr/>
            </p:nvSpPr>
            <p:spPr bwMode="auto">
              <a:xfrm rot="10800000">
                <a:off x="3310570" y="2454062"/>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97" name="Rectangle 69"/>
              <p:cNvSpPr>
                <a:spLocks noChangeArrowheads="1"/>
              </p:cNvSpPr>
              <p:nvPr/>
            </p:nvSpPr>
            <p:spPr bwMode="auto">
              <a:xfrm rot="10800000">
                <a:off x="3282661" y="1992164"/>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98" name="Rectangle 69"/>
              <p:cNvSpPr>
                <a:spLocks noChangeArrowheads="1"/>
              </p:cNvSpPr>
              <p:nvPr/>
            </p:nvSpPr>
            <p:spPr bwMode="auto">
              <a:xfrm rot="10800000">
                <a:off x="3310586" y="1992164"/>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grpSp>
        <p:grpSp>
          <p:nvGrpSpPr>
            <p:cNvPr id="235" name="组合 234"/>
            <p:cNvGrpSpPr/>
            <p:nvPr/>
          </p:nvGrpSpPr>
          <p:grpSpPr>
            <a:xfrm rot="10800000">
              <a:off x="2178295" y="1701032"/>
              <a:ext cx="754621" cy="297837"/>
              <a:chOff x="142014" y="3553987"/>
              <a:chExt cx="1320528" cy="562133"/>
            </a:xfrm>
          </p:grpSpPr>
          <p:sp>
            <p:nvSpPr>
              <p:cNvPr id="555" name="Freeform 5"/>
              <p:cNvSpPr>
                <a:spLocks/>
              </p:cNvSpPr>
              <p:nvPr/>
            </p:nvSpPr>
            <p:spPr bwMode="auto">
              <a:xfrm rot="10800000">
                <a:off x="1296554" y="3602989"/>
                <a:ext cx="165988" cy="464129"/>
              </a:xfrm>
              <a:custGeom>
                <a:avLst/>
                <a:gdLst>
                  <a:gd name="T0" fmla="*/ 180 w 180"/>
                  <a:gd name="T1" fmla="*/ 502 h 502"/>
                  <a:gd name="T2" fmla="*/ 180 w 180"/>
                  <a:gd name="T3" fmla="*/ 0 h 502"/>
                </a:gdLst>
                <a:ahLst/>
                <a:cxnLst>
                  <a:cxn ang="0">
                    <a:pos x="T0" y="T1"/>
                  </a:cxn>
                  <a:cxn ang="0">
                    <a:pos x="T2" y="T3"/>
                  </a:cxn>
                </a:cxnLst>
                <a:rect l="0" t="0" r="r" b="b"/>
                <a:pathLst>
                  <a:path w="180" h="502">
                    <a:moveTo>
                      <a:pt x="180" y="502"/>
                    </a:moveTo>
                    <a:cubicBezTo>
                      <a:pt x="15" y="396"/>
                      <a:pt x="0" y="132"/>
                      <a:pt x="18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56" name="Freeform 6"/>
              <p:cNvSpPr>
                <a:spLocks/>
              </p:cNvSpPr>
              <p:nvPr/>
            </p:nvSpPr>
            <p:spPr bwMode="auto">
              <a:xfrm rot="10800000">
                <a:off x="1102901" y="3578950"/>
                <a:ext cx="193653" cy="24039"/>
              </a:xfrm>
              <a:custGeom>
                <a:avLst/>
                <a:gdLst>
                  <a:gd name="T0" fmla="*/ 0 w 210"/>
                  <a:gd name="T1" fmla="*/ 0 h 26"/>
                  <a:gd name="T2" fmla="*/ 210 w 210"/>
                  <a:gd name="T3" fmla="*/ 13 h 26"/>
                </a:gdLst>
                <a:ahLst/>
                <a:cxnLst>
                  <a:cxn ang="0">
                    <a:pos x="T0" y="T1"/>
                  </a:cxn>
                  <a:cxn ang="0">
                    <a:pos x="T2" y="T3"/>
                  </a:cxn>
                </a:cxnLst>
                <a:rect l="0" t="0" r="r" b="b"/>
                <a:pathLst>
                  <a:path w="210" h="26">
                    <a:moveTo>
                      <a:pt x="0" y="0"/>
                    </a:moveTo>
                    <a:cubicBezTo>
                      <a:pt x="105" y="26"/>
                      <a:pt x="165" y="13"/>
                      <a:pt x="210" y="1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57" name="Freeform 7"/>
              <p:cNvSpPr>
                <a:spLocks/>
              </p:cNvSpPr>
              <p:nvPr/>
            </p:nvSpPr>
            <p:spPr bwMode="auto">
              <a:xfrm rot="10800000">
                <a:off x="1372170" y="3725031"/>
                <a:ext cx="48874" cy="220045"/>
              </a:xfrm>
              <a:custGeom>
                <a:avLst/>
                <a:gdLst>
                  <a:gd name="T0" fmla="*/ 53 w 53"/>
                  <a:gd name="T1" fmla="*/ 238 h 238"/>
                  <a:gd name="T2" fmla="*/ 53 w 53"/>
                  <a:gd name="T3" fmla="*/ 0 h 238"/>
                </a:gdLst>
                <a:ahLst/>
                <a:cxnLst>
                  <a:cxn ang="0">
                    <a:pos x="T0" y="T1"/>
                  </a:cxn>
                  <a:cxn ang="0">
                    <a:pos x="T2" y="T3"/>
                  </a:cxn>
                </a:cxnLst>
                <a:rect l="0" t="0" r="r" b="b"/>
                <a:pathLst>
                  <a:path w="53" h="238">
                    <a:moveTo>
                      <a:pt x="53" y="238"/>
                    </a:moveTo>
                    <a:cubicBezTo>
                      <a:pt x="0" y="185"/>
                      <a:pt x="0" y="79"/>
                      <a:pt x="53"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58" name="Freeform 8"/>
              <p:cNvSpPr>
                <a:spLocks/>
              </p:cNvSpPr>
              <p:nvPr/>
            </p:nvSpPr>
            <p:spPr bwMode="auto">
              <a:xfrm rot="10800000">
                <a:off x="1282721" y="3615008"/>
                <a:ext cx="110659" cy="122042"/>
              </a:xfrm>
              <a:custGeom>
                <a:avLst/>
                <a:gdLst>
                  <a:gd name="T0" fmla="*/ 48 w 256"/>
                  <a:gd name="T1" fmla="*/ 32 h 320"/>
                  <a:gd name="T2" fmla="*/ 96 w 256"/>
                  <a:gd name="T3" fmla="*/ 160 h 320"/>
                  <a:gd name="T4" fmla="*/ 176 w 256"/>
                  <a:gd name="T5" fmla="*/ 272 h 320"/>
                  <a:gd name="T6" fmla="*/ 192 w 256"/>
                  <a:gd name="T7" fmla="*/ 208 h 320"/>
                  <a:gd name="T8" fmla="*/ 96 w 256"/>
                  <a:gd name="T9" fmla="*/ 64 h 320"/>
                  <a:gd name="T10" fmla="*/ 48 w 256"/>
                  <a:gd name="T11" fmla="*/ 32 h 320"/>
                </a:gdLst>
                <a:ahLst/>
                <a:cxnLst>
                  <a:cxn ang="0">
                    <a:pos x="T0" y="T1"/>
                  </a:cxn>
                  <a:cxn ang="0">
                    <a:pos x="T2" y="T3"/>
                  </a:cxn>
                  <a:cxn ang="0">
                    <a:pos x="T4" y="T5"/>
                  </a:cxn>
                  <a:cxn ang="0">
                    <a:pos x="T6" y="T7"/>
                  </a:cxn>
                  <a:cxn ang="0">
                    <a:pos x="T8" y="T9"/>
                  </a:cxn>
                  <a:cxn ang="0">
                    <a:pos x="T10" y="T11"/>
                  </a:cxn>
                </a:cxnLst>
                <a:rect l="0" t="0" r="r" b="b"/>
                <a:pathLst>
                  <a:path w="256" h="320">
                    <a:moveTo>
                      <a:pt x="48" y="32"/>
                    </a:moveTo>
                    <a:cubicBezTo>
                      <a:pt x="0" y="0"/>
                      <a:pt x="80" y="128"/>
                      <a:pt x="96" y="160"/>
                    </a:cubicBezTo>
                    <a:cubicBezTo>
                      <a:pt x="96" y="208"/>
                      <a:pt x="144" y="256"/>
                      <a:pt x="176" y="272"/>
                    </a:cubicBezTo>
                    <a:cubicBezTo>
                      <a:pt x="256" y="320"/>
                      <a:pt x="208" y="224"/>
                      <a:pt x="192" y="208"/>
                    </a:cubicBezTo>
                    <a:cubicBezTo>
                      <a:pt x="160" y="160"/>
                      <a:pt x="128" y="112"/>
                      <a:pt x="96" y="64"/>
                    </a:cubicBezTo>
                    <a:cubicBezTo>
                      <a:pt x="80" y="48"/>
                      <a:pt x="64" y="48"/>
                      <a:pt x="48" y="32"/>
                    </a:cubicBezTo>
                  </a:path>
                </a:pathLst>
              </a:custGeom>
              <a:solidFill>
                <a:srgbClr val="FFFFFF"/>
              </a:solidFill>
              <a:ln w="3175">
                <a:solidFill>
                  <a:schemeClr val="tx1"/>
                </a:solidFill>
                <a:prstDash val="solid"/>
                <a:round/>
                <a:headEnd/>
                <a:tailEnd/>
              </a:ln>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59" name="Freeform 9"/>
              <p:cNvSpPr>
                <a:spLocks/>
              </p:cNvSpPr>
              <p:nvPr/>
            </p:nvSpPr>
            <p:spPr bwMode="auto">
              <a:xfrm rot="10800000">
                <a:off x="1282721" y="3615008"/>
                <a:ext cx="110659" cy="122042"/>
              </a:xfrm>
              <a:custGeom>
                <a:avLst/>
                <a:gdLst>
                  <a:gd name="T0" fmla="*/ 23 w 120"/>
                  <a:gd name="T1" fmla="*/ 13 h 132"/>
                  <a:gd name="T2" fmla="*/ 45 w 120"/>
                  <a:gd name="T3" fmla="*/ 66 h 132"/>
                  <a:gd name="T4" fmla="*/ 82 w 120"/>
                  <a:gd name="T5" fmla="*/ 112 h 132"/>
                  <a:gd name="T6" fmla="*/ 90 w 120"/>
                  <a:gd name="T7" fmla="*/ 86 h 132"/>
                  <a:gd name="T8" fmla="*/ 45 w 120"/>
                  <a:gd name="T9" fmla="*/ 26 h 132"/>
                  <a:gd name="T10" fmla="*/ 23 w 120"/>
                  <a:gd name="T11" fmla="*/ 13 h 132"/>
                </a:gdLst>
                <a:ahLst/>
                <a:cxnLst>
                  <a:cxn ang="0">
                    <a:pos x="T0" y="T1"/>
                  </a:cxn>
                  <a:cxn ang="0">
                    <a:pos x="T2" y="T3"/>
                  </a:cxn>
                  <a:cxn ang="0">
                    <a:pos x="T4" y="T5"/>
                  </a:cxn>
                  <a:cxn ang="0">
                    <a:pos x="T6" y="T7"/>
                  </a:cxn>
                  <a:cxn ang="0">
                    <a:pos x="T8" y="T9"/>
                  </a:cxn>
                  <a:cxn ang="0">
                    <a:pos x="T10" y="T11"/>
                  </a:cxn>
                </a:cxnLst>
                <a:rect l="0" t="0" r="r" b="b"/>
                <a:pathLst>
                  <a:path w="120" h="132">
                    <a:moveTo>
                      <a:pt x="23" y="13"/>
                    </a:moveTo>
                    <a:cubicBezTo>
                      <a:pt x="0" y="0"/>
                      <a:pt x="38" y="53"/>
                      <a:pt x="45" y="66"/>
                    </a:cubicBezTo>
                    <a:cubicBezTo>
                      <a:pt x="45" y="86"/>
                      <a:pt x="68" y="105"/>
                      <a:pt x="82" y="112"/>
                    </a:cubicBezTo>
                    <a:cubicBezTo>
                      <a:pt x="120" y="132"/>
                      <a:pt x="97" y="92"/>
                      <a:pt x="90" y="86"/>
                    </a:cubicBezTo>
                    <a:cubicBezTo>
                      <a:pt x="75" y="66"/>
                      <a:pt x="60" y="46"/>
                      <a:pt x="45" y="26"/>
                    </a:cubicBezTo>
                    <a:cubicBezTo>
                      <a:pt x="38" y="19"/>
                      <a:pt x="30" y="19"/>
                      <a:pt x="23" y="1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60" name="Freeform 10"/>
              <p:cNvSpPr>
                <a:spLocks/>
              </p:cNvSpPr>
              <p:nvPr/>
            </p:nvSpPr>
            <p:spPr bwMode="auto">
              <a:xfrm rot="10800000">
                <a:off x="1282721" y="3933057"/>
                <a:ext cx="110659" cy="122042"/>
              </a:xfrm>
              <a:custGeom>
                <a:avLst/>
                <a:gdLst>
                  <a:gd name="T0" fmla="*/ 48 w 256"/>
                  <a:gd name="T1" fmla="*/ 304 h 320"/>
                  <a:gd name="T2" fmla="*/ 96 w 256"/>
                  <a:gd name="T3" fmla="*/ 160 h 320"/>
                  <a:gd name="T4" fmla="*/ 176 w 256"/>
                  <a:gd name="T5" fmla="*/ 64 h 320"/>
                  <a:gd name="T6" fmla="*/ 192 w 256"/>
                  <a:gd name="T7" fmla="*/ 128 h 320"/>
                  <a:gd name="T8" fmla="*/ 96 w 256"/>
                  <a:gd name="T9" fmla="*/ 256 h 320"/>
                  <a:gd name="T10" fmla="*/ 48 w 256"/>
                  <a:gd name="T11" fmla="*/ 304 h 320"/>
                </a:gdLst>
                <a:ahLst/>
                <a:cxnLst>
                  <a:cxn ang="0">
                    <a:pos x="T0" y="T1"/>
                  </a:cxn>
                  <a:cxn ang="0">
                    <a:pos x="T2" y="T3"/>
                  </a:cxn>
                  <a:cxn ang="0">
                    <a:pos x="T4" y="T5"/>
                  </a:cxn>
                  <a:cxn ang="0">
                    <a:pos x="T6" y="T7"/>
                  </a:cxn>
                  <a:cxn ang="0">
                    <a:pos x="T8" y="T9"/>
                  </a:cxn>
                  <a:cxn ang="0">
                    <a:pos x="T10" y="T11"/>
                  </a:cxn>
                </a:cxnLst>
                <a:rect l="0" t="0" r="r" b="b"/>
                <a:pathLst>
                  <a:path w="256" h="320">
                    <a:moveTo>
                      <a:pt x="48" y="304"/>
                    </a:moveTo>
                    <a:cubicBezTo>
                      <a:pt x="0" y="320"/>
                      <a:pt x="80" y="208"/>
                      <a:pt x="96" y="160"/>
                    </a:cubicBezTo>
                    <a:cubicBezTo>
                      <a:pt x="112" y="112"/>
                      <a:pt x="144" y="80"/>
                      <a:pt x="176" y="64"/>
                    </a:cubicBezTo>
                    <a:cubicBezTo>
                      <a:pt x="256" y="0"/>
                      <a:pt x="208" y="112"/>
                      <a:pt x="192" y="128"/>
                    </a:cubicBezTo>
                    <a:cubicBezTo>
                      <a:pt x="160" y="160"/>
                      <a:pt x="128" y="224"/>
                      <a:pt x="96" y="256"/>
                    </a:cubicBezTo>
                    <a:cubicBezTo>
                      <a:pt x="80" y="288"/>
                      <a:pt x="64" y="288"/>
                      <a:pt x="48" y="304"/>
                    </a:cubicBezTo>
                  </a:path>
                </a:pathLst>
              </a:custGeom>
              <a:solidFill>
                <a:srgbClr val="FFFFFF"/>
              </a:solidFill>
              <a:ln w="3175">
                <a:solidFill>
                  <a:schemeClr val="tx1"/>
                </a:solidFill>
                <a:prstDash val="solid"/>
                <a:round/>
                <a:headEnd/>
                <a:tailEnd/>
              </a:ln>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61" name="Freeform 11"/>
              <p:cNvSpPr>
                <a:spLocks/>
              </p:cNvSpPr>
              <p:nvPr/>
            </p:nvSpPr>
            <p:spPr bwMode="auto">
              <a:xfrm rot="10800000">
                <a:off x="1282721" y="3933057"/>
                <a:ext cx="110659" cy="122042"/>
              </a:xfrm>
              <a:custGeom>
                <a:avLst/>
                <a:gdLst>
                  <a:gd name="T0" fmla="*/ 23 w 120"/>
                  <a:gd name="T1" fmla="*/ 126 h 132"/>
                  <a:gd name="T2" fmla="*/ 45 w 120"/>
                  <a:gd name="T3" fmla="*/ 66 h 132"/>
                  <a:gd name="T4" fmla="*/ 82 w 120"/>
                  <a:gd name="T5" fmla="*/ 27 h 132"/>
                  <a:gd name="T6" fmla="*/ 90 w 120"/>
                  <a:gd name="T7" fmla="*/ 53 h 132"/>
                  <a:gd name="T8" fmla="*/ 45 w 120"/>
                  <a:gd name="T9" fmla="*/ 106 h 132"/>
                  <a:gd name="T10" fmla="*/ 23 w 120"/>
                  <a:gd name="T11" fmla="*/ 126 h 132"/>
                </a:gdLst>
                <a:ahLst/>
                <a:cxnLst>
                  <a:cxn ang="0">
                    <a:pos x="T0" y="T1"/>
                  </a:cxn>
                  <a:cxn ang="0">
                    <a:pos x="T2" y="T3"/>
                  </a:cxn>
                  <a:cxn ang="0">
                    <a:pos x="T4" y="T5"/>
                  </a:cxn>
                  <a:cxn ang="0">
                    <a:pos x="T6" y="T7"/>
                  </a:cxn>
                  <a:cxn ang="0">
                    <a:pos x="T8" y="T9"/>
                  </a:cxn>
                  <a:cxn ang="0">
                    <a:pos x="T10" y="T11"/>
                  </a:cxn>
                </a:cxnLst>
                <a:rect l="0" t="0" r="r" b="b"/>
                <a:pathLst>
                  <a:path w="120" h="132">
                    <a:moveTo>
                      <a:pt x="23" y="126"/>
                    </a:moveTo>
                    <a:cubicBezTo>
                      <a:pt x="0" y="132"/>
                      <a:pt x="38" y="86"/>
                      <a:pt x="45" y="66"/>
                    </a:cubicBezTo>
                    <a:cubicBezTo>
                      <a:pt x="53" y="46"/>
                      <a:pt x="68" y="33"/>
                      <a:pt x="82" y="27"/>
                    </a:cubicBezTo>
                    <a:cubicBezTo>
                      <a:pt x="120" y="0"/>
                      <a:pt x="97" y="46"/>
                      <a:pt x="90" y="53"/>
                    </a:cubicBezTo>
                    <a:cubicBezTo>
                      <a:pt x="75" y="66"/>
                      <a:pt x="60" y="93"/>
                      <a:pt x="45" y="106"/>
                    </a:cubicBezTo>
                    <a:cubicBezTo>
                      <a:pt x="38" y="119"/>
                      <a:pt x="30" y="119"/>
                      <a:pt x="23" y="12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62" name="Freeform 12"/>
              <p:cNvSpPr>
                <a:spLocks/>
              </p:cNvSpPr>
              <p:nvPr/>
            </p:nvSpPr>
            <p:spPr bwMode="auto">
              <a:xfrm rot="10800000">
                <a:off x="1144398" y="3676029"/>
                <a:ext cx="248982" cy="73965"/>
              </a:xfrm>
              <a:custGeom>
                <a:avLst/>
                <a:gdLst>
                  <a:gd name="T0" fmla="*/ 270 w 270"/>
                  <a:gd name="T1" fmla="*/ 80 h 80"/>
                  <a:gd name="T2" fmla="*/ 0 w 270"/>
                  <a:gd name="T3" fmla="*/ 0 h 80"/>
                </a:gdLst>
                <a:ahLst/>
                <a:cxnLst>
                  <a:cxn ang="0">
                    <a:pos x="T0" y="T1"/>
                  </a:cxn>
                  <a:cxn ang="0">
                    <a:pos x="T2" y="T3"/>
                  </a:cxn>
                </a:cxnLst>
                <a:rect l="0" t="0" r="r" b="b"/>
                <a:pathLst>
                  <a:path w="270" h="80">
                    <a:moveTo>
                      <a:pt x="270" y="80"/>
                    </a:moveTo>
                    <a:cubicBezTo>
                      <a:pt x="180" y="53"/>
                      <a:pt x="60" y="5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63" name="Freeform 13"/>
              <p:cNvSpPr>
                <a:spLocks/>
              </p:cNvSpPr>
              <p:nvPr/>
            </p:nvSpPr>
            <p:spPr bwMode="auto">
              <a:xfrm rot="10800000">
                <a:off x="1144398" y="3920113"/>
                <a:ext cx="248982" cy="73965"/>
              </a:xfrm>
              <a:custGeom>
                <a:avLst/>
                <a:gdLst>
                  <a:gd name="T0" fmla="*/ 270 w 270"/>
                  <a:gd name="T1" fmla="*/ 0 h 80"/>
                  <a:gd name="T2" fmla="*/ 0 w 270"/>
                  <a:gd name="T3" fmla="*/ 80 h 80"/>
                </a:gdLst>
                <a:ahLst/>
                <a:cxnLst>
                  <a:cxn ang="0">
                    <a:pos x="T0" y="T1"/>
                  </a:cxn>
                  <a:cxn ang="0">
                    <a:pos x="T2" y="T3"/>
                  </a:cxn>
                </a:cxnLst>
                <a:rect l="0" t="0" r="r" b="b"/>
                <a:pathLst>
                  <a:path w="270" h="80">
                    <a:moveTo>
                      <a:pt x="270" y="0"/>
                    </a:moveTo>
                    <a:cubicBezTo>
                      <a:pt x="180" y="27"/>
                      <a:pt x="60" y="27"/>
                      <a:pt x="0" y="8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64" name="Oval 17"/>
              <p:cNvSpPr>
                <a:spLocks noChangeArrowheads="1"/>
              </p:cNvSpPr>
              <p:nvPr/>
            </p:nvSpPr>
            <p:spPr bwMode="auto">
              <a:xfrm rot="10800000">
                <a:off x="1390765" y="3804543"/>
                <a:ext cx="13832" cy="61021"/>
              </a:xfrm>
              <a:prstGeom prst="ellipse">
                <a:avLst/>
              </a:pr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65" name="Freeform 18"/>
              <p:cNvSpPr>
                <a:spLocks/>
              </p:cNvSpPr>
              <p:nvPr/>
            </p:nvSpPr>
            <p:spPr bwMode="auto">
              <a:xfrm rot="10800000">
                <a:off x="1365715" y="3737050"/>
                <a:ext cx="27665" cy="208026"/>
              </a:xfrm>
              <a:custGeom>
                <a:avLst/>
                <a:gdLst>
                  <a:gd name="T0" fmla="*/ 30 w 30"/>
                  <a:gd name="T1" fmla="*/ 225 h 225"/>
                  <a:gd name="T2" fmla="*/ 30 w 30"/>
                  <a:gd name="T3" fmla="*/ 0 h 225"/>
                </a:gdLst>
                <a:ahLst/>
                <a:cxnLst>
                  <a:cxn ang="0">
                    <a:pos x="T0" y="T1"/>
                  </a:cxn>
                  <a:cxn ang="0">
                    <a:pos x="T2" y="T3"/>
                  </a:cxn>
                </a:cxnLst>
                <a:rect l="0" t="0" r="r" b="b"/>
                <a:pathLst>
                  <a:path w="30" h="225">
                    <a:moveTo>
                      <a:pt x="30" y="225"/>
                    </a:moveTo>
                    <a:cubicBezTo>
                      <a:pt x="0" y="165"/>
                      <a:pt x="0" y="106"/>
                      <a:pt x="3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66" name="Freeform 19"/>
              <p:cNvSpPr>
                <a:spLocks/>
              </p:cNvSpPr>
              <p:nvPr/>
            </p:nvSpPr>
            <p:spPr bwMode="auto">
              <a:xfrm rot="10800000">
                <a:off x="1075236" y="3627028"/>
                <a:ext cx="235150" cy="24963"/>
              </a:xfrm>
              <a:custGeom>
                <a:avLst/>
                <a:gdLst>
                  <a:gd name="T0" fmla="*/ 0 w 255"/>
                  <a:gd name="T1" fmla="*/ 0 h 27"/>
                  <a:gd name="T2" fmla="*/ 255 w 255"/>
                  <a:gd name="T3" fmla="*/ 0 h 27"/>
                </a:gdLst>
                <a:ahLst/>
                <a:cxnLst>
                  <a:cxn ang="0">
                    <a:pos x="T0" y="T1"/>
                  </a:cxn>
                  <a:cxn ang="0">
                    <a:pos x="T2" y="T3"/>
                  </a:cxn>
                </a:cxnLst>
                <a:rect l="0" t="0" r="r" b="b"/>
                <a:pathLst>
                  <a:path w="255" h="27">
                    <a:moveTo>
                      <a:pt x="0" y="0"/>
                    </a:moveTo>
                    <a:cubicBezTo>
                      <a:pt x="90" y="0"/>
                      <a:pt x="195" y="27"/>
                      <a:pt x="25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67" name="Freeform 20"/>
              <p:cNvSpPr>
                <a:spLocks/>
              </p:cNvSpPr>
              <p:nvPr/>
            </p:nvSpPr>
            <p:spPr bwMode="auto">
              <a:xfrm rot="10800000">
                <a:off x="1075236" y="4018116"/>
                <a:ext cx="235150" cy="24963"/>
              </a:xfrm>
              <a:custGeom>
                <a:avLst/>
                <a:gdLst>
                  <a:gd name="T0" fmla="*/ 0 w 255"/>
                  <a:gd name="T1" fmla="*/ 27 h 27"/>
                  <a:gd name="T2" fmla="*/ 255 w 255"/>
                  <a:gd name="T3" fmla="*/ 27 h 27"/>
                </a:gdLst>
                <a:ahLst/>
                <a:cxnLst>
                  <a:cxn ang="0">
                    <a:pos x="T0" y="T1"/>
                  </a:cxn>
                  <a:cxn ang="0">
                    <a:pos x="T2" y="T3"/>
                  </a:cxn>
                </a:cxnLst>
                <a:rect l="0" t="0" r="r" b="b"/>
                <a:pathLst>
                  <a:path w="255" h="27">
                    <a:moveTo>
                      <a:pt x="0" y="27"/>
                    </a:moveTo>
                    <a:cubicBezTo>
                      <a:pt x="90" y="27"/>
                      <a:pt x="195" y="0"/>
                      <a:pt x="255" y="2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68" name="Freeform 21"/>
              <p:cNvSpPr>
                <a:spLocks/>
              </p:cNvSpPr>
              <p:nvPr/>
            </p:nvSpPr>
            <p:spPr bwMode="auto">
              <a:xfrm rot="10800000">
                <a:off x="1033739" y="3615008"/>
                <a:ext cx="262814" cy="24963"/>
              </a:xfrm>
              <a:custGeom>
                <a:avLst/>
                <a:gdLst>
                  <a:gd name="T0" fmla="*/ 0 w 285"/>
                  <a:gd name="T1" fmla="*/ 0 h 27"/>
                  <a:gd name="T2" fmla="*/ 285 w 285"/>
                  <a:gd name="T3" fmla="*/ 0 h 27"/>
                </a:gdLst>
                <a:ahLst/>
                <a:cxnLst>
                  <a:cxn ang="0">
                    <a:pos x="T0" y="T1"/>
                  </a:cxn>
                  <a:cxn ang="0">
                    <a:pos x="T2" y="T3"/>
                  </a:cxn>
                </a:cxnLst>
                <a:rect l="0" t="0" r="r" b="b"/>
                <a:pathLst>
                  <a:path w="285" h="27">
                    <a:moveTo>
                      <a:pt x="0" y="0"/>
                    </a:moveTo>
                    <a:cubicBezTo>
                      <a:pt x="105" y="0"/>
                      <a:pt x="217" y="27"/>
                      <a:pt x="28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69" name="Freeform 22"/>
              <p:cNvSpPr>
                <a:spLocks/>
              </p:cNvSpPr>
              <p:nvPr/>
            </p:nvSpPr>
            <p:spPr bwMode="auto">
              <a:xfrm rot="10800000">
                <a:off x="1033739" y="4030136"/>
                <a:ext cx="262814" cy="24963"/>
              </a:xfrm>
              <a:custGeom>
                <a:avLst/>
                <a:gdLst>
                  <a:gd name="T0" fmla="*/ 0 w 285"/>
                  <a:gd name="T1" fmla="*/ 27 h 27"/>
                  <a:gd name="T2" fmla="*/ 285 w 285"/>
                  <a:gd name="T3" fmla="*/ 27 h 27"/>
                </a:gdLst>
                <a:ahLst/>
                <a:cxnLst>
                  <a:cxn ang="0">
                    <a:pos x="T0" y="T1"/>
                  </a:cxn>
                  <a:cxn ang="0">
                    <a:pos x="T2" y="T3"/>
                  </a:cxn>
                </a:cxnLst>
                <a:rect l="0" t="0" r="r" b="b"/>
                <a:pathLst>
                  <a:path w="285" h="27">
                    <a:moveTo>
                      <a:pt x="0" y="27"/>
                    </a:moveTo>
                    <a:cubicBezTo>
                      <a:pt x="105" y="27"/>
                      <a:pt x="217" y="0"/>
                      <a:pt x="285" y="2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70" name="Freeform 26"/>
              <p:cNvSpPr>
                <a:spLocks/>
              </p:cNvSpPr>
              <p:nvPr/>
            </p:nvSpPr>
            <p:spPr bwMode="auto">
              <a:xfrm rot="10800000">
                <a:off x="1061404" y="4060646"/>
                <a:ext cx="90371" cy="12944"/>
              </a:xfrm>
              <a:custGeom>
                <a:avLst/>
                <a:gdLst>
                  <a:gd name="T0" fmla="*/ 0 w 98"/>
                  <a:gd name="T1" fmla="*/ 7 h 14"/>
                  <a:gd name="T2" fmla="*/ 53 w 98"/>
                  <a:gd name="T3" fmla="*/ 0 h 14"/>
                  <a:gd name="T4" fmla="*/ 98 w 98"/>
                  <a:gd name="T5" fmla="*/ 7 h 14"/>
                  <a:gd name="T6" fmla="*/ 53 w 98"/>
                  <a:gd name="T7" fmla="*/ 14 h 14"/>
                  <a:gd name="T8" fmla="*/ 0 w 98"/>
                  <a:gd name="T9" fmla="*/ 7 h 14"/>
                </a:gdLst>
                <a:ahLst/>
                <a:cxnLst>
                  <a:cxn ang="0">
                    <a:pos x="T0" y="T1"/>
                  </a:cxn>
                  <a:cxn ang="0">
                    <a:pos x="T2" y="T3"/>
                  </a:cxn>
                  <a:cxn ang="0">
                    <a:pos x="T4" y="T5"/>
                  </a:cxn>
                  <a:cxn ang="0">
                    <a:pos x="T6" y="T7"/>
                  </a:cxn>
                  <a:cxn ang="0">
                    <a:pos x="T8" y="T9"/>
                  </a:cxn>
                </a:cxnLst>
                <a:rect l="0" t="0" r="r" b="b"/>
                <a:pathLst>
                  <a:path w="98" h="14">
                    <a:moveTo>
                      <a:pt x="0" y="7"/>
                    </a:moveTo>
                    <a:cubicBezTo>
                      <a:pt x="0" y="0"/>
                      <a:pt x="23" y="0"/>
                      <a:pt x="53" y="0"/>
                    </a:cubicBezTo>
                    <a:cubicBezTo>
                      <a:pt x="75" y="0"/>
                      <a:pt x="98" y="0"/>
                      <a:pt x="98" y="7"/>
                    </a:cubicBezTo>
                    <a:cubicBezTo>
                      <a:pt x="98" y="7"/>
                      <a:pt x="75" y="14"/>
                      <a:pt x="53" y="14"/>
                    </a:cubicBezTo>
                    <a:cubicBezTo>
                      <a:pt x="23" y="14"/>
                      <a:pt x="0" y="7"/>
                      <a:pt x="0" y="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71" name="Freeform 30"/>
              <p:cNvSpPr>
                <a:spLocks/>
              </p:cNvSpPr>
              <p:nvPr/>
            </p:nvSpPr>
            <p:spPr bwMode="auto">
              <a:xfrm rot="10800000">
                <a:off x="1061404" y="3596517"/>
                <a:ext cx="90371" cy="12944"/>
              </a:xfrm>
              <a:custGeom>
                <a:avLst/>
                <a:gdLst>
                  <a:gd name="T0" fmla="*/ 0 w 98"/>
                  <a:gd name="T1" fmla="*/ 7 h 14"/>
                  <a:gd name="T2" fmla="*/ 53 w 98"/>
                  <a:gd name="T3" fmla="*/ 0 h 14"/>
                  <a:gd name="T4" fmla="*/ 98 w 98"/>
                  <a:gd name="T5" fmla="*/ 7 h 14"/>
                  <a:gd name="T6" fmla="*/ 53 w 98"/>
                  <a:gd name="T7" fmla="*/ 14 h 14"/>
                  <a:gd name="T8" fmla="*/ 0 w 98"/>
                  <a:gd name="T9" fmla="*/ 7 h 14"/>
                </a:gdLst>
                <a:ahLst/>
                <a:cxnLst>
                  <a:cxn ang="0">
                    <a:pos x="T0" y="T1"/>
                  </a:cxn>
                  <a:cxn ang="0">
                    <a:pos x="T2" y="T3"/>
                  </a:cxn>
                  <a:cxn ang="0">
                    <a:pos x="T4" y="T5"/>
                  </a:cxn>
                  <a:cxn ang="0">
                    <a:pos x="T6" y="T7"/>
                  </a:cxn>
                  <a:cxn ang="0">
                    <a:pos x="T8" y="T9"/>
                  </a:cxn>
                </a:cxnLst>
                <a:rect l="0" t="0" r="r" b="b"/>
                <a:pathLst>
                  <a:path w="98" h="14">
                    <a:moveTo>
                      <a:pt x="0" y="7"/>
                    </a:moveTo>
                    <a:cubicBezTo>
                      <a:pt x="0" y="0"/>
                      <a:pt x="23" y="0"/>
                      <a:pt x="53" y="0"/>
                    </a:cubicBezTo>
                    <a:cubicBezTo>
                      <a:pt x="75" y="0"/>
                      <a:pt x="98" y="0"/>
                      <a:pt x="98" y="7"/>
                    </a:cubicBezTo>
                    <a:cubicBezTo>
                      <a:pt x="98" y="7"/>
                      <a:pt x="75" y="14"/>
                      <a:pt x="53" y="14"/>
                    </a:cubicBezTo>
                    <a:cubicBezTo>
                      <a:pt x="23" y="14"/>
                      <a:pt x="0" y="7"/>
                      <a:pt x="0" y="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72" name="Freeform 31"/>
              <p:cNvSpPr>
                <a:spLocks/>
              </p:cNvSpPr>
              <p:nvPr/>
            </p:nvSpPr>
            <p:spPr bwMode="auto">
              <a:xfrm rot="10800000">
                <a:off x="1089069" y="3651991"/>
                <a:ext cx="62707" cy="366126"/>
              </a:xfrm>
              <a:custGeom>
                <a:avLst/>
                <a:gdLst>
                  <a:gd name="T0" fmla="*/ 68 w 68"/>
                  <a:gd name="T1" fmla="*/ 396 h 396"/>
                  <a:gd name="T2" fmla="*/ 68 w 68"/>
                  <a:gd name="T3" fmla="*/ 0 h 396"/>
                </a:gdLst>
                <a:ahLst/>
                <a:cxnLst>
                  <a:cxn ang="0">
                    <a:pos x="T0" y="T1"/>
                  </a:cxn>
                  <a:cxn ang="0">
                    <a:pos x="T2" y="T3"/>
                  </a:cxn>
                </a:cxnLst>
                <a:rect l="0" t="0" r="r" b="b"/>
                <a:pathLst>
                  <a:path w="68" h="396">
                    <a:moveTo>
                      <a:pt x="68" y="396"/>
                    </a:moveTo>
                    <a:cubicBezTo>
                      <a:pt x="8" y="290"/>
                      <a:pt x="0" y="132"/>
                      <a:pt x="68"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73" name="Freeform 32"/>
              <p:cNvSpPr>
                <a:spLocks/>
              </p:cNvSpPr>
              <p:nvPr/>
            </p:nvSpPr>
            <p:spPr bwMode="auto">
              <a:xfrm rot="10800000">
                <a:off x="1075236" y="3651991"/>
                <a:ext cx="41497" cy="366126"/>
              </a:xfrm>
              <a:custGeom>
                <a:avLst/>
                <a:gdLst>
                  <a:gd name="T0" fmla="*/ 45 w 45"/>
                  <a:gd name="T1" fmla="*/ 396 h 396"/>
                  <a:gd name="T2" fmla="*/ 45 w 45"/>
                  <a:gd name="T3" fmla="*/ 0 h 396"/>
                </a:gdLst>
                <a:ahLst/>
                <a:cxnLst>
                  <a:cxn ang="0">
                    <a:pos x="T0" y="T1"/>
                  </a:cxn>
                  <a:cxn ang="0">
                    <a:pos x="T2" y="T3"/>
                  </a:cxn>
                </a:cxnLst>
                <a:rect l="0" t="0" r="r" b="b"/>
                <a:pathLst>
                  <a:path w="45" h="396">
                    <a:moveTo>
                      <a:pt x="45" y="396"/>
                    </a:moveTo>
                    <a:cubicBezTo>
                      <a:pt x="0" y="290"/>
                      <a:pt x="0" y="132"/>
                      <a:pt x="4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74" name="Freeform 33"/>
              <p:cNvSpPr>
                <a:spLocks/>
              </p:cNvSpPr>
              <p:nvPr/>
            </p:nvSpPr>
            <p:spPr bwMode="auto">
              <a:xfrm rot="10800000">
                <a:off x="895416" y="3627028"/>
                <a:ext cx="179820" cy="49002"/>
              </a:xfrm>
              <a:custGeom>
                <a:avLst/>
                <a:gdLst>
                  <a:gd name="T0" fmla="*/ 0 w 195"/>
                  <a:gd name="T1" fmla="*/ 26 h 53"/>
                  <a:gd name="T2" fmla="*/ 195 w 195"/>
                  <a:gd name="T3" fmla="*/ 0 h 53"/>
                </a:gdLst>
                <a:ahLst/>
                <a:cxnLst>
                  <a:cxn ang="0">
                    <a:pos x="T0" y="T1"/>
                  </a:cxn>
                  <a:cxn ang="0">
                    <a:pos x="T2" y="T3"/>
                  </a:cxn>
                </a:cxnLst>
                <a:rect l="0" t="0" r="r" b="b"/>
                <a:pathLst>
                  <a:path w="195" h="53">
                    <a:moveTo>
                      <a:pt x="0" y="26"/>
                    </a:moveTo>
                    <a:cubicBezTo>
                      <a:pt x="15" y="53"/>
                      <a:pt x="135" y="0"/>
                      <a:pt x="19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75" name="Freeform 34"/>
              <p:cNvSpPr>
                <a:spLocks/>
              </p:cNvSpPr>
              <p:nvPr/>
            </p:nvSpPr>
            <p:spPr bwMode="auto">
              <a:xfrm rot="10800000">
                <a:off x="895416" y="3994078"/>
                <a:ext cx="179820" cy="49002"/>
              </a:xfrm>
              <a:custGeom>
                <a:avLst/>
                <a:gdLst>
                  <a:gd name="T0" fmla="*/ 0 w 195"/>
                  <a:gd name="T1" fmla="*/ 27 h 53"/>
                  <a:gd name="T2" fmla="*/ 195 w 195"/>
                  <a:gd name="T3" fmla="*/ 53 h 53"/>
                </a:gdLst>
                <a:ahLst/>
                <a:cxnLst>
                  <a:cxn ang="0">
                    <a:pos x="T0" y="T1"/>
                  </a:cxn>
                  <a:cxn ang="0">
                    <a:pos x="T2" y="T3"/>
                  </a:cxn>
                </a:cxnLst>
                <a:rect l="0" t="0" r="r" b="b"/>
                <a:pathLst>
                  <a:path w="195" h="53">
                    <a:moveTo>
                      <a:pt x="0" y="27"/>
                    </a:moveTo>
                    <a:cubicBezTo>
                      <a:pt x="15" y="0"/>
                      <a:pt x="135" y="53"/>
                      <a:pt x="195" y="5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76" name="Freeform 35"/>
              <p:cNvSpPr>
                <a:spLocks/>
              </p:cNvSpPr>
              <p:nvPr/>
            </p:nvSpPr>
            <p:spPr bwMode="auto">
              <a:xfrm rot="10800000">
                <a:off x="895416" y="3676029"/>
                <a:ext cx="27665" cy="318049"/>
              </a:xfrm>
              <a:custGeom>
                <a:avLst/>
                <a:gdLst>
                  <a:gd name="T0" fmla="*/ 30 w 30"/>
                  <a:gd name="T1" fmla="*/ 344 h 344"/>
                  <a:gd name="T2" fmla="*/ 30 w 30"/>
                  <a:gd name="T3" fmla="*/ 0 h 344"/>
                </a:gdLst>
                <a:ahLst/>
                <a:cxnLst>
                  <a:cxn ang="0">
                    <a:pos x="T0" y="T1"/>
                  </a:cxn>
                  <a:cxn ang="0">
                    <a:pos x="T2" y="T3"/>
                  </a:cxn>
                </a:cxnLst>
                <a:rect l="0" t="0" r="r" b="b"/>
                <a:pathLst>
                  <a:path w="30" h="344">
                    <a:moveTo>
                      <a:pt x="30" y="344"/>
                    </a:moveTo>
                    <a:cubicBezTo>
                      <a:pt x="30" y="291"/>
                      <a:pt x="0" y="185"/>
                      <a:pt x="3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77" name="Freeform 36"/>
              <p:cNvSpPr>
                <a:spLocks/>
              </p:cNvSpPr>
              <p:nvPr/>
            </p:nvSpPr>
            <p:spPr bwMode="auto">
              <a:xfrm rot="10800000">
                <a:off x="218553" y="3578950"/>
                <a:ext cx="884348" cy="73040"/>
              </a:xfrm>
              <a:custGeom>
                <a:avLst/>
                <a:gdLst>
                  <a:gd name="T0" fmla="*/ 0 w 959"/>
                  <a:gd name="T1" fmla="*/ 66 h 79"/>
                  <a:gd name="T2" fmla="*/ 959 w 959"/>
                  <a:gd name="T3" fmla="*/ 0 h 79"/>
                </a:gdLst>
                <a:ahLst/>
                <a:cxnLst>
                  <a:cxn ang="0">
                    <a:pos x="T0" y="T1"/>
                  </a:cxn>
                  <a:cxn ang="0">
                    <a:pos x="T2" y="T3"/>
                  </a:cxn>
                </a:cxnLst>
                <a:rect l="0" t="0" r="r" b="b"/>
                <a:pathLst>
                  <a:path w="959" h="79">
                    <a:moveTo>
                      <a:pt x="0" y="66"/>
                    </a:moveTo>
                    <a:cubicBezTo>
                      <a:pt x="225" y="66"/>
                      <a:pt x="839" y="79"/>
                      <a:pt x="959"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78" name="Freeform 37"/>
              <p:cNvSpPr>
                <a:spLocks/>
              </p:cNvSpPr>
              <p:nvPr/>
            </p:nvSpPr>
            <p:spPr bwMode="auto">
              <a:xfrm rot="10800000">
                <a:off x="218553" y="4018116"/>
                <a:ext cx="884348" cy="73040"/>
              </a:xfrm>
              <a:custGeom>
                <a:avLst/>
                <a:gdLst>
                  <a:gd name="T0" fmla="*/ 0 w 959"/>
                  <a:gd name="T1" fmla="*/ 13 h 79"/>
                  <a:gd name="T2" fmla="*/ 959 w 959"/>
                  <a:gd name="T3" fmla="*/ 79 h 79"/>
                </a:gdLst>
                <a:ahLst/>
                <a:cxnLst>
                  <a:cxn ang="0">
                    <a:pos x="T0" y="T1"/>
                  </a:cxn>
                  <a:cxn ang="0">
                    <a:pos x="T2" y="T3"/>
                  </a:cxn>
                </a:cxnLst>
                <a:rect l="0" t="0" r="r" b="b"/>
                <a:pathLst>
                  <a:path w="959" h="79">
                    <a:moveTo>
                      <a:pt x="0" y="13"/>
                    </a:moveTo>
                    <a:cubicBezTo>
                      <a:pt x="232" y="26"/>
                      <a:pt x="839" y="0"/>
                      <a:pt x="959" y="7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79" name="Freeform 38"/>
              <p:cNvSpPr>
                <a:spLocks/>
              </p:cNvSpPr>
              <p:nvPr/>
            </p:nvSpPr>
            <p:spPr bwMode="auto">
              <a:xfrm rot="10800000">
                <a:off x="1102901" y="4067118"/>
                <a:ext cx="193653" cy="24039"/>
              </a:xfrm>
              <a:custGeom>
                <a:avLst/>
                <a:gdLst>
                  <a:gd name="T0" fmla="*/ 0 w 210"/>
                  <a:gd name="T1" fmla="*/ 26 h 26"/>
                  <a:gd name="T2" fmla="*/ 210 w 210"/>
                  <a:gd name="T3" fmla="*/ 13 h 26"/>
                </a:gdLst>
                <a:ahLst/>
                <a:cxnLst>
                  <a:cxn ang="0">
                    <a:pos x="T0" y="T1"/>
                  </a:cxn>
                  <a:cxn ang="0">
                    <a:pos x="T2" y="T3"/>
                  </a:cxn>
                </a:cxnLst>
                <a:rect l="0" t="0" r="r" b="b"/>
                <a:pathLst>
                  <a:path w="210" h="26">
                    <a:moveTo>
                      <a:pt x="0" y="26"/>
                    </a:moveTo>
                    <a:cubicBezTo>
                      <a:pt x="105" y="0"/>
                      <a:pt x="165" y="13"/>
                      <a:pt x="210" y="1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80" name="Freeform 39"/>
              <p:cNvSpPr>
                <a:spLocks/>
              </p:cNvSpPr>
              <p:nvPr/>
            </p:nvSpPr>
            <p:spPr bwMode="auto">
              <a:xfrm rot="10800000">
                <a:off x="238841" y="3651991"/>
                <a:ext cx="656575" cy="79512"/>
              </a:xfrm>
              <a:custGeom>
                <a:avLst/>
                <a:gdLst>
                  <a:gd name="T0" fmla="*/ 0 w 712"/>
                  <a:gd name="T1" fmla="*/ 60 h 86"/>
                  <a:gd name="T2" fmla="*/ 712 w 712"/>
                  <a:gd name="T3" fmla="*/ 47 h 86"/>
                </a:gdLst>
                <a:ahLst/>
                <a:cxnLst>
                  <a:cxn ang="0">
                    <a:pos x="T0" y="T1"/>
                  </a:cxn>
                  <a:cxn ang="0">
                    <a:pos x="T2" y="T3"/>
                  </a:cxn>
                </a:cxnLst>
                <a:rect l="0" t="0" r="r" b="b"/>
                <a:pathLst>
                  <a:path w="712" h="86">
                    <a:moveTo>
                      <a:pt x="0" y="60"/>
                    </a:moveTo>
                    <a:cubicBezTo>
                      <a:pt x="345" y="0"/>
                      <a:pt x="570" y="86"/>
                      <a:pt x="712" y="4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81" name="Freeform 40"/>
              <p:cNvSpPr>
                <a:spLocks/>
              </p:cNvSpPr>
              <p:nvPr/>
            </p:nvSpPr>
            <p:spPr bwMode="auto">
              <a:xfrm rot="10800000">
                <a:off x="238841" y="3945076"/>
                <a:ext cx="656575" cy="67493"/>
              </a:xfrm>
              <a:custGeom>
                <a:avLst/>
                <a:gdLst>
                  <a:gd name="T0" fmla="*/ 0 w 712"/>
                  <a:gd name="T1" fmla="*/ 20 h 73"/>
                  <a:gd name="T2" fmla="*/ 712 w 712"/>
                  <a:gd name="T3" fmla="*/ 33 h 73"/>
                </a:gdLst>
                <a:ahLst/>
                <a:cxnLst>
                  <a:cxn ang="0">
                    <a:pos x="T0" y="T1"/>
                  </a:cxn>
                  <a:cxn ang="0">
                    <a:pos x="T2" y="T3"/>
                  </a:cxn>
                </a:cxnLst>
                <a:rect l="0" t="0" r="r" b="b"/>
                <a:pathLst>
                  <a:path w="712" h="73">
                    <a:moveTo>
                      <a:pt x="0" y="20"/>
                    </a:moveTo>
                    <a:cubicBezTo>
                      <a:pt x="330" y="73"/>
                      <a:pt x="502" y="0"/>
                      <a:pt x="712" y="3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82" name="Freeform 41"/>
              <p:cNvSpPr>
                <a:spLocks/>
              </p:cNvSpPr>
              <p:nvPr/>
            </p:nvSpPr>
            <p:spPr bwMode="auto">
              <a:xfrm rot="10800000">
                <a:off x="342122" y="3566007"/>
                <a:ext cx="221317" cy="49002"/>
              </a:xfrm>
              <a:custGeom>
                <a:avLst/>
                <a:gdLst>
                  <a:gd name="T0" fmla="*/ 0 w 240"/>
                  <a:gd name="T1" fmla="*/ 26 h 53"/>
                  <a:gd name="T2" fmla="*/ 232 w 240"/>
                  <a:gd name="T3" fmla="*/ 0 h 53"/>
                </a:gdLst>
                <a:ahLst/>
                <a:cxnLst>
                  <a:cxn ang="0">
                    <a:pos x="T0" y="T1"/>
                  </a:cxn>
                  <a:cxn ang="0">
                    <a:pos x="T2" y="T3"/>
                  </a:cxn>
                </a:cxnLst>
                <a:rect l="0" t="0" r="r" b="b"/>
                <a:pathLst>
                  <a:path w="240" h="53">
                    <a:moveTo>
                      <a:pt x="0" y="26"/>
                    </a:moveTo>
                    <a:cubicBezTo>
                      <a:pt x="150" y="53"/>
                      <a:pt x="240" y="0"/>
                      <a:pt x="232"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83" name="Freeform 42"/>
              <p:cNvSpPr>
                <a:spLocks/>
              </p:cNvSpPr>
              <p:nvPr/>
            </p:nvSpPr>
            <p:spPr bwMode="auto">
              <a:xfrm rot="10800000">
                <a:off x="355955" y="4055099"/>
                <a:ext cx="214862" cy="36058"/>
              </a:xfrm>
              <a:custGeom>
                <a:avLst/>
                <a:gdLst>
                  <a:gd name="T0" fmla="*/ 0 w 233"/>
                  <a:gd name="T1" fmla="*/ 26 h 39"/>
                  <a:gd name="T2" fmla="*/ 233 w 233"/>
                  <a:gd name="T3" fmla="*/ 39 h 39"/>
                </a:gdLst>
                <a:ahLst/>
                <a:cxnLst>
                  <a:cxn ang="0">
                    <a:pos x="T0" y="T1"/>
                  </a:cxn>
                  <a:cxn ang="0">
                    <a:pos x="T2" y="T3"/>
                  </a:cxn>
                </a:cxnLst>
                <a:rect l="0" t="0" r="r" b="b"/>
                <a:pathLst>
                  <a:path w="233" h="39">
                    <a:moveTo>
                      <a:pt x="0" y="26"/>
                    </a:moveTo>
                    <a:cubicBezTo>
                      <a:pt x="83" y="0"/>
                      <a:pt x="203" y="13"/>
                      <a:pt x="233" y="3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84" name="Freeform 43"/>
              <p:cNvSpPr>
                <a:spLocks/>
              </p:cNvSpPr>
              <p:nvPr/>
            </p:nvSpPr>
            <p:spPr bwMode="auto">
              <a:xfrm rot="10800000">
                <a:off x="142014" y="3651991"/>
                <a:ext cx="76539" cy="366126"/>
              </a:xfrm>
              <a:custGeom>
                <a:avLst/>
                <a:gdLst>
                  <a:gd name="T0" fmla="*/ 0 w 83"/>
                  <a:gd name="T1" fmla="*/ 396 h 396"/>
                  <a:gd name="T2" fmla="*/ 0 w 83"/>
                  <a:gd name="T3" fmla="*/ 0 h 396"/>
                </a:gdLst>
                <a:ahLst/>
                <a:cxnLst>
                  <a:cxn ang="0">
                    <a:pos x="T0" y="T1"/>
                  </a:cxn>
                  <a:cxn ang="0">
                    <a:pos x="T2" y="T3"/>
                  </a:cxn>
                </a:cxnLst>
                <a:rect l="0" t="0" r="r" b="b"/>
                <a:pathLst>
                  <a:path w="83" h="396">
                    <a:moveTo>
                      <a:pt x="0" y="396"/>
                    </a:moveTo>
                    <a:cubicBezTo>
                      <a:pt x="83" y="317"/>
                      <a:pt x="60" y="26"/>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85" name="Freeform 44"/>
              <p:cNvSpPr>
                <a:spLocks/>
              </p:cNvSpPr>
              <p:nvPr/>
            </p:nvSpPr>
            <p:spPr bwMode="auto">
              <a:xfrm rot="10800000">
                <a:off x="260050" y="3590970"/>
                <a:ext cx="967342" cy="61021"/>
              </a:xfrm>
              <a:custGeom>
                <a:avLst/>
                <a:gdLst>
                  <a:gd name="T0" fmla="*/ 0 w 1049"/>
                  <a:gd name="T1" fmla="*/ 40 h 66"/>
                  <a:gd name="T2" fmla="*/ 1049 w 1049"/>
                  <a:gd name="T3" fmla="*/ 0 h 66"/>
                </a:gdLst>
                <a:ahLst/>
                <a:cxnLst>
                  <a:cxn ang="0">
                    <a:pos x="T0" y="T1"/>
                  </a:cxn>
                  <a:cxn ang="0">
                    <a:pos x="T2" y="T3"/>
                  </a:cxn>
                </a:cxnLst>
                <a:rect l="0" t="0" r="r" b="b"/>
                <a:pathLst>
                  <a:path w="1049" h="66">
                    <a:moveTo>
                      <a:pt x="0" y="40"/>
                    </a:moveTo>
                    <a:cubicBezTo>
                      <a:pt x="270" y="40"/>
                      <a:pt x="907" y="66"/>
                      <a:pt x="1049"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86" name="Freeform 45"/>
              <p:cNvSpPr>
                <a:spLocks/>
              </p:cNvSpPr>
              <p:nvPr/>
            </p:nvSpPr>
            <p:spPr bwMode="auto">
              <a:xfrm rot="10800000">
                <a:off x="260050" y="4015735"/>
                <a:ext cx="967342" cy="61021"/>
              </a:xfrm>
              <a:custGeom>
                <a:avLst/>
                <a:gdLst>
                  <a:gd name="T0" fmla="*/ 0 w 1049"/>
                  <a:gd name="T1" fmla="*/ 26 h 66"/>
                  <a:gd name="T2" fmla="*/ 1049 w 1049"/>
                  <a:gd name="T3" fmla="*/ 66 h 66"/>
                </a:gdLst>
                <a:ahLst/>
                <a:cxnLst>
                  <a:cxn ang="0">
                    <a:pos x="T0" y="T1"/>
                  </a:cxn>
                  <a:cxn ang="0">
                    <a:pos x="T2" y="T3"/>
                  </a:cxn>
                </a:cxnLst>
                <a:rect l="0" t="0" r="r" b="b"/>
                <a:pathLst>
                  <a:path w="1049" h="66">
                    <a:moveTo>
                      <a:pt x="0" y="26"/>
                    </a:moveTo>
                    <a:cubicBezTo>
                      <a:pt x="270" y="26"/>
                      <a:pt x="900" y="0"/>
                      <a:pt x="1049" y="6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87" name="Freeform 46"/>
              <p:cNvSpPr>
                <a:spLocks/>
              </p:cNvSpPr>
              <p:nvPr/>
            </p:nvSpPr>
            <p:spPr bwMode="auto">
              <a:xfrm rot="10800000">
                <a:off x="315380" y="3676029"/>
                <a:ext cx="26743" cy="318049"/>
              </a:xfrm>
              <a:custGeom>
                <a:avLst/>
                <a:gdLst>
                  <a:gd name="T0" fmla="*/ 0 w 29"/>
                  <a:gd name="T1" fmla="*/ 344 h 344"/>
                  <a:gd name="T2" fmla="*/ 0 w 29"/>
                  <a:gd name="T3" fmla="*/ 0 h 344"/>
                </a:gdLst>
                <a:ahLst/>
                <a:cxnLst>
                  <a:cxn ang="0">
                    <a:pos x="T0" y="T1"/>
                  </a:cxn>
                  <a:cxn ang="0">
                    <a:pos x="T2" y="T3"/>
                  </a:cxn>
                </a:cxnLst>
                <a:rect l="0" t="0" r="r" b="b"/>
                <a:pathLst>
                  <a:path w="29" h="344">
                    <a:moveTo>
                      <a:pt x="0" y="344"/>
                    </a:moveTo>
                    <a:cubicBezTo>
                      <a:pt x="29" y="264"/>
                      <a:pt x="29" y="8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88" name="Freeform 47"/>
              <p:cNvSpPr>
                <a:spLocks/>
              </p:cNvSpPr>
              <p:nvPr/>
            </p:nvSpPr>
            <p:spPr bwMode="auto">
              <a:xfrm rot="10800000">
                <a:off x="211176" y="3688048"/>
                <a:ext cx="27665" cy="294010"/>
              </a:xfrm>
              <a:custGeom>
                <a:avLst/>
                <a:gdLst>
                  <a:gd name="T0" fmla="*/ 0 w 30"/>
                  <a:gd name="T1" fmla="*/ 318 h 318"/>
                  <a:gd name="T2" fmla="*/ 0 w 30"/>
                  <a:gd name="T3" fmla="*/ 0 h 318"/>
                </a:gdLst>
                <a:ahLst/>
                <a:cxnLst>
                  <a:cxn ang="0">
                    <a:pos x="T0" y="T1"/>
                  </a:cxn>
                  <a:cxn ang="0">
                    <a:pos x="T2" y="T3"/>
                  </a:cxn>
                </a:cxnLst>
                <a:rect l="0" t="0" r="r" b="b"/>
                <a:pathLst>
                  <a:path w="30" h="318">
                    <a:moveTo>
                      <a:pt x="0" y="318"/>
                    </a:moveTo>
                    <a:cubicBezTo>
                      <a:pt x="30" y="225"/>
                      <a:pt x="22" y="67"/>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89" name="Freeform 48"/>
              <p:cNvSpPr>
                <a:spLocks/>
              </p:cNvSpPr>
              <p:nvPr/>
            </p:nvSpPr>
            <p:spPr bwMode="auto">
              <a:xfrm rot="10800000">
                <a:off x="177056" y="3645519"/>
                <a:ext cx="55329" cy="384617"/>
              </a:xfrm>
              <a:custGeom>
                <a:avLst/>
                <a:gdLst>
                  <a:gd name="T0" fmla="*/ 0 w 60"/>
                  <a:gd name="T1" fmla="*/ 416 h 416"/>
                  <a:gd name="T2" fmla="*/ 0 w 60"/>
                  <a:gd name="T3" fmla="*/ 0 h 416"/>
                </a:gdLst>
                <a:ahLst/>
                <a:cxnLst>
                  <a:cxn ang="0">
                    <a:pos x="T0" y="T1"/>
                  </a:cxn>
                  <a:cxn ang="0">
                    <a:pos x="T2" y="T3"/>
                  </a:cxn>
                </a:cxnLst>
                <a:rect l="0" t="0" r="r" b="b"/>
                <a:pathLst>
                  <a:path w="60" h="416">
                    <a:moveTo>
                      <a:pt x="0" y="416"/>
                    </a:moveTo>
                    <a:cubicBezTo>
                      <a:pt x="60" y="277"/>
                      <a:pt x="30" y="66"/>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90" name="Freeform 49"/>
              <p:cNvSpPr>
                <a:spLocks/>
              </p:cNvSpPr>
              <p:nvPr/>
            </p:nvSpPr>
            <p:spPr bwMode="auto">
              <a:xfrm rot="10800000">
                <a:off x="238841" y="3627028"/>
                <a:ext cx="35042" cy="61021"/>
              </a:xfrm>
              <a:custGeom>
                <a:avLst/>
                <a:gdLst>
                  <a:gd name="T0" fmla="*/ 0 w 38"/>
                  <a:gd name="T1" fmla="*/ 66 h 66"/>
                  <a:gd name="T2" fmla="*/ 38 w 38"/>
                  <a:gd name="T3" fmla="*/ 0 h 66"/>
                </a:gdLst>
                <a:ahLst/>
                <a:cxnLst>
                  <a:cxn ang="0">
                    <a:pos x="T0" y="T1"/>
                  </a:cxn>
                  <a:cxn ang="0">
                    <a:pos x="T2" y="T3"/>
                  </a:cxn>
                </a:cxnLst>
                <a:rect l="0" t="0" r="r" b="b"/>
                <a:pathLst>
                  <a:path w="38" h="66">
                    <a:moveTo>
                      <a:pt x="0" y="66"/>
                    </a:moveTo>
                    <a:cubicBezTo>
                      <a:pt x="0" y="66"/>
                      <a:pt x="38" y="26"/>
                      <a:pt x="38"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91" name="Freeform 50"/>
              <p:cNvSpPr>
                <a:spLocks/>
              </p:cNvSpPr>
              <p:nvPr/>
            </p:nvSpPr>
            <p:spPr bwMode="auto">
              <a:xfrm rot="10800000">
                <a:off x="238841" y="3982059"/>
                <a:ext cx="35042" cy="61021"/>
              </a:xfrm>
              <a:custGeom>
                <a:avLst/>
                <a:gdLst>
                  <a:gd name="T0" fmla="*/ 0 w 38"/>
                  <a:gd name="T1" fmla="*/ 0 h 66"/>
                  <a:gd name="T2" fmla="*/ 38 w 38"/>
                  <a:gd name="T3" fmla="*/ 66 h 66"/>
                </a:gdLst>
                <a:ahLst/>
                <a:cxnLst>
                  <a:cxn ang="0">
                    <a:pos x="T0" y="T1"/>
                  </a:cxn>
                  <a:cxn ang="0">
                    <a:pos x="T2" y="T3"/>
                  </a:cxn>
                </a:cxnLst>
                <a:rect l="0" t="0" r="r" b="b"/>
                <a:pathLst>
                  <a:path w="38" h="66">
                    <a:moveTo>
                      <a:pt x="0" y="0"/>
                    </a:moveTo>
                    <a:cubicBezTo>
                      <a:pt x="0" y="0"/>
                      <a:pt x="38" y="40"/>
                      <a:pt x="38" y="6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92" name="Freeform 51"/>
              <p:cNvSpPr>
                <a:spLocks/>
              </p:cNvSpPr>
              <p:nvPr/>
            </p:nvSpPr>
            <p:spPr bwMode="auto">
              <a:xfrm rot="10800000">
                <a:off x="155847" y="3700992"/>
                <a:ext cx="55329" cy="268122"/>
              </a:xfrm>
              <a:custGeom>
                <a:avLst/>
                <a:gdLst>
                  <a:gd name="T0" fmla="*/ 0 w 60"/>
                  <a:gd name="T1" fmla="*/ 290 h 290"/>
                  <a:gd name="T2" fmla="*/ 0 w 60"/>
                  <a:gd name="T3" fmla="*/ 0 h 290"/>
                </a:gdLst>
                <a:ahLst/>
                <a:cxnLst>
                  <a:cxn ang="0">
                    <a:pos x="T0" y="T1"/>
                  </a:cxn>
                  <a:cxn ang="0">
                    <a:pos x="T2" y="T3"/>
                  </a:cxn>
                </a:cxnLst>
                <a:rect l="0" t="0" r="r" b="b"/>
                <a:pathLst>
                  <a:path w="60" h="290">
                    <a:moveTo>
                      <a:pt x="0" y="290"/>
                    </a:moveTo>
                    <a:cubicBezTo>
                      <a:pt x="37" y="290"/>
                      <a:pt x="60" y="26"/>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93" name="Freeform 52"/>
              <p:cNvSpPr>
                <a:spLocks/>
              </p:cNvSpPr>
              <p:nvPr/>
            </p:nvSpPr>
            <p:spPr bwMode="auto">
              <a:xfrm rot="10800000">
                <a:off x="211176" y="3676029"/>
                <a:ext cx="130946" cy="24963"/>
              </a:xfrm>
              <a:custGeom>
                <a:avLst/>
                <a:gdLst>
                  <a:gd name="T0" fmla="*/ 0 w 142"/>
                  <a:gd name="T1" fmla="*/ 27 h 27"/>
                  <a:gd name="T2" fmla="*/ 142 w 142"/>
                  <a:gd name="T3" fmla="*/ 0 h 27"/>
                </a:gdLst>
                <a:ahLst/>
                <a:cxnLst>
                  <a:cxn ang="0">
                    <a:pos x="T0" y="T1"/>
                  </a:cxn>
                  <a:cxn ang="0">
                    <a:pos x="T2" y="T3"/>
                  </a:cxn>
                </a:cxnLst>
                <a:rect l="0" t="0" r="r" b="b"/>
                <a:pathLst>
                  <a:path w="142" h="27">
                    <a:moveTo>
                      <a:pt x="0" y="27"/>
                    </a:moveTo>
                    <a:cubicBezTo>
                      <a:pt x="0" y="27"/>
                      <a:pt x="142" y="27"/>
                      <a:pt x="142"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94" name="Freeform 53"/>
              <p:cNvSpPr>
                <a:spLocks/>
              </p:cNvSpPr>
              <p:nvPr/>
            </p:nvSpPr>
            <p:spPr bwMode="auto">
              <a:xfrm rot="10800000">
                <a:off x="211176" y="3969115"/>
                <a:ext cx="130946" cy="24963"/>
              </a:xfrm>
              <a:custGeom>
                <a:avLst/>
                <a:gdLst>
                  <a:gd name="T0" fmla="*/ 0 w 142"/>
                  <a:gd name="T1" fmla="*/ 0 h 27"/>
                  <a:gd name="T2" fmla="*/ 142 w 142"/>
                  <a:gd name="T3" fmla="*/ 27 h 27"/>
                </a:gdLst>
                <a:ahLst/>
                <a:cxnLst>
                  <a:cxn ang="0">
                    <a:pos x="T0" y="T1"/>
                  </a:cxn>
                  <a:cxn ang="0">
                    <a:pos x="T2" y="T3"/>
                  </a:cxn>
                </a:cxnLst>
                <a:rect l="0" t="0" r="r" b="b"/>
                <a:pathLst>
                  <a:path w="142" h="27">
                    <a:moveTo>
                      <a:pt x="0" y="0"/>
                    </a:moveTo>
                    <a:cubicBezTo>
                      <a:pt x="0" y="0"/>
                      <a:pt x="142" y="0"/>
                      <a:pt x="142" y="2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95" name="Freeform 57"/>
              <p:cNvSpPr>
                <a:spLocks/>
              </p:cNvSpPr>
              <p:nvPr/>
            </p:nvSpPr>
            <p:spPr bwMode="auto">
              <a:xfrm rot="10800000">
                <a:off x="180677" y="3825415"/>
                <a:ext cx="13832" cy="24039"/>
              </a:xfrm>
              <a:custGeom>
                <a:avLst/>
                <a:gdLst>
                  <a:gd name="T0" fmla="*/ 7 w 15"/>
                  <a:gd name="T1" fmla="*/ 26 h 26"/>
                  <a:gd name="T2" fmla="*/ 0 w 15"/>
                  <a:gd name="T3" fmla="*/ 13 h 26"/>
                  <a:gd name="T4" fmla="*/ 7 w 15"/>
                  <a:gd name="T5" fmla="*/ 0 h 26"/>
                  <a:gd name="T6" fmla="*/ 15 w 15"/>
                  <a:gd name="T7" fmla="*/ 13 h 26"/>
                  <a:gd name="T8" fmla="*/ 7 w 15"/>
                  <a:gd name="T9" fmla="*/ 26 h 26"/>
                </a:gdLst>
                <a:ahLst/>
                <a:cxnLst>
                  <a:cxn ang="0">
                    <a:pos x="T0" y="T1"/>
                  </a:cxn>
                  <a:cxn ang="0">
                    <a:pos x="T2" y="T3"/>
                  </a:cxn>
                  <a:cxn ang="0">
                    <a:pos x="T4" y="T5"/>
                  </a:cxn>
                  <a:cxn ang="0">
                    <a:pos x="T6" y="T7"/>
                  </a:cxn>
                  <a:cxn ang="0">
                    <a:pos x="T8" y="T9"/>
                  </a:cxn>
                </a:cxnLst>
                <a:rect l="0" t="0" r="r" b="b"/>
                <a:pathLst>
                  <a:path w="15" h="26">
                    <a:moveTo>
                      <a:pt x="7" y="26"/>
                    </a:moveTo>
                    <a:cubicBezTo>
                      <a:pt x="0" y="26"/>
                      <a:pt x="0" y="20"/>
                      <a:pt x="0" y="13"/>
                    </a:cubicBezTo>
                    <a:cubicBezTo>
                      <a:pt x="0" y="6"/>
                      <a:pt x="0" y="0"/>
                      <a:pt x="7" y="0"/>
                    </a:cubicBezTo>
                    <a:cubicBezTo>
                      <a:pt x="7" y="0"/>
                      <a:pt x="15" y="6"/>
                      <a:pt x="15" y="13"/>
                    </a:cubicBezTo>
                    <a:cubicBezTo>
                      <a:pt x="15" y="20"/>
                      <a:pt x="7" y="26"/>
                      <a:pt x="7" y="2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96" name="Freeform 58"/>
              <p:cNvSpPr>
                <a:spLocks/>
              </p:cNvSpPr>
              <p:nvPr/>
            </p:nvSpPr>
            <p:spPr bwMode="auto">
              <a:xfrm rot="10800000">
                <a:off x="535775" y="3688048"/>
                <a:ext cx="13832" cy="294010"/>
              </a:xfrm>
              <a:custGeom>
                <a:avLst/>
                <a:gdLst>
                  <a:gd name="T0" fmla="*/ 0 w 15"/>
                  <a:gd name="T1" fmla="*/ 318 h 318"/>
                  <a:gd name="T2" fmla="*/ 0 w 15"/>
                  <a:gd name="T3" fmla="*/ 0 h 318"/>
                </a:gdLst>
                <a:ahLst/>
                <a:cxnLst>
                  <a:cxn ang="0">
                    <a:pos x="T0" y="T1"/>
                  </a:cxn>
                  <a:cxn ang="0">
                    <a:pos x="T2" y="T3"/>
                  </a:cxn>
                </a:cxnLst>
                <a:rect l="0" t="0" r="r" b="b"/>
                <a:pathLst>
                  <a:path w="15" h="318">
                    <a:moveTo>
                      <a:pt x="0" y="318"/>
                    </a:moveTo>
                    <a:cubicBezTo>
                      <a:pt x="15" y="271"/>
                      <a:pt x="15" y="4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97" name="Freeform 59"/>
              <p:cNvSpPr>
                <a:spLocks/>
              </p:cNvSpPr>
              <p:nvPr/>
            </p:nvSpPr>
            <p:spPr bwMode="auto">
              <a:xfrm rot="10800000">
                <a:off x="452781" y="3590970"/>
                <a:ext cx="588335" cy="110023"/>
              </a:xfrm>
              <a:custGeom>
                <a:avLst/>
                <a:gdLst>
                  <a:gd name="T0" fmla="*/ 638 w 638"/>
                  <a:gd name="T1" fmla="*/ 80 h 119"/>
                  <a:gd name="T2" fmla="*/ 0 w 638"/>
                  <a:gd name="T3" fmla="*/ 119 h 119"/>
                </a:gdLst>
                <a:ahLst/>
                <a:cxnLst>
                  <a:cxn ang="0">
                    <a:pos x="T0" y="T1"/>
                  </a:cxn>
                  <a:cxn ang="0">
                    <a:pos x="T2" y="T3"/>
                  </a:cxn>
                </a:cxnLst>
                <a:rect l="0" t="0" r="r" b="b"/>
                <a:pathLst>
                  <a:path w="638" h="119">
                    <a:moveTo>
                      <a:pt x="638" y="80"/>
                    </a:moveTo>
                    <a:cubicBezTo>
                      <a:pt x="518" y="14"/>
                      <a:pt x="0" y="0"/>
                      <a:pt x="0" y="11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98" name="Freeform 60"/>
              <p:cNvSpPr>
                <a:spLocks/>
              </p:cNvSpPr>
              <p:nvPr/>
            </p:nvSpPr>
            <p:spPr bwMode="auto">
              <a:xfrm rot="10800000">
                <a:off x="446326" y="3966734"/>
                <a:ext cx="594791" cy="110023"/>
              </a:xfrm>
              <a:custGeom>
                <a:avLst/>
                <a:gdLst>
                  <a:gd name="T0" fmla="*/ 645 w 645"/>
                  <a:gd name="T1" fmla="*/ 39 h 119"/>
                  <a:gd name="T2" fmla="*/ 0 w 645"/>
                  <a:gd name="T3" fmla="*/ 0 h 119"/>
                </a:gdLst>
                <a:ahLst/>
                <a:cxnLst>
                  <a:cxn ang="0">
                    <a:pos x="T0" y="T1"/>
                  </a:cxn>
                  <a:cxn ang="0">
                    <a:pos x="T2" y="T3"/>
                  </a:cxn>
                </a:cxnLst>
                <a:rect l="0" t="0" r="r" b="b"/>
                <a:pathLst>
                  <a:path w="645" h="119">
                    <a:moveTo>
                      <a:pt x="645" y="39"/>
                    </a:moveTo>
                    <a:cubicBezTo>
                      <a:pt x="525" y="105"/>
                      <a:pt x="0" y="119"/>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99" name="Freeform 61"/>
              <p:cNvSpPr>
                <a:spLocks/>
              </p:cNvSpPr>
              <p:nvPr/>
            </p:nvSpPr>
            <p:spPr bwMode="auto">
              <a:xfrm rot="10800000">
                <a:off x="452781" y="3615008"/>
                <a:ext cx="580958" cy="12019"/>
              </a:xfrm>
              <a:custGeom>
                <a:avLst/>
                <a:gdLst>
                  <a:gd name="T0" fmla="*/ 630 w 630"/>
                  <a:gd name="T1" fmla="*/ 0 h 13"/>
                  <a:gd name="T2" fmla="*/ 0 w 630"/>
                  <a:gd name="T3" fmla="*/ 13 h 13"/>
                </a:gdLst>
                <a:ahLst/>
                <a:cxnLst>
                  <a:cxn ang="0">
                    <a:pos x="T0" y="T1"/>
                  </a:cxn>
                  <a:cxn ang="0">
                    <a:pos x="T2" y="T3"/>
                  </a:cxn>
                </a:cxnLst>
                <a:rect l="0" t="0" r="r" b="b"/>
                <a:pathLst>
                  <a:path w="630" h="13">
                    <a:moveTo>
                      <a:pt x="630" y="0"/>
                    </a:moveTo>
                    <a:cubicBezTo>
                      <a:pt x="510" y="13"/>
                      <a:pt x="270" y="13"/>
                      <a:pt x="0" y="1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00" name="Freeform 62"/>
              <p:cNvSpPr>
                <a:spLocks/>
              </p:cNvSpPr>
              <p:nvPr/>
            </p:nvSpPr>
            <p:spPr bwMode="auto">
              <a:xfrm rot="10800000">
                <a:off x="446326" y="4043079"/>
                <a:ext cx="580958" cy="12019"/>
              </a:xfrm>
              <a:custGeom>
                <a:avLst/>
                <a:gdLst>
                  <a:gd name="T0" fmla="*/ 630 w 630"/>
                  <a:gd name="T1" fmla="*/ 13 h 13"/>
                  <a:gd name="T2" fmla="*/ 0 w 630"/>
                  <a:gd name="T3" fmla="*/ 0 h 13"/>
                </a:gdLst>
                <a:ahLst/>
                <a:cxnLst>
                  <a:cxn ang="0">
                    <a:pos x="T0" y="T1"/>
                  </a:cxn>
                  <a:cxn ang="0">
                    <a:pos x="T2" y="T3"/>
                  </a:cxn>
                </a:cxnLst>
                <a:rect l="0" t="0" r="r" b="b"/>
                <a:pathLst>
                  <a:path w="630" h="13">
                    <a:moveTo>
                      <a:pt x="630" y="13"/>
                    </a:moveTo>
                    <a:cubicBezTo>
                      <a:pt x="510" y="0"/>
                      <a:pt x="270" y="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01" name="Freeform 63"/>
              <p:cNvSpPr>
                <a:spLocks/>
              </p:cNvSpPr>
              <p:nvPr/>
            </p:nvSpPr>
            <p:spPr bwMode="auto">
              <a:xfrm rot="10800000">
                <a:off x="480446" y="3627028"/>
                <a:ext cx="525629" cy="61021"/>
              </a:xfrm>
              <a:custGeom>
                <a:avLst/>
                <a:gdLst>
                  <a:gd name="T0" fmla="*/ 570 w 570"/>
                  <a:gd name="T1" fmla="*/ 66 h 66"/>
                  <a:gd name="T2" fmla="*/ 0 w 570"/>
                  <a:gd name="T3" fmla="*/ 66 h 66"/>
                </a:gdLst>
                <a:ahLst/>
                <a:cxnLst>
                  <a:cxn ang="0">
                    <a:pos x="T0" y="T1"/>
                  </a:cxn>
                  <a:cxn ang="0">
                    <a:pos x="T2" y="T3"/>
                  </a:cxn>
                </a:cxnLst>
                <a:rect l="0" t="0" r="r" b="b"/>
                <a:pathLst>
                  <a:path w="570" h="66">
                    <a:moveTo>
                      <a:pt x="570" y="66"/>
                    </a:moveTo>
                    <a:cubicBezTo>
                      <a:pt x="420" y="0"/>
                      <a:pt x="37" y="26"/>
                      <a:pt x="0" y="6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02" name="Freeform 64"/>
              <p:cNvSpPr>
                <a:spLocks/>
              </p:cNvSpPr>
              <p:nvPr/>
            </p:nvSpPr>
            <p:spPr bwMode="auto">
              <a:xfrm rot="10800000">
                <a:off x="480446" y="3627028"/>
                <a:ext cx="525629" cy="0"/>
              </a:xfrm>
              <a:custGeom>
                <a:avLst/>
                <a:gdLst>
                  <a:gd name="T0" fmla="*/ 570 w 570"/>
                  <a:gd name="T1" fmla="*/ 0 w 570"/>
                </a:gdLst>
                <a:ahLst/>
                <a:cxnLst>
                  <a:cxn ang="0">
                    <a:pos x="T0" y="0"/>
                  </a:cxn>
                  <a:cxn ang="0">
                    <a:pos x="T1" y="0"/>
                  </a:cxn>
                </a:cxnLst>
                <a:rect l="0" t="0" r="r" b="b"/>
                <a:pathLst>
                  <a:path w="570">
                    <a:moveTo>
                      <a:pt x="570" y="0"/>
                    </a:moveTo>
                    <a:cubicBezTo>
                      <a:pt x="360" y="0"/>
                      <a:pt x="90" y="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03" name="Freeform 65"/>
              <p:cNvSpPr>
                <a:spLocks/>
              </p:cNvSpPr>
              <p:nvPr/>
            </p:nvSpPr>
            <p:spPr bwMode="auto">
              <a:xfrm rot="10800000">
                <a:off x="770925" y="3615008"/>
                <a:ext cx="21210" cy="49002"/>
              </a:xfrm>
              <a:custGeom>
                <a:avLst/>
                <a:gdLst>
                  <a:gd name="T0" fmla="*/ 23 w 23"/>
                  <a:gd name="T1" fmla="*/ 0 h 53"/>
                  <a:gd name="T2" fmla="*/ 0 w 23"/>
                  <a:gd name="T3" fmla="*/ 53 h 53"/>
                </a:gdLst>
                <a:ahLst/>
                <a:cxnLst>
                  <a:cxn ang="0">
                    <a:pos x="T0" y="T1"/>
                  </a:cxn>
                  <a:cxn ang="0">
                    <a:pos x="T2" y="T3"/>
                  </a:cxn>
                </a:cxnLst>
                <a:rect l="0" t="0" r="r" b="b"/>
                <a:pathLst>
                  <a:path w="23" h="53">
                    <a:moveTo>
                      <a:pt x="23" y="0"/>
                    </a:moveTo>
                    <a:cubicBezTo>
                      <a:pt x="15" y="13"/>
                      <a:pt x="0" y="40"/>
                      <a:pt x="0" y="5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04" name="Freeform 66"/>
              <p:cNvSpPr>
                <a:spLocks/>
              </p:cNvSpPr>
              <p:nvPr/>
            </p:nvSpPr>
            <p:spPr bwMode="auto">
              <a:xfrm rot="10800000">
                <a:off x="736805" y="3615008"/>
                <a:ext cx="13832" cy="49002"/>
              </a:xfrm>
              <a:custGeom>
                <a:avLst/>
                <a:gdLst>
                  <a:gd name="T0" fmla="*/ 15 w 15"/>
                  <a:gd name="T1" fmla="*/ 0 h 53"/>
                  <a:gd name="T2" fmla="*/ 0 w 15"/>
                  <a:gd name="T3" fmla="*/ 53 h 53"/>
                </a:gdLst>
                <a:ahLst/>
                <a:cxnLst>
                  <a:cxn ang="0">
                    <a:pos x="T0" y="T1"/>
                  </a:cxn>
                  <a:cxn ang="0">
                    <a:pos x="T2" y="T3"/>
                  </a:cxn>
                </a:cxnLst>
                <a:rect l="0" t="0" r="r" b="b"/>
                <a:pathLst>
                  <a:path w="15" h="53">
                    <a:moveTo>
                      <a:pt x="15" y="0"/>
                    </a:moveTo>
                    <a:cubicBezTo>
                      <a:pt x="15" y="13"/>
                      <a:pt x="8" y="40"/>
                      <a:pt x="0" y="5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05" name="Freeform 67"/>
              <p:cNvSpPr>
                <a:spLocks/>
              </p:cNvSpPr>
              <p:nvPr/>
            </p:nvSpPr>
            <p:spPr bwMode="auto">
              <a:xfrm rot="10800000">
                <a:off x="757092" y="3590970"/>
                <a:ext cx="27665" cy="73040"/>
              </a:xfrm>
              <a:custGeom>
                <a:avLst/>
                <a:gdLst>
                  <a:gd name="T0" fmla="*/ 30 w 30"/>
                  <a:gd name="T1" fmla="*/ 0 h 79"/>
                  <a:gd name="T2" fmla="*/ 0 w 30"/>
                  <a:gd name="T3" fmla="*/ 79 h 79"/>
                </a:gdLst>
                <a:ahLst/>
                <a:cxnLst>
                  <a:cxn ang="0">
                    <a:pos x="T0" y="T1"/>
                  </a:cxn>
                  <a:cxn ang="0">
                    <a:pos x="T2" y="T3"/>
                  </a:cxn>
                </a:cxnLst>
                <a:rect l="0" t="0" r="r" b="b"/>
                <a:pathLst>
                  <a:path w="30" h="79">
                    <a:moveTo>
                      <a:pt x="30" y="0"/>
                    </a:moveTo>
                    <a:cubicBezTo>
                      <a:pt x="22" y="26"/>
                      <a:pt x="7" y="66"/>
                      <a:pt x="0" y="7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06" name="Freeform 92"/>
              <p:cNvSpPr>
                <a:spLocks/>
              </p:cNvSpPr>
              <p:nvPr/>
            </p:nvSpPr>
            <p:spPr bwMode="auto">
              <a:xfrm rot="10800000">
                <a:off x="487823" y="3979678"/>
                <a:ext cx="525629" cy="61021"/>
              </a:xfrm>
              <a:custGeom>
                <a:avLst/>
                <a:gdLst>
                  <a:gd name="T0" fmla="*/ 570 w 570"/>
                  <a:gd name="T1" fmla="*/ 0 h 66"/>
                  <a:gd name="T2" fmla="*/ 0 w 570"/>
                  <a:gd name="T3" fmla="*/ 0 h 66"/>
                </a:gdLst>
                <a:ahLst/>
                <a:cxnLst>
                  <a:cxn ang="0">
                    <a:pos x="T0" y="T1"/>
                  </a:cxn>
                  <a:cxn ang="0">
                    <a:pos x="T2" y="T3"/>
                  </a:cxn>
                </a:cxnLst>
                <a:rect l="0" t="0" r="r" b="b"/>
                <a:pathLst>
                  <a:path w="570" h="66">
                    <a:moveTo>
                      <a:pt x="570" y="0"/>
                    </a:moveTo>
                    <a:cubicBezTo>
                      <a:pt x="420" y="66"/>
                      <a:pt x="38" y="3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07" name="Freeform 93"/>
              <p:cNvSpPr>
                <a:spLocks/>
              </p:cNvSpPr>
              <p:nvPr/>
            </p:nvSpPr>
            <p:spPr bwMode="auto">
              <a:xfrm rot="10800000">
                <a:off x="487823" y="4043079"/>
                <a:ext cx="525629" cy="0"/>
              </a:xfrm>
              <a:custGeom>
                <a:avLst/>
                <a:gdLst>
                  <a:gd name="T0" fmla="*/ 570 w 570"/>
                  <a:gd name="T1" fmla="*/ 0 w 570"/>
                </a:gdLst>
                <a:ahLst/>
                <a:cxnLst>
                  <a:cxn ang="0">
                    <a:pos x="T0" y="0"/>
                  </a:cxn>
                  <a:cxn ang="0">
                    <a:pos x="T1" y="0"/>
                  </a:cxn>
                </a:cxnLst>
                <a:rect l="0" t="0" r="r" b="b"/>
                <a:pathLst>
                  <a:path w="570">
                    <a:moveTo>
                      <a:pt x="570" y="0"/>
                    </a:moveTo>
                    <a:cubicBezTo>
                      <a:pt x="360" y="0"/>
                      <a:pt x="90" y="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08" name="Freeform 94"/>
              <p:cNvSpPr>
                <a:spLocks/>
              </p:cNvSpPr>
              <p:nvPr/>
            </p:nvSpPr>
            <p:spPr bwMode="auto">
              <a:xfrm rot="10800000">
                <a:off x="778302" y="4006097"/>
                <a:ext cx="20287" cy="49002"/>
              </a:xfrm>
              <a:custGeom>
                <a:avLst/>
                <a:gdLst>
                  <a:gd name="T0" fmla="*/ 22 w 22"/>
                  <a:gd name="T1" fmla="*/ 53 h 53"/>
                  <a:gd name="T2" fmla="*/ 0 w 22"/>
                  <a:gd name="T3" fmla="*/ 0 h 53"/>
                </a:gdLst>
                <a:ahLst/>
                <a:cxnLst>
                  <a:cxn ang="0">
                    <a:pos x="T0" y="T1"/>
                  </a:cxn>
                  <a:cxn ang="0">
                    <a:pos x="T2" y="T3"/>
                  </a:cxn>
                </a:cxnLst>
                <a:rect l="0" t="0" r="r" b="b"/>
                <a:pathLst>
                  <a:path w="22" h="53">
                    <a:moveTo>
                      <a:pt x="22" y="53"/>
                    </a:moveTo>
                    <a:cubicBezTo>
                      <a:pt x="15" y="33"/>
                      <a:pt x="0" y="1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09" name="Freeform 95"/>
              <p:cNvSpPr>
                <a:spLocks/>
              </p:cNvSpPr>
              <p:nvPr/>
            </p:nvSpPr>
            <p:spPr bwMode="auto">
              <a:xfrm rot="10800000">
                <a:off x="743260" y="4006097"/>
                <a:ext cx="13832" cy="49002"/>
              </a:xfrm>
              <a:custGeom>
                <a:avLst/>
                <a:gdLst>
                  <a:gd name="T0" fmla="*/ 15 w 15"/>
                  <a:gd name="T1" fmla="*/ 53 h 53"/>
                  <a:gd name="T2" fmla="*/ 0 w 15"/>
                  <a:gd name="T3" fmla="*/ 0 h 53"/>
                </a:gdLst>
                <a:ahLst/>
                <a:cxnLst>
                  <a:cxn ang="0">
                    <a:pos x="T0" y="T1"/>
                  </a:cxn>
                  <a:cxn ang="0">
                    <a:pos x="T2" y="T3"/>
                  </a:cxn>
                </a:cxnLst>
                <a:rect l="0" t="0" r="r" b="b"/>
                <a:pathLst>
                  <a:path w="15" h="53">
                    <a:moveTo>
                      <a:pt x="15" y="53"/>
                    </a:moveTo>
                    <a:cubicBezTo>
                      <a:pt x="15" y="33"/>
                      <a:pt x="7" y="1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10" name="Freeform 96"/>
              <p:cNvSpPr>
                <a:spLocks/>
              </p:cNvSpPr>
              <p:nvPr/>
            </p:nvSpPr>
            <p:spPr bwMode="auto">
              <a:xfrm rot="10800000">
                <a:off x="762089" y="4006466"/>
                <a:ext cx="27665" cy="72000"/>
              </a:xfrm>
              <a:custGeom>
                <a:avLst/>
                <a:gdLst>
                  <a:gd name="T0" fmla="*/ 30 w 30"/>
                  <a:gd name="T1" fmla="*/ 86 h 86"/>
                  <a:gd name="T2" fmla="*/ 0 w 30"/>
                  <a:gd name="T3" fmla="*/ 0 h 86"/>
                </a:gdLst>
                <a:ahLst/>
                <a:cxnLst>
                  <a:cxn ang="0">
                    <a:pos x="T0" y="T1"/>
                  </a:cxn>
                  <a:cxn ang="0">
                    <a:pos x="T2" y="T3"/>
                  </a:cxn>
                </a:cxnLst>
                <a:rect l="0" t="0" r="r" b="b"/>
                <a:pathLst>
                  <a:path w="30" h="86">
                    <a:moveTo>
                      <a:pt x="30" y="86"/>
                    </a:moveTo>
                    <a:cubicBezTo>
                      <a:pt x="23" y="60"/>
                      <a:pt x="8" y="1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11" name="Freeform 121"/>
              <p:cNvSpPr>
                <a:spLocks/>
              </p:cNvSpPr>
              <p:nvPr/>
            </p:nvSpPr>
            <p:spPr bwMode="auto">
              <a:xfrm rot="10800000">
                <a:off x="840086" y="3639971"/>
                <a:ext cx="193653" cy="36058"/>
              </a:xfrm>
              <a:custGeom>
                <a:avLst/>
                <a:gdLst>
                  <a:gd name="T0" fmla="*/ 0 w 210"/>
                  <a:gd name="T1" fmla="*/ 39 h 39"/>
                  <a:gd name="T2" fmla="*/ 210 w 210"/>
                  <a:gd name="T3" fmla="*/ 0 h 39"/>
                </a:gdLst>
                <a:ahLst/>
                <a:cxnLst>
                  <a:cxn ang="0">
                    <a:pos x="T0" y="T1"/>
                  </a:cxn>
                  <a:cxn ang="0">
                    <a:pos x="T2" y="T3"/>
                  </a:cxn>
                </a:cxnLst>
                <a:rect l="0" t="0" r="r" b="b"/>
                <a:pathLst>
                  <a:path w="210" h="39">
                    <a:moveTo>
                      <a:pt x="0" y="39"/>
                    </a:moveTo>
                    <a:cubicBezTo>
                      <a:pt x="60" y="26"/>
                      <a:pt x="150" y="0"/>
                      <a:pt x="21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12" name="Freeform 122"/>
              <p:cNvSpPr>
                <a:spLocks/>
              </p:cNvSpPr>
              <p:nvPr/>
            </p:nvSpPr>
            <p:spPr bwMode="auto">
              <a:xfrm rot="10800000">
                <a:off x="840086" y="3994078"/>
                <a:ext cx="193653" cy="36058"/>
              </a:xfrm>
              <a:custGeom>
                <a:avLst/>
                <a:gdLst>
                  <a:gd name="T0" fmla="*/ 0 w 210"/>
                  <a:gd name="T1" fmla="*/ 0 h 39"/>
                  <a:gd name="T2" fmla="*/ 210 w 210"/>
                  <a:gd name="T3" fmla="*/ 39 h 39"/>
                </a:gdLst>
                <a:ahLst/>
                <a:cxnLst>
                  <a:cxn ang="0">
                    <a:pos x="T0" y="T1"/>
                  </a:cxn>
                  <a:cxn ang="0">
                    <a:pos x="T2" y="T3"/>
                  </a:cxn>
                </a:cxnLst>
                <a:rect l="0" t="0" r="r" b="b"/>
                <a:pathLst>
                  <a:path w="210" h="39">
                    <a:moveTo>
                      <a:pt x="0" y="0"/>
                    </a:moveTo>
                    <a:cubicBezTo>
                      <a:pt x="60" y="13"/>
                      <a:pt x="150" y="39"/>
                      <a:pt x="210" y="3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13" name="Freeform 123"/>
              <p:cNvSpPr>
                <a:spLocks/>
              </p:cNvSpPr>
              <p:nvPr/>
            </p:nvSpPr>
            <p:spPr bwMode="auto">
              <a:xfrm rot="10800000">
                <a:off x="964577" y="3553987"/>
                <a:ext cx="41497" cy="55474"/>
              </a:xfrm>
              <a:custGeom>
                <a:avLst/>
                <a:gdLst>
                  <a:gd name="T0" fmla="*/ 45 w 45"/>
                  <a:gd name="T1" fmla="*/ 53 h 60"/>
                  <a:gd name="T2" fmla="*/ 0 w 45"/>
                  <a:gd name="T3" fmla="*/ 0 h 60"/>
                </a:gdLst>
                <a:ahLst/>
                <a:cxnLst>
                  <a:cxn ang="0">
                    <a:pos x="T0" y="T1"/>
                  </a:cxn>
                  <a:cxn ang="0">
                    <a:pos x="T2" y="T3"/>
                  </a:cxn>
                </a:cxnLst>
                <a:rect l="0" t="0" r="r" b="b"/>
                <a:pathLst>
                  <a:path w="45" h="60">
                    <a:moveTo>
                      <a:pt x="45" y="53"/>
                    </a:moveTo>
                    <a:cubicBezTo>
                      <a:pt x="30" y="60"/>
                      <a:pt x="7" y="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14" name="Freeform 124"/>
              <p:cNvSpPr>
                <a:spLocks/>
              </p:cNvSpPr>
              <p:nvPr/>
            </p:nvSpPr>
            <p:spPr bwMode="auto">
              <a:xfrm rot="10800000">
                <a:off x="964577" y="3560459"/>
                <a:ext cx="41497" cy="73040"/>
              </a:xfrm>
              <a:custGeom>
                <a:avLst/>
                <a:gdLst>
                  <a:gd name="T0" fmla="*/ 0 w 45"/>
                  <a:gd name="T1" fmla="*/ 26 h 79"/>
                  <a:gd name="T2" fmla="*/ 45 w 45"/>
                  <a:gd name="T3" fmla="*/ 79 h 79"/>
                </a:gdLst>
                <a:ahLst/>
                <a:cxnLst>
                  <a:cxn ang="0">
                    <a:pos x="T0" y="T1"/>
                  </a:cxn>
                  <a:cxn ang="0">
                    <a:pos x="T2" y="T3"/>
                  </a:cxn>
                </a:cxnLst>
                <a:rect l="0" t="0" r="r" b="b"/>
                <a:pathLst>
                  <a:path w="45" h="79">
                    <a:moveTo>
                      <a:pt x="0" y="26"/>
                    </a:moveTo>
                    <a:cubicBezTo>
                      <a:pt x="30" y="0"/>
                      <a:pt x="45" y="73"/>
                      <a:pt x="45" y="7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15" name="Freeform 125"/>
              <p:cNvSpPr>
                <a:spLocks/>
              </p:cNvSpPr>
              <p:nvPr/>
            </p:nvSpPr>
            <p:spPr bwMode="auto">
              <a:xfrm rot="10800000">
                <a:off x="950745" y="3560459"/>
                <a:ext cx="41497" cy="73040"/>
              </a:xfrm>
              <a:custGeom>
                <a:avLst/>
                <a:gdLst>
                  <a:gd name="T0" fmla="*/ 0 w 45"/>
                  <a:gd name="T1" fmla="*/ 13 h 79"/>
                  <a:gd name="T2" fmla="*/ 30 w 45"/>
                  <a:gd name="T3" fmla="*/ 79 h 79"/>
                </a:gdLst>
                <a:ahLst/>
                <a:cxnLst>
                  <a:cxn ang="0">
                    <a:pos x="T0" y="T1"/>
                  </a:cxn>
                  <a:cxn ang="0">
                    <a:pos x="T2" y="T3"/>
                  </a:cxn>
                </a:cxnLst>
                <a:rect l="0" t="0" r="r" b="b"/>
                <a:pathLst>
                  <a:path w="45" h="79">
                    <a:moveTo>
                      <a:pt x="0" y="13"/>
                    </a:moveTo>
                    <a:cubicBezTo>
                      <a:pt x="15" y="0"/>
                      <a:pt x="45" y="79"/>
                      <a:pt x="30" y="7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16" name="Freeform 126"/>
              <p:cNvSpPr>
                <a:spLocks/>
              </p:cNvSpPr>
              <p:nvPr/>
            </p:nvSpPr>
            <p:spPr bwMode="auto">
              <a:xfrm rot="10800000">
                <a:off x="964577" y="4055099"/>
                <a:ext cx="41497" cy="61021"/>
              </a:xfrm>
              <a:custGeom>
                <a:avLst/>
                <a:gdLst>
                  <a:gd name="T0" fmla="*/ 45 w 45"/>
                  <a:gd name="T1" fmla="*/ 13 h 66"/>
                  <a:gd name="T2" fmla="*/ 0 w 45"/>
                  <a:gd name="T3" fmla="*/ 66 h 66"/>
                </a:gdLst>
                <a:ahLst/>
                <a:cxnLst>
                  <a:cxn ang="0">
                    <a:pos x="T0" y="T1"/>
                  </a:cxn>
                  <a:cxn ang="0">
                    <a:pos x="T2" y="T3"/>
                  </a:cxn>
                </a:cxnLst>
                <a:rect l="0" t="0" r="r" b="b"/>
                <a:pathLst>
                  <a:path w="45" h="66">
                    <a:moveTo>
                      <a:pt x="45" y="13"/>
                    </a:moveTo>
                    <a:cubicBezTo>
                      <a:pt x="30" y="0"/>
                      <a:pt x="7" y="66"/>
                      <a:pt x="0" y="6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17" name="Freeform 127"/>
              <p:cNvSpPr>
                <a:spLocks/>
              </p:cNvSpPr>
              <p:nvPr/>
            </p:nvSpPr>
            <p:spPr bwMode="auto">
              <a:xfrm rot="10800000">
                <a:off x="964577" y="4030136"/>
                <a:ext cx="41497" cy="73965"/>
              </a:xfrm>
              <a:custGeom>
                <a:avLst/>
                <a:gdLst>
                  <a:gd name="T0" fmla="*/ 0 w 45"/>
                  <a:gd name="T1" fmla="*/ 53 h 80"/>
                  <a:gd name="T2" fmla="*/ 45 w 45"/>
                  <a:gd name="T3" fmla="*/ 0 h 80"/>
                </a:gdLst>
                <a:ahLst/>
                <a:cxnLst>
                  <a:cxn ang="0">
                    <a:pos x="T0" y="T1"/>
                  </a:cxn>
                  <a:cxn ang="0">
                    <a:pos x="T2" y="T3"/>
                  </a:cxn>
                </a:cxnLst>
                <a:rect l="0" t="0" r="r" b="b"/>
                <a:pathLst>
                  <a:path w="45" h="80">
                    <a:moveTo>
                      <a:pt x="0" y="53"/>
                    </a:moveTo>
                    <a:cubicBezTo>
                      <a:pt x="30" y="80"/>
                      <a:pt x="45" y="0"/>
                      <a:pt x="4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18" name="Freeform 128"/>
              <p:cNvSpPr>
                <a:spLocks/>
              </p:cNvSpPr>
              <p:nvPr/>
            </p:nvSpPr>
            <p:spPr bwMode="auto">
              <a:xfrm rot="10800000">
                <a:off x="950745" y="4030136"/>
                <a:ext cx="41497" cy="73965"/>
              </a:xfrm>
              <a:custGeom>
                <a:avLst/>
                <a:gdLst>
                  <a:gd name="T0" fmla="*/ 0 w 45"/>
                  <a:gd name="T1" fmla="*/ 60 h 80"/>
                  <a:gd name="T2" fmla="*/ 30 w 45"/>
                  <a:gd name="T3" fmla="*/ 0 h 80"/>
                </a:gdLst>
                <a:ahLst/>
                <a:cxnLst>
                  <a:cxn ang="0">
                    <a:pos x="T0" y="T1"/>
                  </a:cxn>
                  <a:cxn ang="0">
                    <a:pos x="T2" y="T3"/>
                  </a:cxn>
                </a:cxnLst>
                <a:rect l="0" t="0" r="r" b="b"/>
                <a:pathLst>
                  <a:path w="45" h="80">
                    <a:moveTo>
                      <a:pt x="0" y="60"/>
                    </a:moveTo>
                    <a:cubicBezTo>
                      <a:pt x="15" y="80"/>
                      <a:pt x="45" y="0"/>
                      <a:pt x="3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19" name="Rectangle 69"/>
              <p:cNvSpPr>
                <a:spLocks noChangeArrowheads="1"/>
              </p:cNvSpPr>
              <p:nvPr/>
            </p:nvSpPr>
            <p:spPr bwMode="auto">
              <a:xfrm rot="10800000">
                <a:off x="788249" y="4063770"/>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20" name="Rectangle 69"/>
              <p:cNvSpPr>
                <a:spLocks noChangeArrowheads="1"/>
              </p:cNvSpPr>
              <p:nvPr/>
            </p:nvSpPr>
            <p:spPr bwMode="auto">
              <a:xfrm rot="10800000">
                <a:off x="816174" y="4063770"/>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21" name="Rectangle 69"/>
              <p:cNvSpPr>
                <a:spLocks noChangeArrowheads="1"/>
              </p:cNvSpPr>
              <p:nvPr/>
            </p:nvSpPr>
            <p:spPr bwMode="auto">
              <a:xfrm rot="10800000">
                <a:off x="788265" y="3592348"/>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22" name="Rectangle 69"/>
              <p:cNvSpPr>
                <a:spLocks noChangeArrowheads="1"/>
              </p:cNvSpPr>
              <p:nvPr/>
            </p:nvSpPr>
            <p:spPr bwMode="auto">
              <a:xfrm rot="10800000">
                <a:off x="816190" y="3592348"/>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23" name="Rectangle 69"/>
              <p:cNvSpPr>
                <a:spLocks noChangeArrowheads="1"/>
              </p:cNvSpPr>
              <p:nvPr/>
            </p:nvSpPr>
            <p:spPr bwMode="auto">
              <a:xfrm rot="10800000">
                <a:off x="535879" y="4059024"/>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24" name="Rectangle 69"/>
              <p:cNvSpPr>
                <a:spLocks noChangeArrowheads="1"/>
              </p:cNvSpPr>
              <p:nvPr/>
            </p:nvSpPr>
            <p:spPr bwMode="auto">
              <a:xfrm rot="10800000">
                <a:off x="563804" y="4059024"/>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25" name="Rectangle 69"/>
              <p:cNvSpPr>
                <a:spLocks noChangeArrowheads="1"/>
              </p:cNvSpPr>
              <p:nvPr/>
            </p:nvSpPr>
            <p:spPr bwMode="auto">
              <a:xfrm rot="10800000">
                <a:off x="535895" y="3597126"/>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626" name="Rectangle 69"/>
              <p:cNvSpPr>
                <a:spLocks noChangeArrowheads="1"/>
              </p:cNvSpPr>
              <p:nvPr/>
            </p:nvSpPr>
            <p:spPr bwMode="auto">
              <a:xfrm rot="10800000">
                <a:off x="563820" y="3597126"/>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grpSp>
        <p:grpSp>
          <p:nvGrpSpPr>
            <p:cNvPr id="236" name="组合 235"/>
            <p:cNvGrpSpPr/>
            <p:nvPr/>
          </p:nvGrpSpPr>
          <p:grpSpPr>
            <a:xfrm rot="10800000">
              <a:off x="2178295" y="2346630"/>
              <a:ext cx="754621" cy="297837"/>
              <a:chOff x="142014" y="3553987"/>
              <a:chExt cx="1320528" cy="562133"/>
            </a:xfrm>
          </p:grpSpPr>
          <p:sp>
            <p:nvSpPr>
              <p:cNvPr id="483" name="Freeform 5"/>
              <p:cNvSpPr>
                <a:spLocks/>
              </p:cNvSpPr>
              <p:nvPr/>
            </p:nvSpPr>
            <p:spPr bwMode="auto">
              <a:xfrm rot="10800000">
                <a:off x="1296554" y="3602989"/>
                <a:ext cx="165988" cy="464129"/>
              </a:xfrm>
              <a:custGeom>
                <a:avLst/>
                <a:gdLst>
                  <a:gd name="T0" fmla="*/ 180 w 180"/>
                  <a:gd name="T1" fmla="*/ 502 h 502"/>
                  <a:gd name="T2" fmla="*/ 180 w 180"/>
                  <a:gd name="T3" fmla="*/ 0 h 502"/>
                </a:gdLst>
                <a:ahLst/>
                <a:cxnLst>
                  <a:cxn ang="0">
                    <a:pos x="T0" y="T1"/>
                  </a:cxn>
                  <a:cxn ang="0">
                    <a:pos x="T2" y="T3"/>
                  </a:cxn>
                </a:cxnLst>
                <a:rect l="0" t="0" r="r" b="b"/>
                <a:pathLst>
                  <a:path w="180" h="502">
                    <a:moveTo>
                      <a:pt x="180" y="502"/>
                    </a:moveTo>
                    <a:cubicBezTo>
                      <a:pt x="15" y="396"/>
                      <a:pt x="0" y="132"/>
                      <a:pt x="18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84" name="Freeform 6"/>
              <p:cNvSpPr>
                <a:spLocks/>
              </p:cNvSpPr>
              <p:nvPr/>
            </p:nvSpPr>
            <p:spPr bwMode="auto">
              <a:xfrm rot="10800000">
                <a:off x="1102901" y="3578950"/>
                <a:ext cx="193653" cy="24039"/>
              </a:xfrm>
              <a:custGeom>
                <a:avLst/>
                <a:gdLst>
                  <a:gd name="T0" fmla="*/ 0 w 210"/>
                  <a:gd name="T1" fmla="*/ 0 h 26"/>
                  <a:gd name="T2" fmla="*/ 210 w 210"/>
                  <a:gd name="T3" fmla="*/ 13 h 26"/>
                </a:gdLst>
                <a:ahLst/>
                <a:cxnLst>
                  <a:cxn ang="0">
                    <a:pos x="T0" y="T1"/>
                  </a:cxn>
                  <a:cxn ang="0">
                    <a:pos x="T2" y="T3"/>
                  </a:cxn>
                </a:cxnLst>
                <a:rect l="0" t="0" r="r" b="b"/>
                <a:pathLst>
                  <a:path w="210" h="26">
                    <a:moveTo>
                      <a:pt x="0" y="0"/>
                    </a:moveTo>
                    <a:cubicBezTo>
                      <a:pt x="105" y="26"/>
                      <a:pt x="165" y="13"/>
                      <a:pt x="210" y="1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85" name="Freeform 7"/>
              <p:cNvSpPr>
                <a:spLocks/>
              </p:cNvSpPr>
              <p:nvPr/>
            </p:nvSpPr>
            <p:spPr bwMode="auto">
              <a:xfrm rot="10800000">
                <a:off x="1372170" y="3725031"/>
                <a:ext cx="48874" cy="220045"/>
              </a:xfrm>
              <a:custGeom>
                <a:avLst/>
                <a:gdLst>
                  <a:gd name="T0" fmla="*/ 53 w 53"/>
                  <a:gd name="T1" fmla="*/ 238 h 238"/>
                  <a:gd name="T2" fmla="*/ 53 w 53"/>
                  <a:gd name="T3" fmla="*/ 0 h 238"/>
                </a:gdLst>
                <a:ahLst/>
                <a:cxnLst>
                  <a:cxn ang="0">
                    <a:pos x="T0" y="T1"/>
                  </a:cxn>
                  <a:cxn ang="0">
                    <a:pos x="T2" y="T3"/>
                  </a:cxn>
                </a:cxnLst>
                <a:rect l="0" t="0" r="r" b="b"/>
                <a:pathLst>
                  <a:path w="53" h="238">
                    <a:moveTo>
                      <a:pt x="53" y="238"/>
                    </a:moveTo>
                    <a:cubicBezTo>
                      <a:pt x="0" y="185"/>
                      <a:pt x="0" y="79"/>
                      <a:pt x="53"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86" name="Freeform 8"/>
              <p:cNvSpPr>
                <a:spLocks/>
              </p:cNvSpPr>
              <p:nvPr/>
            </p:nvSpPr>
            <p:spPr bwMode="auto">
              <a:xfrm rot="10800000">
                <a:off x="1282721" y="3615008"/>
                <a:ext cx="110659" cy="122042"/>
              </a:xfrm>
              <a:custGeom>
                <a:avLst/>
                <a:gdLst>
                  <a:gd name="T0" fmla="*/ 48 w 256"/>
                  <a:gd name="T1" fmla="*/ 32 h 320"/>
                  <a:gd name="T2" fmla="*/ 96 w 256"/>
                  <a:gd name="T3" fmla="*/ 160 h 320"/>
                  <a:gd name="T4" fmla="*/ 176 w 256"/>
                  <a:gd name="T5" fmla="*/ 272 h 320"/>
                  <a:gd name="T6" fmla="*/ 192 w 256"/>
                  <a:gd name="T7" fmla="*/ 208 h 320"/>
                  <a:gd name="T8" fmla="*/ 96 w 256"/>
                  <a:gd name="T9" fmla="*/ 64 h 320"/>
                  <a:gd name="T10" fmla="*/ 48 w 256"/>
                  <a:gd name="T11" fmla="*/ 32 h 320"/>
                </a:gdLst>
                <a:ahLst/>
                <a:cxnLst>
                  <a:cxn ang="0">
                    <a:pos x="T0" y="T1"/>
                  </a:cxn>
                  <a:cxn ang="0">
                    <a:pos x="T2" y="T3"/>
                  </a:cxn>
                  <a:cxn ang="0">
                    <a:pos x="T4" y="T5"/>
                  </a:cxn>
                  <a:cxn ang="0">
                    <a:pos x="T6" y="T7"/>
                  </a:cxn>
                  <a:cxn ang="0">
                    <a:pos x="T8" y="T9"/>
                  </a:cxn>
                  <a:cxn ang="0">
                    <a:pos x="T10" y="T11"/>
                  </a:cxn>
                </a:cxnLst>
                <a:rect l="0" t="0" r="r" b="b"/>
                <a:pathLst>
                  <a:path w="256" h="320">
                    <a:moveTo>
                      <a:pt x="48" y="32"/>
                    </a:moveTo>
                    <a:cubicBezTo>
                      <a:pt x="0" y="0"/>
                      <a:pt x="80" y="128"/>
                      <a:pt x="96" y="160"/>
                    </a:cubicBezTo>
                    <a:cubicBezTo>
                      <a:pt x="96" y="208"/>
                      <a:pt x="144" y="256"/>
                      <a:pt x="176" y="272"/>
                    </a:cubicBezTo>
                    <a:cubicBezTo>
                      <a:pt x="256" y="320"/>
                      <a:pt x="208" y="224"/>
                      <a:pt x="192" y="208"/>
                    </a:cubicBezTo>
                    <a:cubicBezTo>
                      <a:pt x="160" y="160"/>
                      <a:pt x="128" y="112"/>
                      <a:pt x="96" y="64"/>
                    </a:cubicBezTo>
                    <a:cubicBezTo>
                      <a:pt x="80" y="48"/>
                      <a:pt x="64" y="48"/>
                      <a:pt x="48" y="32"/>
                    </a:cubicBezTo>
                  </a:path>
                </a:pathLst>
              </a:custGeom>
              <a:solidFill>
                <a:srgbClr val="FFFFFF"/>
              </a:solidFill>
              <a:ln w="3175">
                <a:solidFill>
                  <a:schemeClr val="tx1"/>
                </a:solidFill>
                <a:prstDash val="solid"/>
                <a:round/>
                <a:headEnd/>
                <a:tailEnd/>
              </a:ln>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87" name="Freeform 9"/>
              <p:cNvSpPr>
                <a:spLocks/>
              </p:cNvSpPr>
              <p:nvPr/>
            </p:nvSpPr>
            <p:spPr bwMode="auto">
              <a:xfrm rot="10800000">
                <a:off x="1282721" y="3615008"/>
                <a:ext cx="110659" cy="122042"/>
              </a:xfrm>
              <a:custGeom>
                <a:avLst/>
                <a:gdLst>
                  <a:gd name="T0" fmla="*/ 23 w 120"/>
                  <a:gd name="T1" fmla="*/ 13 h 132"/>
                  <a:gd name="T2" fmla="*/ 45 w 120"/>
                  <a:gd name="T3" fmla="*/ 66 h 132"/>
                  <a:gd name="T4" fmla="*/ 82 w 120"/>
                  <a:gd name="T5" fmla="*/ 112 h 132"/>
                  <a:gd name="T6" fmla="*/ 90 w 120"/>
                  <a:gd name="T7" fmla="*/ 86 h 132"/>
                  <a:gd name="T8" fmla="*/ 45 w 120"/>
                  <a:gd name="T9" fmla="*/ 26 h 132"/>
                  <a:gd name="T10" fmla="*/ 23 w 120"/>
                  <a:gd name="T11" fmla="*/ 13 h 132"/>
                </a:gdLst>
                <a:ahLst/>
                <a:cxnLst>
                  <a:cxn ang="0">
                    <a:pos x="T0" y="T1"/>
                  </a:cxn>
                  <a:cxn ang="0">
                    <a:pos x="T2" y="T3"/>
                  </a:cxn>
                  <a:cxn ang="0">
                    <a:pos x="T4" y="T5"/>
                  </a:cxn>
                  <a:cxn ang="0">
                    <a:pos x="T6" y="T7"/>
                  </a:cxn>
                  <a:cxn ang="0">
                    <a:pos x="T8" y="T9"/>
                  </a:cxn>
                  <a:cxn ang="0">
                    <a:pos x="T10" y="T11"/>
                  </a:cxn>
                </a:cxnLst>
                <a:rect l="0" t="0" r="r" b="b"/>
                <a:pathLst>
                  <a:path w="120" h="132">
                    <a:moveTo>
                      <a:pt x="23" y="13"/>
                    </a:moveTo>
                    <a:cubicBezTo>
                      <a:pt x="0" y="0"/>
                      <a:pt x="38" y="53"/>
                      <a:pt x="45" y="66"/>
                    </a:cubicBezTo>
                    <a:cubicBezTo>
                      <a:pt x="45" y="86"/>
                      <a:pt x="68" y="105"/>
                      <a:pt x="82" y="112"/>
                    </a:cubicBezTo>
                    <a:cubicBezTo>
                      <a:pt x="120" y="132"/>
                      <a:pt x="97" y="92"/>
                      <a:pt x="90" y="86"/>
                    </a:cubicBezTo>
                    <a:cubicBezTo>
                      <a:pt x="75" y="66"/>
                      <a:pt x="60" y="46"/>
                      <a:pt x="45" y="26"/>
                    </a:cubicBezTo>
                    <a:cubicBezTo>
                      <a:pt x="38" y="19"/>
                      <a:pt x="30" y="19"/>
                      <a:pt x="23" y="1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88" name="Freeform 10"/>
              <p:cNvSpPr>
                <a:spLocks/>
              </p:cNvSpPr>
              <p:nvPr/>
            </p:nvSpPr>
            <p:spPr bwMode="auto">
              <a:xfrm rot="10800000">
                <a:off x="1282721" y="3933057"/>
                <a:ext cx="110659" cy="122042"/>
              </a:xfrm>
              <a:custGeom>
                <a:avLst/>
                <a:gdLst>
                  <a:gd name="T0" fmla="*/ 48 w 256"/>
                  <a:gd name="T1" fmla="*/ 304 h 320"/>
                  <a:gd name="T2" fmla="*/ 96 w 256"/>
                  <a:gd name="T3" fmla="*/ 160 h 320"/>
                  <a:gd name="T4" fmla="*/ 176 w 256"/>
                  <a:gd name="T5" fmla="*/ 64 h 320"/>
                  <a:gd name="T6" fmla="*/ 192 w 256"/>
                  <a:gd name="T7" fmla="*/ 128 h 320"/>
                  <a:gd name="T8" fmla="*/ 96 w 256"/>
                  <a:gd name="T9" fmla="*/ 256 h 320"/>
                  <a:gd name="T10" fmla="*/ 48 w 256"/>
                  <a:gd name="T11" fmla="*/ 304 h 320"/>
                </a:gdLst>
                <a:ahLst/>
                <a:cxnLst>
                  <a:cxn ang="0">
                    <a:pos x="T0" y="T1"/>
                  </a:cxn>
                  <a:cxn ang="0">
                    <a:pos x="T2" y="T3"/>
                  </a:cxn>
                  <a:cxn ang="0">
                    <a:pos x="T4" y="T5"/>
                  </a:cxn>
                  <a:cxn ang="0">
                    <a:pos x="T6" y="T7"/>
                  </a:cxn>
                  <a:cxn ang="0">
                    <a:pos x="T8" y="T9"/>
                  </a:cxn>
                  <a:cxn ang="0">
                    <a:pos x="T10" y="T11"/>
                  </a:cxn>
                </a:cxnLst>
                <a:rect l="0" t="0" r="r" b="b"/>
                <a:pathLst>
                  <a:path w="256" h="320">
                    <a:moveTo>
                      <a:pt x="48" y="304"/>
                    </a:moveTo>
                    <a:cubicBezTo>
                      <a:pt x="0" y="320"/>
                      <a:pt x="80" y="208"/>
                      <a:pt x="96" y="160"/>
                    </a:cubicBezTo>
                    <a:cubicBezTo>
                      <a:pt x="112" y="112"/>
                      <a:pt x="144" y="80"/>
                      <a:pt x="176" y="64"/>
                    </a:cubicBezTo>
                    <a:cubicBezTo>
                      <a:pt x="256" y="0"/>
                      <a:pt x="208" y="112"/>
                      <a:pt x="192" y="128"/>
                    </a:cubicBezTo>
                    <a:cubicBezTo>
                      <a:pt x="160" y="160"/>
                      <a:pt x="128" y="224"/>
                      <a:pt x="96" y="256"/>
                    </a:cubicBezTo>
                    <a:cubicBezTo>
                      <a:pt x="80" y="288"/>
                      <a:pt x="64" y="288"/>
                      <a:pt x="48" y="304"/>
                    </a:cubicBezTo>
                  </a:path>
                </a:pathLst>
              </a:custGeom>
              <a:solidFill>
                <a:srgbClr val="FFFFFF"/>
              </a:solidFill>
              <a:ln w="3175">
                <a:solidFill>
                  <a:schemeClr val="tx1"/>
                </a:solidFill>
                <a:prstDash val="solid"/>
                <a:round/>
                <a:headEnd/>
                <a:tailEnd/>
              </a:ln>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89" name="Freeform 11"/>
              <p:cNvSpPr>
                <a:spLocks/>
              </p:cNvSpPr>
              <p:nvPr/>
            </p:nvSpPr>
            <p:spPr bwMode="auto">
              <a:xfrm rot="10800000">
                <a:off x="1282721" y="3933057"/>
                <a:ext cx="110659" cy="122042"/>
              </a:xfrm>
              <a:custGeom>
                <a:avLst/>
                <a:gdLst>
                  <a:gd name="T0" fmla="*/ 23 w 120"/>
                  <a:gd name="T1" fmla="*/ 126 h 132"/>
                  <a:gd name="T2" fmla="*/ 45 w 120"/>
                  <a:gd name="T3" fmla="*/ 66 h 132"/>
                  <a:gd name="T4" fmla="*/ 82 w 120"/>
                  <a:gd name="T5" fmla="*/ 27 h 132"/>
                  <a:gd name="T6" fmla="*/ 90 w 120"/>
                  <a:gd name="T7" fmla="*/ 53 h 132"/>
                  <a:gd name="T8" fmla="*/ 45 w 120"/>
                  <a:gd name="T9" fmla="*/ 106 h 132"/>
                  <a:gd name="T10" fmla="*/ 23 w 120"/>
                  <a:gd name="T11" fmla="*/ 126 h 132"/>
                </a:gdLst>
                <a:ahLst/>
                <a:cxnLst>
                  <a:cxn ang="0">
                    <a:pos x="T0" y="T1"/>
                  </a:cxn>
                  <a:cxn ang="0">
                    <a:pos x="T2" y="T3"/>
                  </a:cxn>
                  <a:cxn ang="0">
                    <a:pos x="T4" y="T5"/>
                  </a:cxn>
                  <a:cxn ang="0">
                    <a:pos x="T6" y="T7"/>
                  </a:cxn>
                  <a:cxn ang="0">
                    <a:pos x="T8" y="T9"/>
                  </a:cxn>
                  <a:cxn ang="0">
                    <a:pos x="T10" y="T11"/>
                  </a:cxn>
                </a:cxnLst>
                <a:rect l="0" t="0" r="r" b="b"/>
                <a:pathLst>
                  <a:path w="120" h="132">
                    <a:moveTo>
                      <a:pt x="23" y="126"/>
                    </a:moveTo>
                    <a:cubicBezTo>
                      <a:pt x="0" y="132"/>
                      <a:pt x="38" y="86"/>
                      <a:pt x="45" y="66"/>
                    </a:cubicBezTo>
                    <a:cubicBezTo>
                      <a:pt x="53" y="46"/>
                      <a:pt x="68" y="33"/>
                      <a:pt x="82" y="27"/>
                    </a:cubicBezTo>
                    <a:cubicBezTo>
                      <a:pt x="120" y="0"/>
                      <a:pt x="97" y="46"/>
                      <a:pt x="90" y="53"/>
                    </a:cubicBezTo>
                    <a:cubicBezTo>
                      <a:pt x="75" y="66"/>
                      <a:pt x="60" y="93"/>
                      <a:pt x="45" y="106"/>
                    </a:cubicBezTo>
                    <a:cubicBezTo>
                      <a:pt x="38" y="119"/>
                      <a:pt x="30" y="119"/>
                      <a:pt x="23" y="12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90" name="Freeform 12"/>
              <p:cNvSpPr>
                <a:spLocks/>
              </p:cNvSpPr>
              <p:nvPr/>
            </p:nvSpPr>
            <p:spPr bwMode="auto">
              <a:xfrm rot="10800000">
                <a:off x="1144398" y="3676029"/>
                <a:ext cx="248982" cy="73965"/>
              </a:xfrm>
              <a:custGeom>
                <a:avLst/>
                <a:gdLst>
                  <a:gd name="T0" fmla="*/ 270 w 270"/>
                  <a:gd name="T1" fmla="*/ 80 h 80"/>
                  <a:gd name="T2" fmla="*/ 0 w 270"/>
                  <a:gd name="T3" fmla="*/ 0 h 80"/>
                </a:gdLst>
                <a:ahLst/>
                <a:cxnLst>
                  <a:cxn ang="0">
                    <a:pos x="T0" y="T1"/>
                  </a:cxn>
                  <a:cxn ang="0">
                    <a:pos x="T2" y="T3"/>
                  </a:cxn>
                </a:cxnLst>
                <a:rect l="0" t="0" r="r" b="b"/>
                <a:pathLst>
                  <a:path w="270" h="80">
                    <a:moveTo>
                      <a:pt x="270" y="80"/>
                    </a:moveTo>
                    <a:cubicBezTo>
                      <a:pt x="180" y="53"/>
                      <a:pt x="60" y="5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91" name="Freeform 13"/>
              <p:cNvSpPr>
                <a:spLocks/>
              </p:cNvSpPr>
              <p:nvPr/>
            </p:nvSpPr>
            <p:spPr bwMode="auto">
              <a:xfrm rot="10800000">
                <a:off x="1144398" y="3920113"/>
                <a:ext cx="248982" cy="73965"/>
              </a:xfrm>
              <a:custGeom>
                <a:avLst/>
                <a:gdLst>
                  <a:gd name="T0" fmla="*/ 270 w 270"/>
                  <a:gd name="T1" fmla="*/ 0 h 80"/>
                  <a:gd name="T2" fmla="*/ 0 w 270"/>
                  <a:gd name="T3" fmla="*/ 80 h 80"/>
                </a:gdLst>
                <a:ahLst/>
                <a:cxnLst>
                  <a:cxn ang="0">
                    <a:pos x="T0" y="T1"/>
                  </a:cxn>
                  <a:cxn ang="0">
                    <a:pos x="T2" y="T3"/>
                  </a:cxn>
                </a:cxnLst>
                <a:rect l="0" t="0" r="r" b="b"/>
                <a:pathLst>
                  <a:path w="270" h="80">
                    <a:moveTo>
                      <a:pt x="270" y="0"/>
                    </a:moveTo>
                    <a:cubicBezTo>
                      <a:pt x="180" y="27"/>
                      <a:pt x="60" y="27"/>
                      <a:pt x="0" y="8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92" name="Oval 17"/>
              <p:cNvSpPr>
                <a:spLocks noChangeArrowheads="1"/>
              </p:cNvSpPr>
              <p:nvPr/>
            </p:nvSpPr>
            <p:spPr bwMode="auto">
              <a:xfrm rot="10800000">
                <a:off x="1390765" y="3804543"/>
                <a:ext cx="13832" cy="61021"/>
              </a:xfrm>
              <a:prstGeom prst="ellipse">
                <a:avLst/>
              </a:pr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93" name="Freeform 18"/>
              <p:cNvSpPr>
                <a:spLocks/>
              </p:cNvSpPr>
              <p:nvPr/>
            </p:nvSpPr>
            <p:spPr bwMode="auto">
              <a:xfrm rot="10800000">
                <a:off x="1365715" y="3737050"/>
                <a:ext cx="27665" cy="208026"/>
              </a:xfrm>
              <a:custGeom>
                <a:avLst/>
                <a:gdLst>
                  <a:gd name="T0" fmla="*/ 30 w 30"/>
                  <a:gd name="T1" fmla="*/ 225 h 225"/>
                  <a:gd name="T2" fmla="*/ 30 w 30"/>
                  <a:gd name="T3" fmla="*/ 0 h 225"/>
                </a:gdLst>
                <a:ahLst/>
                <a:cxnLst>
                  <a:cxn ang="0">
                    <a:pos x="T0" y="T1"/>
                  </a:cxn>
                  <a:cxn ang="0">
                    <a:pos x="T2" y="T3"/>
                  </a:cxn>
                </a:cxnLst>
                <a:rect l="0" t="0" r="r" b="b"/>
                <a:pathLst>
                  <a:path w="30" h="225">
                    <a:moveTo>
                      <a:pt x="30" y="225"/>
                    </a:moveTo>
                    <a:cubicBezTo>
                      <a:pt x="0" y="165"/>
                      <a:pt x="0" y="106"/>
                      <a:pt x="3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94" name="Freeform 19"/>
              <p:cNvSpPr>
                <a:spLocks/>
              </p:cNvSpPr>
              <p:nvPr/>
            </p:nvSpPr>
            <p:spPr bwMode="auto">
              <a:xfrm rot="10800000">
                <a:off x="1075236" y="3627028"/>
                <a:ext cx="235150" cy="24963"/>
              </a:xfrm>
              <a:custGeom>
                <a:avLst/>
                <a:gdLst>
                  <a:gd name="T0" fmla="*/ 0 w 255"/>
                  <a:gd name="T1" fmla="*/ 0 h 27"/>
                  <a:gd name="T2" fmla="*/ 255 w 255"/>
                  <a:gd name="T3" fmla="*/ 0 h 27"/>
                </a:gdLst>
                <a:ahLst/>
                <a:cxnLst>
                  <a:cxn ang="0">
                    <a:pos x="T0" y="T1"/>
                  </a:cxn>
                  <a:cxn ang="0">
                    <a:pos x="T2" y="T3"/>
                  </a:cxn>
                </a:cxnLst>
                <a:rect l="0" t="0" r="r" b="b"/>
                <a:pathLst>
                  <a:path w="255" h="27">
                    <a:moveTo>
                      <a:pt x="0" y="0"/>
                    </a:moveTo>
                    <a:cubicBezTo>
                      <a:pt x="90" y="0"/>
                      <a:pt x="195" y="27"/>
                      <a:pt x="25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95" name="Freeform 20"/>
              <p:cNvSpPr>
                <a:spLocks/>
              </p:cNvSpPr>
              <p:nvPr/>
            </p:nvSpPr>
            <p:spPr bwMode="auto">
              <a:xfrm rot="10800000">
                <a:off x="1075236" y="4018116"/>
                <a:ext cx="235150" cy="24963"/>
              </a:xfrm>
              <a:custGeom>
                <a:avLst/>
                <a:gdLst>
                  <a:gd name="T0" fmla="*/ 0 w 255"/>
                  <a:gd name="T1" fmla="*/ 27 h 27"/>
                  <a:gd name="T2" fmla="*/ 255 w 255"/>
                  <a:gd name="T3" fmla="*/ 27 h 27"/>
                </a:gdLst>
                <a:ahLst/>
                <a:cxnLst>
                  <a:cxn ang="0">
                    <a:pos x="T0" y="T1"/>
                  </a:cxn>
                  <a:cxn ang="0">
                    <a:pos x="T2" y="T3"/>
                  </a:cxn>
                </a:cxnLst>
                <a:rect l="0" t="0" r="r" b="b"/>
                <a:pathLst>
                  <a:path w="255" h="27">
                    <a:moveTo>
                      <a:pt x="0" y="27"/>
                    </a:moveTo>
                    <a:cubicBezTo>
                      <a:pt x="90" y="27"/>
                      <a:pt x="195" y="0"/>
                      <a:pt x="255" y="2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96" name="Freeform 21"/>
              <p:cNvSpPr>
                <a:spLocks/>
              </p:cNvSpPr>
              <p:nvPr/>
            </p:nvSpPr>
            <p:spPr bwMode="auto">
              <a:xfrm rot="10800000">
                <a:off x="1033739" y="3615008"/>
                <a:ext cx="262814" cy="24963"/>
              </a:xfrm>
              <a:custGeom>
                <a:avLst/>
                <a:gdLst>
                  <a:gd name="T0" fmla="*/ 0 w 285"/>
                  <a:gd name="T1" fmla="*/ 0 h 27"/>
                  <a:gd name="T2" fmla="*/ 285 w 285"/>
                  <a:gd name="T3" fmla="*/ 0 h 27"/>
                </a:gdLst>
                <a:ahLst/>
                <a:cxnLst>
                  <a:cxn ang="0">
                    <a:pos x="T0" y="T1"/>
                  </a:cxn>
                  <a:cxn ang="0">
                    <a:pos x="T2" y="T3"/>
                  </a:cxn>
                </a:cxnLst>
                <a:rect l="0" t="0" r="r" b="b"/>
                <a:pathLst>
                  <a:path w="285" h="27">
                    <a:moveTo>
                      <a:pt x="0" y="0"/>
                    </a:moveTo>
                    <a:cubicBezTo>
                      <a:pt x="105" y="0"/>
                      <a:pt x="217" y="27"/>
                      <a:pt x="28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97" name="Freeform 22"/>
              <p:cNvSpPr>
                <a:spLocks/>
              </p:cNvSpPr>
              <p:nvPr/>
            </p:nvSpPr>
            <p:spPr bwMode="auto">
              <a:xfrm rot="10800000">
                <a:off x="1033739" y="4030136"/>
                <a:ext cx="262814" cy="24963"/>
              </a:xfrm>
              <a:custGeom>
                <a:avLst/>
                <a:gdLst>
                  <a:gd name="T0" fmla="*/ 0 w 285"/>
                  <a:gd name="T1" fmla="*/ 27 h 27"/>
                  <a:gd name="T2" fmla="*/ 285 w 285"/>
                  <a:gd name="T3" fmla="*/ 27 h 27"/>
                </a:gdLst>
                <a:ahLst/>
                <a:cxnLst>
                  <a:cxn ang="0">
                    <a:pos x="T0" y="T1"/>
                  </a:cxn>
                  <a:cxn ang="0">
                    <a:pos x="T2" y="T3"/>
                  </a:cxn>
                </a:cxnLst>
                <a:rect l="0" t="0" r="r" b="b"/>
                <a:pathLst>
                  <a:path w="285" h="27">
                    <a:moveTo>
                      <a:pt x="0" y="27"/>
                    </a:moveTo>
                    <a:cubicBezTo>
                      <a:pt x="105" y="27"/>
                      <a:pt x="217" y="0"/>
                      <a:pt x="285" y="2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98" name="Freeform 26"/>
              <p:cNvSpPr>
                <a:spLocks/>
              </p:cNvSpPr>
              <p:nvPr/>
            </p:nvSpPr>
            <p:spPr bwMode="auto">
              <a:xfrm rot="10800000">
                <a:off x="1061404" y="4060646"/>
                <a:ext cx="90371" cy="12944"/>
              </a:xfrm>
              <a:custGeom>
                <a:avLst/>
                <a:gdLst>
                  <a:gd name="T0" fmla="*/ 0 w 98"/>
                  <a:gd name="T1" fmla="*/ 7 h 14"/>
                  <a:gd name="T2" fmla="*/ 53 w 98"/>
                  <a:gd name="T3" fmla="*/ 0 h 14"/>
                  <a:gd name="T4" fmla="*/ 98 w 98"/>
                  <a:gd name="T5" fmla="*/ 7 h 14"/>
                  <a:gd name="T6" fmla="*/ 53 w 98"/>
                  <a:gd name="T7" fmla="*/ 14 h 14"/>
                  <a:gd name="T8" fmla="*/ 0 w 98"/>
                  <a:gd name="T9" fmla="*/ 7 h 14"/>
                </a:gdLst>
                <a:ahLst/>
                <a:cxnLst>
                  <a:cxn ang="0">
                    <a:pos x="T0" y="T1"/>
                  </a:cxn>
                  <a:cxn ang="0">
                    <a:pos x="T2" y="T3"/>
                  </a:cxn>
                  <a:cxn ang="0">
                    <a:pos x="T4" y="T5"/>
                  </a:cxn>
                  <a:cxn ang="0">
                    <a:pos x="T6" y="T7"/>
                  </a:cxn>
                  <a:cxn ang="0">
                    <a:pos x="T8" y="T9"/>
                  </a:cxn>
                </a:cxnLst>
                <a:rect l="0" t="0" r="r" b="b"/>
                <a:pathLst>
                  <a:path w="98" h="14">
                    <a:moveTo>
                      <a:pt x="0" y="7"/>
                    </a:moveTo>
                    <a:cubicBezTo>
                      <a:pt x="0" y="0"/>
                      <a:pt x="23" y="0"/>
                      <a:pt x="53" y="0"/>
                    </a:cubicBezTo>
                    <a:cubicBezTo>
                      <a:pt x="75" y="0"/>
                      <a:pt x="98" y="0"/>
                      <a:pt x="98" y="7"/>
                    </a:cubicBezTo>
                    <a:cubicBezTo>
                      <a:pt x="98" y="7"/>
                      <a:pt x="75" y="14"/>
                      <a:pt x="53" y="14"/>
                    </a:cubicBezTo>
                    <a:cubicBezTo>
                      <a:pt x="23" y="14"/>
                      <a:pt x="0" y="7"/>
                      <a:pt x="0" y="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99" name="Freeform 30"/>
              <p:cNvSpPr>
                <a:spLocks/>
              </p:cNvSpPr>
              <p:nvPr/>
            </p:nvSpPr>
            <p:spPr bwMode="auto">
              <a:xfrm rot="10800000">
                <a:off x="1061404" y="3596517"/>
                <a:ext cx="90371" cy="12944"/>
              </a:xfrm>
              <a:custGeom>
                <a:avLst/>
                <a:gdLst>
                  <a:gd name="T0" fmla="*/ 0 w 98"/>
                  <a:gd name="T1" fmla="*/ 7 h 14"/>
                  <a:gd name="T2" fmla="*/ 53 w 98"/>
                  <a:gd name="T3" fmla="*/ 0 h 14"/>
                  <a:gd name="T4" fmla="*/ 98 w 98"/>
                  <a:gd name="T5" fmla="*/ 7 h 14"/>
                  <a:gd name="T6" fmla="*/ 53 w 98"/>
                  <a:gd name="T7" fmla="*/ 14 h 14"/>
                  <a:gd name="T8" fmla="*/ 0 w 98"/>
                  <a:gd name="T9" fmla="*/ 7 h 14"/>
                </a:gdLst>
                <a:ahLst/>
                <a:cxnLst>
                  <a:cxn ang="0">
                    <a:pos x="T0" y="T1"/>
                  </a:cxn>
                  <a:cxn ang="0">
                    <a:pos x="T2" y="T3"/>
                  </a:cxn>
                  <a:cxn ang="0">
                    <a:pos x="T4" y="T5"/>
                  </a:cxn>
                  <a:cxn ang="0">
                    <a:pos x="T6" y="T7"/>
                  </a:cxn>
                  <a:cxn ang="0">
                    <a:pos x="T8" y="T9"/>
                  </a:cxn>
                </a:cxnLst>
                <a:rect l="0" t="0" r="r" b="b"/>
                <a:pathLst>
                  <a:path w="98" h="14">
                    <a:moveTo>
                      <a:pt x="0" y="7"/>
                    </a:moveTo>
                    <a:cubicBezTo>
                      <a:pt x="0" y="0"/>
                      <a:pt x="23" y="0"/>
                      <a:pt x="53" y="0"/>
                    </a:cubicBezTo>
                    <a:cubicBezTo>
                      <a:pt x="75" y="0"/>
                      <a:pt x="98" y="0"/>
                      <a:pt x="98" y="7"/>
                    </a:cubicBezTo>
                    <a:cubicBezTo>
                      <a:pt x="98" y="7"/>
                      <a:pt x="75" y="14"/>
                      <a:pt x="53" y="14"/>
                    </a:cubicBezTo>
                    <a:cubicBezTo>
                      <a:pt x="23" y="14"/>
                      <a:pt x="0" y="7"/>
                      <a:pt x="0" y="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00" name="Freeform 31"/>
              <p:cNvSpPr>
                <a:spLocks/>
              </p:cNvSpPr>
              <p:nvPr/>
            </p:nvSpPr>
            <p:spPr bwMode="auto">
              <a:xfrm rot="10800000">
                <a:off x="1089069" y="3651991"/>
                <a:ext cx="62707" cy="366126"/>
              </a:xfrm>
              <a:custGeom>
                <a:avLst/>
                <a:gdLst>
                  <a:gd name="T0" fmla="*/ 68 w 68"/>
                  <a:gd name="T1" fmla="*/ 396 h 396"/>
                  <a:gd name="T2" fmla="*/ 68 w 68"/>
                  <a:gd name="T3" fmla="*/ 0 h 396"/>
                </a:gdLst>
                <a:ahLst/>
                <a:cxnLst>
                  <a:cxn ang="0">
                    <a:pos x="T0" y="T1"/>
                  </a:cxn>
                  <a:cxn ang="0">
                    <a:pos x="T2" y="T3"/>
                  </a:cxn>
                </a:cxnLst>
                <a:rect l="0" t="0" r="r" b="b"/>
                <a:pathLst>
                  <a:path w="68" h="396">
                    <a:moveTo>
                      <a:pt x="68" y="396"/>
                    </a:moveTo>
                    <a:cubicBezTo>
                      <a:pt x="8" y="290"/>
                      <a:pt x="0" y="132"/>
                      <a:pt x="68"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01" name="Freeform 32"/>
              <p:cNvSpPr>
                <a:spLocks/>
              </p:cNvSpPr>
              <p:nvPr/>
            </p:nvSpPr>
            <p:spPr bwMode="auto">
              <a:xfrm rot="10800000">
                <a:off x="1075236" y="3651991"/>
                <a:ext cx="41497" cy="366126"/>
              </a:xfrm>
              <a:custGeom>
                <a:avLst/>
                <a:gdLst>
                  <a:gd name="T0" fmla="*/ 45 w 45"/>
                  <a:gd name="T1" fmla="*/ 396 h 396"/>
                  <a:gd name="T2" fmla="*/ 45 w 45"/>
                  <a:gd name="T3" fmla="*/ 0 h 396"/>
                </a:gdLst>
                <a:ahLst/>
                <a:cxnLst>
                  <a:cxn ang="0">
                    <a:pos x="T0" y="T1"/>
                  </a:cxn>
                  <a:cxn ang="0">
                    <a:pos x="T2" y="T3"/>
                  </a:cxn>
                </a:cxnLst>
                <a:rect l="0" t="0" r="r" b="b"/>
                <a:pathLst>
                  <a:path w="45" h="396">
                    <a:moveTo>
                      <a:pt x="45" y="396"/>
                    </a:moveTo>
                    <a:cubicBezTo>
                      <a:pt x="0" y="290"/>
                      <a:pt x="0" y="132"/>
                      <a:pt x="4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02" name="Freeform 33"/>
              <p:cNvSpPr>
                <a:spLocks/>
              </p:cNvSpPr>
              <p:nvPr/>
            </p:nvSpPr>
            <p:spPr bwMode="auto">
              <a:xfrm rot="10800000">
                <a:off x="895416" y="3627028"/>
                <a:ext cx="179820" cy="49002"/>
              </a:xfrm>
              <a:custGeom>
                <a:avLst/>
                <a:gdLst>
                  <a:gd name="T0" fmla="*/ 0 w 195"/>
                  <a:gd name="T1" fmla="*/ 26 h 53"/>
                  <a:gd name="T2" fmla="*/ 195 w 195"/>
                  <a:gd name="T3" fmla="*/ 0 h 53"/>
                </a:gdLst>
                <a:ahLst/>
                <a:cxnLst>
                  <a:cxn ang="0">
                    <a:pos x="T0" y="T1"/>
                  </a:cxn>
                  <a:cxn ang="0">
                    <a:pos x="T2" y="T3"/>
                  </a:cxn>
                </a:cxnLst>
                <a:rect l="0" t="0" r="r" b="b"/>
                <a:pathLst>
                  <a:path w="195" h="53">
                    <a:moveTo>
                      <a:pt x="0" y="26"/>
                    </a:moveTo>
                    <a:cubicBezTo>
                      <a:pt x="15" y="53"/>
                      <a:pt x="135" y="0"/>
                      <a:pt x="19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03" name="Freeform 34"/>
              <p:cNvSpPr>
                <a:spLocks/>
              </p:cNvSpPr>
              <p:nvPr/>
            </p:nvSpPr>
            <p:spPr bwMode="auto">
              <a:xfrm rot="10800000">
                <a:off x="895416" y="3994078"/>
                <a:ext cx="179820" cy="49002"/>
              </a:xfrm>
              <a:custGeom>
                <a:avLst/>
                <a:gdLst>
                  <a:gd name="T0" fmla="*/ 0 w 195"/>
                  <a:gd name="T1" fmla="*/ 27 h 53"/>
                  <a:gd name="T2" fmla="*/ 195 w 195"/>
                  <a:gd name="T3" fmla="*/ 53 h 53"/>
                </a:gdLst>
                <a:ahLst/>
                <a:cxnLst>
                  <a:cxn ang="0">
                    <a:pos x="T0" y="T1"/>
                  </a:cxn>
                  <a:cxn ang="0">
                    <a:pos x="T2" y="T3"/>
                  </a:cxn>
                </a:cxnLst>
                <a:rect l="0" t="0" r="r" b="b"/>
                <a:pathLst>
                  <a:path w="195" h="53">
                    <a:moveTo>
                      <a:pt x="0" y="27"/>
                    </a:moveTo>
                    <a:cubicBezTo>
                      <a:pt x="15" y="0"/>
                      <a:pt x="135" y="53"/>
                      <a:pt x="195" y="5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04" name="Freeform 35"/>
              <p:cNvSpPr>
                <a:spLocks/>
              </p:cNvSpPr>
              <p:nvPr/>
            </p:nvSpPr>
            <p:spPr bwMode="auto">
              <a:xfrm rot="10800000">
                <a:off x="895416" y="3676029"/>
                <a:ext cx="27665" cy="318049"/>
              </a:xfrm>
              <a:custGeom>
                <a:avLst/>
                <a:gdLst>
                  <a:gd name="T0" fmla="*/ 30 w 30"/>
                  <a:gd name="T1" fmla="*/ 344 h 344"/>
                  <a:gd name="T2" fmla="*/ 30 w 30"/>
                  <a:gd name="T3" fmla="*/ 0 h 344"/>
                </a:gdLst>
                <a:ahLst/>
                <a:cxnLst>
                  <a:cxn ang="0">
                    <a:pos x="T0" y="T1"/>
                  </a:cxn>
                  <a:cxn ang="0">
                    <a:pos x="T2" y="T3"/>
                  </a:cxn>
                </a:cxnLst>
                <a:rect l="0" t="0" r="r" b="b"/>
                <a:pathLst>
                  <a:path w="30" h="344">
                    <a:moveTo>
                      <a:pt x="30" y="344"/>
                    </a:moveTo>
                    <a:cubicBezTo>
                      <a:pt x="30" y="291"/>
                      <a:pt x="0" y="185"/>
                      <a:pt x="3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05" name="Freeform 36"/>
              <p:cNvSpPr>
                <a:spLocks/>
              </p:cNvSpPr>
              <p:nvPr/>
            </p:nvSpPr>
            <p:spPr bwMode="auto">
              <a:xfrm rot="10800000">
                <a:off x="218553" y="3578950"/>
                <a:ext cx="884348" cy="73040"/>
              </a:xfrm>
              <a:custGeom>
                <a:avLst/>
                <a:gdLst>
                  <a:gd name="T0" fmla="*/ 0 w 959"/>
                  <a:gd name="T1" fmla="*/ 66 h 79"/>
                  <a:gd name="T2" fmla="*/ 959 w 959"/>
                  <a:gd name="T3" fmla="*/ 0 h 79"/>
                </a:gdLst>
                <a:ahLst/>
                <a:cxnLst>
                  <a:cxn ang="0">
                    <a:pos x="T0" y="T1"/>
                  </a:cxn>
                  <a:cxn ang="0">
                    <a:pos x="T2" y="T3"/>
                  </a:cxn>
                </a:cxnLst>
                <a:rect l="0" t="0" r="r" b="b"/>
                <a:pathLst>
                  <a:path w="959" h="79">
                    <a:moveTo>
                      <a:pt x="0" y="66"/>
                    </a:moveTo>
                    <a:cubicBezTo>
                      <a:pt x="225" y="66"/>
                      <a:pt x="839" y="79"/>
                      <a:pt x="959"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06" name="Freeform 37"/>
              <p:cNvSpPr>
                <a:spLocks/>
              </p:cNvSpPr>
              <p:nvPr/>
            </p:nvSpPr>
            <p:spPr bwMode="auto">
              <a:xfrm rot="10800000">
                <a:off x="218553" y="4018116"/>
                <a:ext cx="884348" cy="73040"/>
              </a:xfrm>
              <a:custGeom>
                <a:avLst/>
                <a:gdLst>
                  <a:gd name="T0" fmla="*/ 0 w 959"/>
                  <a:gd name="T1" fmla="*/ 13 h 79"/>
                  <a:gd name="T2" fmla="*/ 959 w 959"/>
                  <a:gd name="T3" fmla="*/ 79 h 79"/>
                </a:gdLst>
                <a:ahLst/>
                <a:cxnLst>
                  <a:cxn ang="0">
                    <a:pos x="T0" y="T1"/>
                  </a:cxn>
                  <a:cxn ang="0">
                    <a:pos x="T2" y="T3"/>
                  </a:cxn>
                </a:cxnLst>
                <a:rect l="0" t="0" r="r" b="b"/>
                <a:pathLst>
                  <a:path w="959" h="79">
                    <a:moveTo>
                      <a:pt x="0" y="13"/>
                    </a:moveTo>
                    <a:cubicBezTo>
                      <a:pt x="232" y="26"/>
                      <a:pt x="839" y="0"/>
                      <a:pt x="959" y="7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07" name="Freeform 38"/>
              <p:cNvSpPr>
                <a:spLocks/>
              </p:cNvSpPr>
              <p:nvPr/>
            </p:nvSpPr>
            <p:spPr bwMode="auto">
              <a:xfrm rot="10800000">
                <a:off x="1102901" y="4067118"/>
                <a:ext cx="193653" cy="24039"/>
              </a:xfrm>
              <a:custGeom>
                <a:avLst/>
                <a:gdLst>
                  <a:gd name="T0" fmla="*/ 0 w 210"/>
                  <a:gd name="T1" fmla="*/ 26 h 26"/>
                  <a:gd name="T2" fmla="*/ 210 w 210"/>
                  <a:gd name="T3" fmla="*/ 13 h 26"/>
                </a:gdLst>
                <a:ahLst/>
                <a:cxnLst>
                  <a:cxn ang="0">
                    <a:pos x="T0" y="T1"/>
                  </a:cxn>
                  <a:cxn ang="0">
                    <a:pos x="T2" y="T3"/>
                  </a:cxn>
                </a:cxnLst>
                <a:rect l="0" t="0" r="r" b="b"/>
                <a:pathLst>
                  <a:path w="210" h="26">
                    <a:moveTo>
                      <a:pt x="0" y="26"/>
                    </a:moveTo>
                    <a:cubicBezTo>
                      <a:pt x="105" y="0"/>
                      <a:pt x="165" y="13"/>
                      <a:pt x="210" y="1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08" name="Freeform 39"/>
              <p:cNvSpPr>
                <a:spLocks/>
              </p:cNvSpPr>
              <p:nvPr/>
            </p:nvSpPr>
            <p:spPr bwMode="auto">
              <a:xfrm rot="10800000">
                <a:off x="238841" y="3651991"/>
                <a:ext cx="656575" cy="79512"/>
              </a:xfrm>
              <a:custGeom>
                <a:avLst/>
                <a:gdLst>
                  <a:gd name="T0" fmla="*/ 0 w 712"/>
                  <a:gd name="T1" fmla="*/ 60 h 86"/>
                  <a:gd name="T2" fmla="*/ 712 w 712"/>
                  <a:gd name="T3" fmla="*/ 47 h 86"/>
                </a:gdLst>
                <a:ahLst/>
                <a:cxnLst>
                  <a:cxn ang="0">
                    <a:pos x="T0" y="T1"/>
                  </a:cxn>
                  <a:cxn ang="0">
                    <a:pos x="T2" y="T3"/>
                  </a:cxn>
                </a:cxnLst>
                <a:rect l="0" t="0" r="r" b="b"/>
                <a:pathLst>
                  <a:path w="712" h="86">
                    <a:moveTo>
                      <a:pt x="0" y="60"/>
                    </a:moveTo>
                    <a:cubicBezTo>
                      <a:pt x="345" y="0"/>
                      <a:pt x="570" y="86"/>
                      <a:pt x="712" y="4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09" name="Freeform 40"/>
              <p:cNvSpPr>
                <a:spLocks/>
              </p:cNvSpPr>
              <p:nvPr/>
            </p:nvSpPr>
            <p:spPr bwMode="auto">
              <a:xfrm rot="10800000">
                <a:off x="238841" y="3945076"/>
                <a:ext cx="656575" cy="67493"/>
              </a:xfrm>
              <a:custGeom>
                <a:avLst/>
                <a:gdLst>
                  <a:gd name="T0" fmla="*/ 0 w 712"/>
                  <a:gd name="T1" fmla="*/ 20 h 73"/>
                  <a:gd name="T2" fmla="*/ 712 w 712"/>
                  <a:gd name="T3" fmla="*/ 33 h 73"/>
                </a:gdLst>
                <a:ahLst/>
                <a:cxnLst>
                  <a:cxn ang="0">
                    <a:pos x="T0" y="T1"/>
                  </a:cxn>
                  <a:cxn ang="0">
                    <a:pos x="T2" y="T3"/>
                  </a:cxn>
                </a:cxnLst>
                <a:rect l="0" t="0" r="r" b="b"/>
                <a:pathLst>
                  <a:path w="712" h="73">
                    <a:moveTo>
                      <a:pt x="0" y="20"/>
                    </a:moveTo>
                    <a:cubicBezTo>
                      <a:pt x="330" y="73"/>
                      <a:pt x="502" y="0"/>
                      <a:pt x="712" y="3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10" name="Freeform 41"/>
              <p:cNvSpPr>
                <a:spLocks/>
              </p:cNvSpPr>
              <p:nvPr/>
            </p:nvSpPr>
            <p:spPr bwMode="auto">
              <a:xfrm rot="10800000">
                <a:off x="342122" y="3566007"/>
                <a:ext cx="221317" cy="49002"/>
              </a:xfrm>
              <a:custGeom>
                <a:avLst/>
                <a:gdLst>
                  <a:gd name="T0" fmla="*/ 0 w 240"/>
                  <a:gd name="T1" fmla="*/ 26 h 53"/>
                  <a:gd name="T2" fmla="*/ 232 w 240"/>
                  <a:gd name="T3" fmla="*/ 0 h 53"/>
                </a:gdLst>
                <a:ahLst/>
                <a:cxnLst>
                  <a:cxn ang="0">
                    <a:pos x="T0" y="T1"/>
                  </a:cxn>
                  <a:cxn ang="0">
                    <a:pos x="T2" y="T3"/>
                  </a:cxn>
                </a:cxnLst>
                <a:rect l="0" t="0" r="r" b="b"/>
                <a:pathLst>
                  <a:path w="240" h="53">
                    <a:moveTo>
                      <a:pt x="0" y="26"/>
                    </a:moveTo>
                    <a:cubicBezTo>
                      <a:pt x="150" y="53"/>
                      <a:pt x="240" y="0"/>
                      <a:pt x="232"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11" name="Freeform 42"/>
              <p:cNvSpPr>
                <a:spLocks/>
              </p:cNvSpPr>
              <p:nvPr/>
            </p:nvSpPr>
            <p:spPr bwMode="auto">
              <a:xfrm rot="10800000">
                <a:off x="355955" y="4055099"/>
                <a:ext cx="214862" cy="36058"/>
              </a:xfrm>
              <a:custGeom>
                <a:avLst/>
                <a:gdLst>
                  <a:gd name="T0" fmla="*/ 0 w 233"/>
                  <a:gd name="T1" fmla="*/ 26 h 39"/>
                  <a:gd name="T2" fmla="*/ 233 w 233"/>
                  <a:gd name="T3" fmla="*/ 39 h 39"/>
                </a:gdLst>
                <a:ahLst/>
                <a:cxnLst>
                  <a:cxn ang="0">
                    <a:pos x="T0" y="T1"/>
                  </a:cxn>
                  <a:cxn ang="0">
                    <a:pos x="T2" y="T3"/>
                  </a:cxn>
                </a:cxnLst>
                <a:rect l="0" t="0" r="r" b="b"/>
                <a:pathLst>
                  <a:path w="233" h="39">
                    <a:moveTo>
                      <a:pt x="0" y="26"/>
                    </a:moveTo>
                    <a:cubicBezTo>
                      <a:pt x="83" y="0"/>
                      <a:pt x="203" y="13"/>
                      <a:pt x="233" y="3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12" name="Freeform 43"/>
              <p:cNvSpPr>
                <a:spLocks/>
              </p:cNvSpPr>
              <p:nvPr/>
            </p:nvSpPr>
            <p:spPr bwMode="auto">
              <a:xfrm rot="10800000">
                <a:off x="142014" y="3651991"/>
                <a:ext cx="76539" cy="366126"/>
              </a:xfrm>
              <a:custGeom>
                <a:avLst/>
                <a:gdLst>
                  <a:gd name="T0" fmla="*/ 0 w 83"/>
                  <a:gd name="T1" fmla="*/ 396 h 396"/>
                  <a:gd name="T2" fmla="*/ 0 w 83"/>
                  <a:gd name="T3" fmla="*/ 0 h 396"/>
                </a:gdLst>
                <a:ahLst/>
                <a:cxnLst>
                  <a:cxn ang="0">
                    <a:pos x="T0" y="T1"/>
                  </a:cxn>
                  <a:cxn ang="0">
                    <a:pos x="T2" y="T3"/>
                  </a:cxn>
                </a:cxnLst>
                <a:rect l="0" t="0" r="r" b="b"/>
                <a:pathLst>
                  <a:path w="83" h="396">
                    <a:moveTo>
                      <a:pt x="0" y="396"/>
                    </a:moveTo>
                    <a:cubicBezTo>
                      <a:pt x="83" y="317"/>
                      <a:pt x="60" y="26"/>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13" name="Freeform 44"/>
              <p:cNvSpPr>
                <a:spLocks/>
              </p:cNvSpPr>
              <p:nvPr/>
            </p:nvSpPr>
            <p:spPr bwMode="auto">
              <a:xfrm rot="10800000">
                <a:off x="260050" y="3590970"/>
                <a:ext cx="967342" cy="61021"/>
              </a:xfrm>
              <a:custGeom>
                <a:avLst/>
                <a:gdLst>
                  <a:gd name="T0" fmla="*/ 0 w 1049"/>
                  <a:gd name="T1" fmla="*/ 40 h 66"/>
                  <a:gd name="T2" fmla="*/ 1049 w 1049"/>
                  <a:gd name="T3" fmla="*/ 0 h 66"/>
                </a:gdLst>
                <a:ahLst/>
                <a:cxnLst>
                  <a:cxn ang="0">
                    <a:pos x="T0" y="T1"/>
                  </a:cxn>
                  <a:cxn ang="0">
                    <a:pos x="T2" y="T3"/>
                  </a:cxn>
                </a:cxnLst>
                <a:rect l="0" t="0" r="r" b="b"/>
                <a:pathLst>
                  <a:path w="1049" h="66">
                    <a:moveTo>
                      <a:pt x="0" y="40"/>
                    </a:moveTo>
                    <a:cubicBezTo>
                      <a:pt x="270" y="40"/>
                      <a:pt x="907" y="66"/>
                      <a:pt x="1049"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14" name="Freeform 45"/>
              <p:cNvSpPr>
                <a:spLocks/>
              </p:cNvSpPr>
              <p:nvPr/>
            </p:nvSpPr>
            <p:spPr bwMode="auto">
              <a:xfrm rot="10800000">
                <a:off x="260050" y="4015735"/>
                <a:ext cx="967342" cy="61021"/>
              </a:xfrm>
              <a:custGeom>
                <a:avLst/>
                <a:gdLst>
                  <a:gd name="T0" fmla="*/ 0 w 1049"/>
                  <a:gd name="T1" fmla="*/ 26 h 66"/>
                  <a:gd name="T2" fmla="*/ 1049 w 1049"/>
                  <a:gd name="T3" fmla="*/ 66 h 66"/>
                </a:gdLst>
                <a:ahLst/>
                <a:cxnLst>
                  <a:cxn ang="0">
                    <a:pos x="T0" y="T1"/>
                  </a:cxn>
                  <a:cxn ang="0">
                    <a:pos x="T2" y="T3"/>
                  </a:cxn>
                </a:cxnLst>
                <a:rect l="0" t="0" r="r" b="b"/>
                <a:pathLst>
                  <a:path w="1049" h="66">
                    <a:moveTo>
                      <a:pt x="0" y="26"/>
                    </a:moveTo>
                    <a:cubicBezTo>
                      <a:pt x="270" y="26"/>
                      <a:pt x="900" y="0"/>
                      <a:pt x="1049" y="6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15" name="Freeform 46"/>
              <p:cNvSpPr>
                <a:spLocks/>
              </p:cNvSpPr>
              <p:nvPr/>
            </p:nvSpPr>
            <p:spPr bwMode="auto">
              <a:xfrm rot="10800000">
                <a:off x="315380" y="3676029"/>
                <a:ext cx="26743" cy="318049"/>
              </a:xfrm>
              <a:custGeom>
                <a:avLst/>
                <a:gdLst>
                  <a:gd name="T0" fmla="*/ 0 w 29"/>
                  <a:gd name="T1" fmla="*/ 344 h 344"/>
                  <a:gd name="T2" fmla="*/ 0 w 29"/>
                  <a:gd name="T3" fmla="*/ 0 h 344"/>
                </a:gdLst>
                <a:ahLst/>
                <a:cxnLst>
                  <a:cxn ang="0">
                    <a:pos x="T0" y="T1"/>
                  </a:cxn>
                  <a:cxn ang="0">
                    <a:pos x="T2" y="T3"/>
                  </a:cxn>
                </a:cxnLst>
                <a:rect l="0" t="0" r="r" b="b"/>
                <a:pathLst>
                  <a:path w="29" h="344">
                    <a:moveTo>
                      <a:pt x="0" y="344"/>
                    </a:moveTo>
                    <a:cubicBezTo>
                      <a:pt x="29" y="264"/>
                      <a:pt x="29" y="8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16" name="Freeform 47"/>
              <p:cNvSpPr>
                <a:spLocks/>
              </p:cNvSpPr>
              <p:nvPr/>
            </p:nvSpPr>
            <p:spPr bwMode="auto">
              <a:xfrm rot="10800000">
                <a:off x="211176" y="3688048"/>
                <a:ext cx="27665" cy="294010"/>
              </a:xfrm>
              <a:custGeom>
                <a:avLst/>
                <a:gdLst>
                  <a:gd name="T0" fmla="*/ 0 w 30"/>
                  <a:gd name="T1" fmla="*/ 318 h 318"/>
                  <a:gd name="T2" fmla="*/ 0 w 30"/>
                  <a:gd name="T3" fmla="*/ 0 h 318"/>
                </a:gdLst>
                <a:ahLst/>
                <a:cxnLst>
                  <a:cxn ang="0">
                    <a:pos x="T0" y="T1"/>
                  </a:cxn>
                  <a:cxn ang="0">
                    <a:pos x="T2" y="T3"/>
                  </a:cxn>
                </a:cxnLst>
                <a:rect l="0" t="0" r="r" b="b"/>
                <a:pathLst>
                  <a:path w="30" h="318">
                    <a:moveTo>
                      <a:pt x="0" y="318"/>
                    </a:moveTo>
                    <a:cubicBezTo>
                      <a:pt x="30" y="225"/>
                      <a:pt x="22" y="67"/>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17" name="Freeform 48"/>
              <p:cNvSpPr>
                <a:spLocks/>
              </p:cNvSpPr>
              <p:nvPr/>
            </p:nvSpPr>
            <p:spPr bwMode="auto">
              <a:xfrm rot="10800000">
                <a:off x="177056" y="3645519"/>
                <a:ext cx="55329" cy="384617"/>
              </a:xfrm>
              <a:custGeom>
                <a:avLst/>
                <a:gdLst>
                  <a:gd name="T0" fmla="*/ 0 w 60"/>
                  <a:gd name="T1" fmla="*/ 416 h 416"/>
                  <a:gd name="T2" fmla="*/ 0 w 60"/>
                  <a:gd name="T3" fmla="*/ 0 h 416"/>
                </a:gdLst>
                <a:ahLst/>
                <a:cxnLst>
                  <a:cxn ang="0">
                    <a:pos x="T0" y="T1"/>
                  </a:cxn>
                  <a:cxn ang="0">
                    <a:pos x="T2" y="T3"/>
                  </a:cxn>
                </a:cxnLst>
                <a:rect l="0" t="0" r="r" b="b"/>
                <a:pathLst>
                  <a:path w="60" h="416">
                    <a:moveTo>
                      <a:pt x="0" y="416"/>
                    </a:moveTo>
                    <a:cubicBezTo>
                      <a:pt x="60" y="277"/>
                      <a:pt x="30" y="66"/>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18" name="Freeform 49"/>
              <p:cNvSpPr>
                <a:spLocks/>
              </p:cNvSpPr>
              <p:nvPr/>
            </p:nvSpPr>
            <p:spPr bwMode="auto">
              <a:xfrm rot="10800000">
                <a:off x="238841" y="3627028"/>
                <a:ext cx="35042" cy="61021"/>
              </a:xfrm>
              <a:custGeom>
                <a:avLst/>
                <a:gdLst>
                  <a:gd name="T0" fmla="*/ 0 w 38"/>
                  <a:gd name="T1" fmla="*/ 66 h 66"/>
                  <a:gd name="T2" fmla="*/ 38 w 38"/>
                  <a:gd name="T3" fmla="*/ 0 h 66"/>
                </a:gdLst>
                <a:ahLst/>
                <a:cxnLst>
                  <a:cxn ang="0">
                    <a:pos x="T0" y="T1"/>
                  </a:cxn>
                  <a:cxn ang="0">
                    <a:pos x="T2" y="T3"/>
                  </a:cxn>
                </a:cxnLst>
                <a:rect l="0" t="0" r="r" b="b"/>
                <a:pathLst>
                  <a:path w="38" h="66">
                    <a:moveTo>
                      <a:pt x="0" y="66"/>
                    </a:moveTo>
                    <a:cubicBezTo>
                      <a:pt x="0" y="66"/>
                      <a:pt x="38" y="26"/>
                      <a:pt x="38"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19" name="Freeform 50"/>
              <p:cNvSpPr>
                <a:spLocks/>
              </p:cNvSpPr>
              <p:nvPr/>
            </p:nvSpPr>
            <p:spPr bwMode="auto">
              <a:xfrm rot="10800000">
                <a:off x="238841" y="3982059"/>
                <a:ext cx="35042" cy="61021"/>
              </a:xfrm>
              <a:custGeom>
                <a:avLst/>
                <a:gdLst>
                  <a:gd name="T0" fmla="*/ 0 w 38"/>
                  <a:gd name="T1" fmla="*/ 0 h 66"/>
                  <a:gd name="T2" fmla="*/ 38 w 38"/>
                  <a:gd name="T3" fmla="*/ 66 h 66"/>
                </a:gdLst>
                <a:ahLst/>
                <a:cxnLst>
                  <a:cxn ang="0">
                    <a:pos x="T0" y="T1"/>
                  </a:cxn>
                  <a:cxn ang="0">
                    <a:pos x="T2" y="T3"/>
                  </a:cxn>
                </a:cxnLst>
                <a:rect l="0" t="0" r="r" b="b"/>
                <a:pathLst>
                  <a:path w="38" h="66">
                    <a:moveTo>
                      <a:pt x="0" y="0"/>
                    </a:moveTo>
                    <a:cubicBezTo>
                      <a:pt x="0" y="0"/>
                      <a:pt x="38" y="40"/>
                      <a:pt x="38" y="6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20" name="Freeform 51"/>
              <p:cNvSpPr>
                <a:spLocks/>
              </p:cNvSpPr>
              <p:nvPr/>
            </p:nvSpPr>
            <p:spPr bwMode="auto">
              <a:xfrm rot="10800000">
                <a:off x="155847" y="3700992"/>
                <a:ext cx="55329" cy="268122"/>
              </a:xfrm>
              <a:custGeom>
                <a:avLst/>
                <a:gdLst>
                  <a:gd name="T0" fmla="*/ 0 w 60"/>
                  <a:gd name="T1" fmla="*/ 290 h 290"/>
                  <a:gd name="T2" fmla="*/ 0 w 60"/>
                  <a:gd name="T3" fmla="*/ 0 h 290"/>
                </a:gdLst>
                <a:ahLst/>
                <a:cxnLst>
                  <a:cxn ang="0">
                    <a:pos x="T0" y="T1"/>
                  </a:cxn>
                  <a:cxn ang="0">
                    <a:pos x="T2" y="T3"/>
                  </a:cxn>
                </a:cxnLst>
                <a:rect l="0" t="0" r="r" b="b"/>
                <a:pathLst>
                  <a:path w="60" h="290">
                    <a:moveTo>
                      <a:pt x="0" y="290"/>
                    </a:moveTo>
                    <a:cubicBezTo>
                      <a:pt x="37" y="290"/>
                      <a:pt x="60" y="26"/>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21" name="Freeform 52"/>
              <p:cNvSpPr>
                <a:spLocks/>
              </p:cNvSpPr>
              <p:nvPr/>
            </p:nvSpPr>
            <p:spPr bwMode="auto">
              <a:xfrm rot="10800000">
                <a:off x="211176" y="3676029"/>
                <a:ext cx="130946" cy="24963"/>
              </a:xfrm>
              <a:custGeom>
                <a:avLst/>
                <a:gdLst>
                  <a:gd name="T0" fmla="*/ 0 w 142"/>
                  <a:gd name="T1" fmla="*/ 27 h 27"/>
                  <a:gd name="T2" fmla="*/ 142 w 142"/>
                  <a:gd name="T3" fmla="*/ 0 h 27"/>
                </a:gdLst>
                <a:ahLst/>
                <a:cxnLst>
                  <a:cxn ang="0">
                    <a:pos x="T0" y="T1"/>
                  </a:cxn>
                  <a:cxn ang="0">
                    <a:pos x="T2" y="T3"/>
                  </a:cxn>
                </a:cxnLst>
                <a:rect l="0" t="0" r="r" b="b"/>
                <a:pathLst>
                  <a:path w="142" h="27">
                    <a:moveTo>
                      <a:pt x="0" y="27"/>
                    </a:moveTo>
                    <a:cubicBezTo>
                      <a:pt x="0" y="27"/>
                      <a:pt x="142" y="27"/>
                      <a:pt x="142"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22" name="Freeform 53"/>
              <p:cNvSpPr>
                <a:spLocks/>
              </p:cNvSpPr>
              <p:nvPr/>
            </p:nvSpPr>
            <p:spPr bwMode="auto">
              <a:xfrm rot="10800000">
                <a:off x="211176" y="3969115"/>
                <a:ext cx="130946" cy="24963"/>
              </a:xfrm>
              <a:custGeom>
                <a:avLst/>
                <a:gdLst>
                  <a:gd name="T0" fmla="*/ 0 w 142"/>
                  <a:gd name="T1" fmla="*/ 0 h 27"/>
                  <a:gd name="T2" fmla="*/ 142 w 142"/>
                  <a:gd name="T3" fmla="*/ 27 h 27"/>
                </a:gdLst>
                <a:ahLst/>
                <a:cxnLst>
                  <a:cxn ang="0">
                    <a:pos x="T0" y="T1"/>
                  </a:cxn>
                  <a:cxn ang="0">
                    <a:pos x="T2" y="T3"/>
                  </a:cxn>
                </a:cxnLst>
                <a:rect l="0" t="0" r="r" b="b"/>
                <a:pathLst>
                  <a:path w="142" h="27">
                    <a:moveTo>
                      <a:pt x="0" y="0"/>
                    </a:moveTo>
                    <a:cubicBezTo>
                      <a:pt x="0" y="0"/>
                      <a:pt x="142" y="0"/>
                      <a:pt x="142" y="2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23" name="Freeform 57"/>
              <p:cNvSpPr>
                <a:spLocks/>
              </p:cNvSpPr>
              <p:nvPr/>
            </p:nvSpPr>
            <p:spPr bwMode="auto">
              <a:xfrm rot="10800000">
                <a:off x="180677" y="3825415"/>
                <a:ext cx="13832" cy="24039"/>
              </a:xfrm>
              <a:custGeom>
                <a:avLst/>
                <a:gdLst>
                  <a:gd name="T0" fmla="*/ 7 w 15"/>
                  <a:gd name="T1" fmla="*/ 26 h 26"/>
                  <a:gd name="T2" fmla="*/ 0 w 15"/>
                  <a:gd name="T3" fmla="*/ 13 h 26"/>
                  <a:gd name="T4" fmla="*/ 7 w 15"/>
                  <a:gd name="T5" fmla="*/ 0 h 26"/>
                  <a:gd name="T6" fmla="*/ 15 w 15"/>
                  <a:gd name="T7" fmla="*/ 13 h 26"/>
                  <a:gd name="T8" fmla="*/ 7 w 15"/>
                  <a:gd name="T9" fmla="*/ 26 h 26"/>
                </a:gdLst>
                <a:ahLst/>
                <a:cxnLst>
                  <a:cxn ang="0">
                    <a:pos x="T0" y="T1"/>
                  </a:cxn>
                  <a:cxn ang="0">
                    <a:pos x="T2" y="T3"/>
                  </a:cxn>
                  <a:cxn ang="0">
                    <a:pos x="T4" y="T5"/>
                  </a:cxn>
                  <a:cxn ang="0">
                    <a:pos x="T6" y="T7"/>
                  </a:cxn>
                  <a:cxn ang="0">
                    <a:pos x="T8" y="T9"/>
                  </a:cxn>
                </a:cxnLst>
                <a:rect l="0" t="0" r="r" b="b"/>
                <a:pathLst>
                  <a:path w="15" h="26">
                    <a:moveTo>
                      <a:pt x="7" y="26"/>
                    </a:moveTo>
                    <a:cubicBezTo>
                      <a:pt x="0" y="26"/>
                      <a:pt x="0" y="20"/>
                      <a:pt x="0" y="13"/>
                    </a:cubicBezTo>
                    <a:cubicBezTo>
                      <a:pt x="0" y="6"/>
                      <a:pt x="0" y="0"/>
                      <a:pt x="7" y="0"/>
                    </a:cubicBezTo>
                    <a:cubicBezTo>
                      <a:pt x="7" y="0"/>
                      <a:pt x="15" y="6"/>
                      <a:pt x="15" y="13"/>
                    </a:cubicBezTo>
                    <a:cubicBezTo>
                      <a:pt x="15" y="20"/>
                      <a:pt x="7" y="26"/>
                      <a:pt x="7" y="2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24" name="Freeform 58"/>
              <p:cNvSpPr>
                <a:spLocks/>
              </p:cNvSpPr>
              <p:nvPr/>
            </p:nvSpPr>
            <p:spPr bwMode="auto">
              <a:xfrm rot="10800000">
                <a:off x="535775" y="3688048"/>
                <a:ext cx="13832" cy="294010"/>
              </a:xfrm>
              <a:custGeom>
                <a:avLst/>
                <a:gdLst>
                  <a:gd name="T0" fmla="*/ 0 w 15"/>
                  <a:gd name="T1" fmla="*/ 318 h 318"/>
                  <a:gd name="T2" fmla="*/ 0 w 15"/>
                  <a:gd name="T3" fmla="*/ 0 h 318"/>
                </a:gdLst>
                <a:ahLst/>
                <a:cxnLst>
                  <a:cxn ang="0">
                    <a:pos x="T0" y="T1"/>
                  </a:cxn>
                  <a:cxn ang="0">
                    <a:pos x="T2" y="T3"/>
                  </a:cxn>
                </a:cxnLst>
                <a:rect l="0" t="0" r="r" b="b"/>
                <a:pathLst>
                  <a:path w="15" h="318">
                    <a:moveTo>
                      <a:pt x="0" y="318"/>
                    </a:moveTo>
                    <a:cubicBezTo>
                      <a:pt x="15" y="271"/>
                      <a:pt x="15" y="4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25" name="Freeform 59"/>
              <p:cNvSpPr>
                <a:spLocks/>
              </p:cNvSpPr>
              <p:nvPr/>
            </p:nvSpPr>
            <p:spPr bwMode="auto">
              <a:xfrm rot="10800000">
                <a:off x="452781" y="3590970"/>
                <a:ext cx="588335" cy="110023"/>
              </a:xfrm>
              <a:custGeom>
                <a:avLst/>
                <a:gdLst>
                  <a:gd name="T0" fmla="*/ 638 w 638"/>
                  <a:gd name="T1" fmla="*/ 80 h 119"/>
                  <a:gd name="T2" fmla="*/ 0 w 638"/>
                  <a:gd name="T3" fmla="*/ 119 h 119"/>
                </a:gdLst>
                <a:ahLst/>
                <a:cxnLst>
                  <a:cxn ang="0">
                    <a:pos x="T0" y="T1"/>
                  </a:cxn>
                  <a:cxn ang="0">
                    <a:pos x="T2" y="T3"/>
                  </a:cxn>
                </a:cxnLst>
                <a:rect l="0" t="0" r="r" b="b"/>
                <a:pathLst>
                  <a:path w="638" h="119">
                    <a:moveTo>
                      <a:pt x="638" y="80"/>
                    </a:moveTo>
                    <a:cubicBezTo>
                      <a:pt x="518" y="14"/>
                      <a:pt x="0" y="0"/>
                      <a:pt x="0" y="11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26" name="Freeform 60"/>
              <p:cNvSpPr>
                <a:spLocks/>
              </p:cNvSpPr>
              <p:nvPr/>
            </p:nvSpPr>
            <p:spPr bwMode="auto">
              <a:xfrm rot="10800000">
                <a:off x="446326" y="3966734"/>
                <a:ext cx="594791" cy="110023"/>
              </a:xfrm>
              <a:custGeom>
                <a:avLst/>
                <a:gdLst>
                  <a:gd name="T0" fmla="*/ 645 w 645"/>
                  <a:gd name="T1" fmla="*/ 39 h 119"/>
                  <a:gd name="T2" fmla="*/ 0 w 645"/>
                  <a:gd name="T3" fmla="*/ 0 h 119"/>
                </a:gdLst>
                <a:ahLst/>
                <a:cxnLst>
                  <a:cxn ang="0">
                    <a:pos x="T0" y="T1"/>
                  </a:cxn>
                  <a:cxn ang="0">
                    <a:pos x="T2" y="T3"/>
                  </a:cxn>
                </a:cxnLst>
                <a:rect l="0" t="0" r="r" b="b"/>
                <a:pathLst>
                  <a:path w="645" h="119">
                    <a:moveTo>
                      <a:pt x="645" y="39"/>
                    </a:moveTo>
                    <a:cubicBezTo>
                      <a:pt x="525" y="105"/>
                      <a:pt x="0" y="119"/>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27" name="Freeform 61"/>
              <p:cNvSpPr>
                <a:spLocks/>
              </p:cNvSpPr>
              <p:nvPr/>
            </p:nvSpPr>
            <p:spPr bwMode="auto">
              <a:xfrm rot="10800000">
                <a:off x="452781" y="3615008"/>
                <a:ext cx="580958" cy="12019"/>
              </a:xfrm>
              <a:custGeom>
                <a:avLst/>
                <a:gdLst>
                  <a:gd name="T0" fmla="*/ 630 w 630"/>
                  <a:gd name="T1" fmla="*/ 0 h 13"/>
                  <a:gd name="T2" fmla="*/ 0 w 630"/>
                  <a:gd name="T3" fmla="*/ 13 h 13"/>
                </a:gdLst>
                <a:ahLst/>
                <a:cxnLst>
                  <a:cxn ang="0">
                    <a:pos x="T0" y="T1"/>
                  </a:cxn>
                  <a:cxn ang="0">
                    <a:pos x="T2" y="T3"/>
                  </a:cxn>
                </a:cxnLst>
                <a:rect l="0" t="0" r="r" b="b"/>
                <a:pathLst>
                  <a:path w="630" h="13">
                    <a:moveTo>
                      <a:pt x="630" y="0"/>
                    </a:moveTo>
                    <a:cubicBezTo>
                      <a:pt x="510" y="13"/>
                      <a:pt x="270" y="13"/>
                      <a:pt x="0" y="1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28" name="Freeform 62"/>
              <p:cNvSpPr>
                <a:spLocks/>
              </p:cNvSpPr>
              <p:nvPr/>
            </p:nvSpPr>
            <p:spPr bwMode="auto">
              <a:xfrm rot="10800000">
                <a:off x="446326" y="4043079"/>
                <a:ext cx="580958" cy="12019"/>
              </a:xfrm>
              <a:custGeom>
                <a:avLst/>
                <a:gdLst>
                  <a:gd name="T0" fmla="*/ 630 w 630"/>
                  <a:gd name="T1" fmla="*/ 13 h 13"/>
                  <a:gd name="T2" fmla="*/ 0 w 630"/>
                  <a:gd name="T3" fmla="*/ 0 h 13"/>
                </a:gdLst>
                <a:ahLst/>
                <a:cxnLst>
                  <a:cxn ang="0">
                    <a:pos x="T0" y="T1"/>
                  </a:cxn>
                  <a:cxn ang="0">
                    <a:pos x="T2" y="T3"/>
                  </a:cxn>
                </a:cxnLst>
                <a:rect l="0" t="0" r="r" b="b"/>
                <a:pathLst>
                  <a:path w="630" h="13">
                    <a:moveTo>
                      <a:pt x="630" y="13"/>
                    </a:moveTo>
                    <a:cubicBezTo>
                      <a:pt x="510" y="0"/>
                      <a:pt x="270" y="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29" name="Freeform 63"/>
              <p:cNvSpPr>
                <a:spLocks/>
              </p:cNvSpPr>
              <p:nvPr/>
            </p:nvSpPr>
            <p:spPr bwMode="auto">
              <a:xfrm rot="10800000">
                <a:off x="480446" y="3627028"/>
                <a:ext cx="525629" cy="61021"/>
              </a:xfrm>
              <a:custGeom>
                <a:avLst/>
                <a:gdLst>
                  <a:gd name="T0" fmla="*/ 570 w 570"/>
                  <a:gd name="T1" fmla="*/ 66 h 66"/>
                  <a:gd name="T2" fmla="*/ 0 w 570"/>
                  <a:gd name="T3" fmla="*/ 66 h 66"/>
                </a:gdLst>
                <a:ahLst/>
                <a:cxnLst>
                  <a:cxn ang="0">
                    <a:pos x="T0" y="T1"/>
                  </a:cxn>
                  <a:cxn ang="0">
                    <a:pos x="T2" y="T3"/>
                  </a:cxn>
                </a:cxnLst>
                <a:rect l="0" t="0" r="r" b="b"/>
                <a:pathLst>
                  <a:path w="570" h="66">
                    <a:moveTo>
                      <a:pt x="570" y="66"/>
                    </a:moveTo>
                    <a:cubicBezTo>
                      <a:pt x="420" y="0"/>
                      <a:pt x="37" y="26"/>
                      <a:pt x="0" y="6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30" name="Freeform 64"/>
              <p:cNvSpPr>
                <a:spLocks/>
              </p:cNvSpPr>
              <p:nvPr/>
            </p:nvSpPr>
            <p:spPr bwMode="auto">
              <a:xfrm rot="10800000">
                <a:off x="480446" y="3627028"/>
                <a:ext cx="525629" cy="0"/>
              </a:xfrm>
              <a:custGeom>
                <a:avLst/>
                <a:gdLst>
                  <a:gd name="T0" fmla="*/ 570 w 570"/>
                  <a:gd name="T1" fmla="*/ 0 w 570"/>
                </a:gdLst>
                <a:ahLst/>
                <a:cxnLst>
                  <a:cxn ang="0">
                    <a:pos x="T0" y="0"/>
                  </a:cxn>
                  <a:cxn ang="0">
                    <a:pos x="T1" y="0"/>
                  </a:cxn>
                </a:cxnLst>
                <a:rect l="0" t="0" r="r" b="b"/>
                <a:pathLst>
                  <a:path w="570">
                    <a:moveTo>
                      <a:pt x="570" y="0"/>
                    </a:moveTo>
                    <a:cubicBezTo>
                      <a:pt x="360" y="0"/>
                      <a:pt x="90" y="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31" name="Freeform 65"/>
              <p:cNvSpPr>
                <a:spLocks/>
              </p:cNvSpPr>
              <p:nvPr/>
            </p:nvSpPr>
            <p:spPr bwMode="auto">
              <a:xfrm rot="10800000">
                <a:off x="770925" y="3615008"/>
                <a:ext cx="21210" cy="49002"/>
              </a:xfrm>
              <a:custGeom>
                <a:avLst/>
                <a:gdLst>
                  <a:gd name="T0" fmla="*/ 23 w 23"/>
                  <a:gd name="T1" fmla="*/ 0 h 53"/>
                  <a:gd name="T2" fmla="*/ 0 w 23"/>
                  <a:gd name="T3" fmla="*/ 53 h 53"/>
                </a:gdLst>
                <a:ahLst/>
                <a:cxnLst>
                  <a:cxn ang="0">
                    <a:pos x="T0" y="T1"/>
                  </a:cxn>
                  <a:cxn ang="0">
                    <a:pos x="T2" y="T3"/>
                  </a:cxn>
                </a:cxnLst>
                <a:rect l="0" t="0" r="r" b="b"/>
                <a:pathLst>
                  <a:path w="23" h="53">
                    <a:moveTo>
                      <a:pt x="23" y="0"/>
                    </a:moveTo>
                    <a:cubicBezTo>
                      <a:pt x="15" y="13"/>
                      <a:pt x="0" y="40"/>
                      <a:pt x="0" y="5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32" name="Freeform 66"/>
              <p:cNvSpPr>
                <a:spLocks/>
              </p:cNvSpPr>
              <p:nvPr/>
            </p:nvSpPr>
            <p:spPr bwMode="auto">
              <a:xfrm rot="10800000">
                <a:off x="736805" y="3615008"/>
                <a:ext cx="13832" cy="49002"/>
              </a:xfrm>
              <a:custGeom>
                <a:avLst/>
                <a:gdLst>
                  <a:gd name="T0" fmla="*/ 15 w 15"/>
                  <a:gd name="T1" fmla="*/ 0 h 53"/>
                  <a:gd name="T2" fmla="*/ 0 w 15"/>
                  <a:gd name="T3" fmla="*/ 53 h 53"/>
                </a:gdLst>
                <a:ahLst/>
                <a:cxnLst>
                  <a:cxn ang="0">
                    <a:pos x="T0" y="T1"/>
                  </a:cxn>
                  <a:cxn ang="0">
                    <a:pos x="T2" y="T3"/>
                  </a:cxn>
                </a:cxnLst>
                <a:rect l="0" t="0" r="r" b="b"/>
                <a:pathLst>
                  <a:path w="15" h="53">
                    <a:moveTo>
                      <a:pt x="15" y="0"/>
                    </a:moveTo>
                    <a:cubicBezTo>
                      <a:pt x="15" y="13"/>
                      <a:pt x="8" y="40"/>
                      <a:pt x="0" y="5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33" name="Freeform 67"/>
              <p:cNvSpPr>
                <a:spLocks/>
              </p:cNvSpPr>
              <p:nvPr/>
            </p:nvSpPr>
            <p:spPr bwMode="auto">
              <a:xfrm rot="10800000">
                <a:off x="757092" y="3590970"/>
                <a:ext cx="27665" cy="73040"/>
              </a:xfrm>
              <a:custGeom>
                <a:avLst/>
                <a:gdLst>
                  <a:gd name="T0" fmla="*/ 30 w 30"/>
                  <a:gd name="T1" fmla="*/ 0 h 79"/>
                  <a:gd name="T2" fmla="*/ 0 w 30"/>
                  <a:gd name="T3" fmla="*/ 79 h 79"/>
                </a:gdLst>
                <a:ahLst/>
                <a:cxnLst>
                  <a:cxn ang="0">
                    <a:pos x="T0" y="T1"/>
                  </a:cxn>
                  <a:cxn ang="0">
                    <a:pos x="T2" y="T3"/>
                  </a:cxn>
                </a:cxnLst>
                <a:rect l="0" t="0" r="r" b="b"/>
                <a:pathLst>
                  <a:path w="30" h="79">
                    <a:moveTo>
                      <a:pt x="30" y="0"/>
                    </a:moveTo>
                    <a:cubicBezTo>
                      <a:pt x="22" y="26"/>
                      <a:pt x="7" y="66"/>
                      <a:pt x="0" y="7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34" name="Freeform 92"/>
              <p:cNvSpPr>
                <a:spLocks/>
              </p:cNvSpPr>
              <p:nvPr/>
            </p:nvSpPr>
            <p:spPr bwMode="auto">
              <a:xfrm rot="10800000">
                <a:off x="487823" y="3979678"/>
                <a:ext cx="525629" cy="61021"/>
              </a:xfrm>
              <a:custGeom>
                <a:avLst/>
                <a:gdLst>
                  <a:gd name="T0" fmla="*/ 570 w 570"/>
                  <a:gd name="T1" fmla="*/ 0 h 66"/>
                  <a:gd name="T2" fmla="*/ 0 w 570"/>
                  <a:gd name="T3" fmla="*/ 0 h 66"/>
                </a:gdLst>
                <a:ahLst/>
                <a:cxnLst>
                  <a:cxn ang="0">
                    <a:pos x="T0" y="T1"/>
                  </a:cxn>
                  <a:cxn ang="0">
                    <a:pos x="T2" y="T3"/>
                  </a:cxn>
                </a:cxnLst>
                <a:rect l="0" t="0" r="r" b="b"/>
                <a:pathLst>
                  <a:path w="570" h="66">
                    <a:moveTo>
                      <a:pt x="570" y="0"/>
                    </a:moveTo>
                    <a:cubicBezTo>
                      <a:pt x="420" y="66"/>
                      <a:pt x="38" y="3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35" name="Freeform 93"/>
              <p:cNvSpPr>
                <a:spLocks/>
              </p:cNvSpPr>
              <p:nvPr/>
            </p:nvSpPr>
            <p:spPr bwMode="auto">
              <a:xfrm rot="10800000">
                <a:off x="487823" y="4043079"/>
                <a:ext cx="525629" cy="0"/>
              </a:xfrm>
              <a:custGeom>
                <a:avLst/>
                <a:gdLst>
                  <a:gd name="T0" fmla="*/ 570 w 570"/>
                  <a:gd name="T1" fmla="*/ 0 w 570"/>
                </a:gdLst>
                <a:ahLst/>
                <a:cxnLst>
                  <a:cxn ang="0">
                    <a:pos x="T0" y="0"/>
                  </a:cxn>
                  <a:cxn ang="0">
                    <a:pos x="T1" y="0"/>
                  </a:cxn>
                </a:cxnLst>
                <a:rect l="0" t="0" r="r" b="b"/>
                <a:pathLst>
                  <a:path w="570">
                    <a:moveTo>
                      <a:pt x="570" y="0"/>
                    </a:moveTo>
                    <a:cubicBezTo>
                      <a:pt x="360" y="0"/>
                      <a:pt x="90" y="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36" name="Freeform 94"/>
              <p:cNvSpPr>
                <a:spLocks/>
              </p:cNvSpPr>
              <p:nvPr/>
            </p:nvSpPr>
            <p:spPr bwMode="auto">
              <a:xfrm rot="10800000">
                <a:off x="778302" y="4006097"/>
                <a:ext cx="20287" cy="49002"/>
              </a:xfrm>
              <a:custGeom>
                <a:avLst/>
                <a:gdLst>
                  <a:gd name="T0" fmla="*/ 22 w 22"/>
                  <a:gd name="T1" fmla="*/ 53 h 53"/>
                  <a:gd name="T2" fmla="*/ 0 w 22"/>
                  <a:gd name="T3" fmla="*/ 0 h 53"/>
                </a:gdLst>
                <a:ahLst/>
                <a:cxnLst>
                  <a:cxn ang="0">
                    <a:pos x="T0" y="T1"/>
                  </a:cxn>
                  <a:cxn ang="0">
                    <a:pos x="T2" y="T3"/>
                  </a:cxn>
                </a:cxnLst>
                <a:rect l="0" t="0" r="r" b="b"/>
                <a:pathLst>
                  <a:path w="22" h="53">
                    <a:moveTo>
                      <a:pt x="22" y="53"/>
                    </a:moveTo>
                    <a:cubicBezTo>
                      <a:pt x="15" y="33"/>
                      <a:pt x="0" y="1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37" name="Freeform 95"/>
              <p:cNvSpPr>
                <a:spLocks/>
              </p:cNvSpPr>
              <p:nvPr/>
            </p:nvSpPr>
            <p:spPr bwMode="auto">
              <a:xfrm rot="10800000">
                <a:off x="743260" y="4006097"/>
                <a:ext cx="13832" cy="49002"/>
              </a:xfrm>
              <a:custGeom>
                <a:avLst/>
                <a:gdLst>
                  <a:gd name="T0" fmla="*/ 15 w 15"/>
                  <a:gd name="T1" fmla="*/ 53 h 53"/>
                  <a:gd name="T2" fmla="*/ 0 w 15"/>
                  <a:gd name="T3" fmla="*/ 0 h 53"/>
                </a:gdLst>
                <a:ahLst/>
                <a:cxnLst>
                  <a:cxn ang="0">
                    <a:pos x="T0" y="T1"/>
                  </a:cxn>
                  <a:cxn ang="0">
                    <a:pos x="T2" y="T3"/>
                  </a:cxn>
                </a:cxnLst>
                <a:rect l="0" t="0" r="r" b="b"/>
                <a:pathLst>
                  <a:path w="15" h="53">
                    <a:moveTo>
                      <a:pt x="15" y="53"/>
                    </a:moveTo>
                    <a:cubicBezTo>
                      <a:pt x="15" y="33"/>
                      <a:pt x="7" y="1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38" name="Freeform 96"/>
              <p:cNvSpPr>
                <a:spLocks/>
              </p:cNvSpPr>
              <p:nvPr/>
            </p:nvSpPr>
            <p:spPr bwMode="auto">
              <a:xfrm rot="10800000">
                <a:off x="762089" y="4006466"/>
                <a:ext cx="27665" cy="72000"/>
              </a:xfrm>
              <a:custGeom>
                <a:avLst/>
                <a:gdLst>
                  <a:gd name="T0" fmla="*/ 30 w 30"/>
                  <a:gd name="T1" fmla="*/ 86 h 86"/>
                  <a:gd name="T2" fmla="*/ 0 w 30"/>
                  <a:gd name="T3" fmla="*/ 0 h 86"/>
                </a:gdLst>
                <a:ahLst/>
                <a:cxnLst>
                  <a:cxn ang="0">
                    <a:pos x="T0" y="T1"/>
                  </a:cxn>
                  <a:cxn ang="0">
                    <a:pos x="T2" y="T3"/>
                  </a:cxn>
                </a:cxnLst>
                <a:rect l="0" t="0" r="r" b="b"/>
                <a:pathLst>
                  <a:path w="30" h="86">
                    <a:moveTo>
                      <a:pt x="30" y="86"/>
                    </a:moveTo>
                    <a:cubicBezTo>
                      <a:pt x="23" y="60"/>
                      <a:pt x="8" y="1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39" name="Freeform 121"/>
              <p:cNvSpPr>
                <a:spLocks/>
              </p:cNvSpPr>
              <p:nvPr/>
            </p:nvSpPr>
            <p:spPr bwMode="auto">
              <a:xfrm rot="10800000">
                <a:off x="840086" y="3639971"/>
                <a:ext cx="193653" cy="36058"/>
              </a:xfrm>
              <a:custGeom>
                <a:avLst/>
                <a:gdLst>
                  <a:gd name="T0" fmla="*/ 0 w 210"/>
                  <a:gd name="T1" fmla="*/ 39 h 39"/>
                  <a:gd name="T2" fmla="*/ 210 w 210"/>
                  <a:gd name="T3" fmla="*/ 0 h 39"/>
                </a:gdLst>
                <a:ahLst/>
                <a:cxnLst>
                  <a:cxn ang="0">
                    <a:pos x="T0" y="T1"/>
                  </a:cxn>
                  <a:cxn ang="0">
                    <a:pos x="T2" y="T3"/>
                  </a:cxn>
                </a:cxnLst>
                <a:rect l="0" t="0" r="r" b="b"/>
                <a:pathLst>
                  <a:path w="210" h="39">
                    <a:moveTo>
                      <a:pt x="0" y="39"/>
                    </a:moveTo>
                    <a:cubicBezTo>
                      <a:pt x="60" y="26"/>
                      <a:pt x="150" y="0"/>
                      <a:pt x="21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40" name="Freeform 122"/>
              <p:cNvSpPr>
                <a:spLocks/>
              </p:cNvSpPr>
              <p:nvPr/>
            </p:nvSpPr>
            <p:spPr bwMode="auto">
              <a:xfrm rot="10800000">
                <a:off x="840086" y="3994078"/>
                <a:ext cx="193653" cy="36058"/>
              </a:xfrm>
              <a:custGeom>
                <a:avLst/>
                <a:gdLst>
                  <a:gd name="T0" fmla="*/ 0 w 210"/>
                  <a:gd name="T1" fmla="*/ 0 h 39"/>
                  <a:gd name="T2" fmla="*/ 210 w 210"/>
                  <a:gd name="T3" fmla="*/ 39 h 39"/>
                </a:gdLst>
                <a:ahLst/>
                <a:cxnLst>
                  <a:cxn ang="0">
                    <a:pos x="T0" y="T1"/>
                  </a:cxn>
                  <a:cxn ang="0">
                    <a:pos x="T2" y="T3"/>
                  </a:cxn>
                </a:cxnLst>
                <a:rect l="0" t="0" r="r" b="b"/>
                <a:pathLst>
                  <a:path w="210" h="39">
                    <a:moveTo>
                      <a:pt x="0" y="0"/>
                    </a:moveTo>
                    <a:cubicBezTo>
                      <a:pt x="60" y="13"/>
                      <a:pt x="150" y="39"/>
                      <a:pt x="210" y="3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41" name="Freeform 123"/>
              <p:cNvSpPr>
                <a:spLocks/>
              </p:cNvSpPr>
              <p:nvPr/>
            </p:nvSpPr>
            <p:spPr bwMode="auto">
              <a:xfrm rot="10800000">
                <a:off x="964577" y="3553987"/>
                <a:ext cx="41497" cy="55474"/>
              </a:xfrm>
              <a:custGeom>
                <a:avLst/>
                <a:gdLst>
                  <a:gd name="T0" fmla="*/ 45 w 45"/>
                  <a:gd name="T1" fmla="*/ 53 h 60"/>
                  <a:gd name="T2" fmla="*/ 0 w 45"/>
                  <a:gd name="T3" fmla="*/ 0 h 60"/>
                </a:gdLst>
                <a:ahLst/>
                <a:cxnLst>
                  <a:cxn ang="0">
                    <a:pos x="T0" y="T1"/>
                  </a:cxn>
                  <a:cxn ang="0">
                    <a:pos x="T2" y="T3"/>
                  </a:cxn>
                </a:cxnLst>
                <a:rect l="0" t="0" r="r" b="b"/>
                <a:pathLst>
                  <a:path w="45" h="60">
                    <a:moveTo>
                      <a:pt x="45" y="53"/>
                    </a:moveTo>
                    <a:cubicBezTo>
                      <a:pt x="30" y="60"/>
                      <a:pt x="7" y="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42" name="Freeform 124"/>
              <p:cNvSpPr>
                <a:spLocks/>
              </p:cNvSpPr>
              <p:nvPr/>
            </p:nvSpPr>
            <p:spPr bwMode="auto">
              <a:xfrm rot="10800000">
                <a:off x="964577" y="3560459"/>
                <a:ext cx="41497" cy="73040"/>
              </a:xfrm>
              <a:custGeom>
                <a:avLst/>
                <a:gdLst>
                  <a:gd name="T0" fmla="*/ 0 w 45"/>
                  <a:gd name="T1" fmla="*/ 26 h 79"/>
                  <a:gd name="T2" fmla="*/ 45 w 45"/>
                  <a:gd name="T3" fmla="*/ 79 h 79"/>
                </a:gdLst>
                <a:ahLst/>
                <a:cxnLst>
                  <a:cxn ang="0">
                    <a:pos x="T0" y="T1"/>
                  </a:cxn>
                  <a:cxn ang="0">
                    <a:pos x="T2" y="T3"/>
                  </a:cxn>
                </a:cxnLst>
                <a:rect l="0" t="0" r="r" b="b"/>
                <a:pathLst>
                  <a:path w="45" h="79">
                    <a:moveTo>
                      <a:pt x="0" y="26"/>
                    </a:moveTo>
                    <a:cubicBezTo>
                      <a:pt x="30" y="0"/>
                      <a:pt x="45" y="73"/>
                      <a:pt x="45" y="7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43" name="Freeform 125"/>
              <p:cNvSpPr>
                <a:spLocks/>
              </p:cNvSpPr>
              <p:nvPr/>
            </p:nvSpPr>
            <p:spPr bwMode="auto">
              <a:xfrm rot="10800000">
                <a:off x="950745" y="3560459"/>
                <a:ext cx="41497" cy="73040"/>
              </a:xfrm>
              <a:custGeom>
                <a:avLst/>
                <a:gdLst>
                  <a:gd name="T0" fmla="*/ 0 w 45"/>
                  <a:gd name="T1" fmla="*/ 13 h 79"/>
                  <a:gd name="T2" fmla="*/ 30 w 45"/>
                  <a:gd name="T3" fmla="*/ 79 h 79"/>
                </a:gdLst>
                <a:ahLst/>
                <a:cxnLst>
                  <a:cxn ang="0">
                    <a:pos x="T0" y="T1"/>
                  </a:cxn>
                  <a:cxn ang="0">
                    <a:pos x="T2" y="T3"/>
                  </a:cxn>
                </a:cxnLst>
                <a:rect l="0" t="0" r="r" b="b"/>
                <a:pathLst>
                  <a:path w="45" h="79">
                    <a:moveTo>
                      <a:pt x="0" y="13"/>
                    </a:moveTo>
                    <a:cubicBezTo>
                      <a:pt x="15" y="0"/>
                      <a:pt x="45" y="79"/>
                      <a:pt x="30" y="7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44" name="Freeform 126"/>
              <p:cNvSpPr>
                <a:spLocks/>
              </p:cNvSpPr>
              <p:nvPr/>
            </p:nvSpPr>
            <p:spPr bwMode="auto">
              <a:xfrm rot="10800000">
                <a:off x="964577" y="4055099"/>
                <a:ext cx="41497" cy="61021"/>
              </a:xfrm>
              <a:custGeom>
                <a:avLst/>
                <a:gdLst>
                  <a:gd name="T0" fmla="*/ 45 w 45"/>
                  <a:gd name="T1" fmla="*/ 13 h 66"/>
                  <a:gd name="T2" fmla="*/ 0 w 45"/>
                  <a:gd name="T3" fmla="*/ 66 h 66"/>
                </a:gdLst>
                <a:ahLst/>
                <a:cxnLst>
                  <a:cxn ang="0">
                    <a:pos x="T0" y="T1"/>
                  </a:cxn>
                  <a:cxn ang="0">
                    <a:pos x="T2" y="T3"/>
                  </a:cxn>
                </a:cxnLst>
                <a:rect l="0" t="0" r="r" b="b"/>
                <a:pathLst>
                  <a:path w="45" h="66">
                    <a:moveTo>
                      <a:pt x="45" y="13"/>
                    </a:moveTo>
                    <a:cubicBezTo>
                      <a:pt x="30" y="0"/>
                      <a:pt x="7" y="66"/>
                      <a:pt x="0" y="6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45" name="Freeform 127"/>
              <p:cNvSpPr>
                <a:spLocks/>
              </p:cNvSpPr>
              <p:nvPr/>
            </p:nvSpPr>
            <p:spPr bwMode="auto">
              <a:xfrm rot="10800000">
                <a:off x="964577" y="4030136"/>
                <a:ext cx="41497" cy="73965"/>
              </a:xfrm>
              <a:custGeom>
                <a:avLst/>
                <a:gdLst>
                  <a:gd name="T0" fmla="*/ 0 w 45"/>
                  <a:gd name="T1" fmla="*/ 53 h 80"/>
                  <a:gd name="T2" fmla="*/ 45 w 45"/>
                  <a:gd name="T3" fmla="*/ 0 h 80"/>
                </a:gdLst>
                <a:ahLst/>
                <a:cxnLst>
                  <a:cxn ang="0">
                    <a:pos x="T0" y="T1"/>
                  </a:cxn>
                  <a:cxn ang="0">
                    <a:pos x="T2" y="T3"/>
                  </a:cxn>
                </a:cxnLst>
                <a:rect l="0" t="0" r="r" b="b"/>
                <a:pathLst>
                  <a:path w="45" h="80">
                    <a:moveTo>
                      <a:pt x="0" y="53"/>
                    </a:moveTo>
                    <a:cubicBezTo>
                      <a:pt x="30" y="80"/>
                      <a:pt x="45" y="0"/>
                      <a:pt x="4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46" name="Freeform 128"/>
              <p:cNvSpPr>
                <a:spLocks/>
              </p:cNvSpPr>
              <p:nvPr/>
            </p:nvSpPr>
            <p:spPr bwMode="auto">
              <a:xfrm rot="10800000">
                <a:off x="950745" y="4030136"/>
                <a:ext cx="41497" cy="73965"/>
              </a:xfrm>
              <a:custGeom>
                <a:avLst/>
                <a:gdLst>
                  <a:gd name="T0" fmla="*/ 0 w 45"/>
                  <a:gd name="T1" fmla="*/ 60 h 80"/>
                  <a:gd name="T2" fmla="*/ 30 w 45"/>
                  <a:gd name="T3" fmla="*/ 0 h 80"/>
                </a:gdLst>
                <a:ahLst/>
                <a:cxnLst>
                  <a:cxn ang="0">
                    <a:pos x="T0" y="T1"/>
                  </a:cxn>
                  <a:cxn ang="0">
                    <a:pos x="T2" y="T3"/>
                  </a:cxn>
                </a:cxnLst>
                <a:rect l="0" t="0" r="r" b="b"/>
                <a:pathLst>
                  <a:path w="45" h="80">
                    <a:moveTo>
                      <a:pt x="0" y="60"/>
                    </a:moveTo>
                    <a:cubicBezTo>
                      <a:pt x="15" y="80"/>
                      <a:pt x="45" y="0"/>
                      <a:pt x="3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47" name="Rectangle 69"/>
              <p:cNvSpPr>
                <a:spLocks noChangeArrowheads="1"/>
              </p:cNvSpPr>
              <p:nvPr/>
            </p:nvSpPr>
            <p:spPr bwMode="auto">
              <a:xfrm rot="10800000">
                <a:off x="788249" y="4063770"/>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48" name="Rectangle 69"/>
              <p:cNvSpPr>
                <a:spLocks noChangeArrowheads="1"/>
              </p:cNvSpPr>
              <p:nvPr/>
            </p:nvSpPr>
            <p:spPr bwMode="auto">
              <a:xfrm rot="10800000">
                <a:off x="816174" y="4063770"/>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49" name="Rectangle 69"/>
              <p:cNvSpPr>
                <a:spLocks noChangeArrowheads="1"/>
              </p:cNvSpPr>
              <p:nvPr/>
            </p:nvSpPr>
            <p:spPr bwMode="auto">
              <a:xfrm rot="10800000">
                <a:off x="788265" y="3592348"/>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50" name="Rectangle 69"/>
              <p:cNvSpPr>
                <a:spLocks noChangeArrowheads="1"/>
              </p:cNvSpPr>
              <p:nvPr/>
            </p:nvSpPr>
            <p:spPr bwMode="auto">
              <a:xfrm rot="10800000">
                <a:off x="816190" y="3592348"/>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51" name="Rectangle 69"/>
              <p:cNvSpPr>
                <a:spLocks noChangeArrowheads="1"/>
              </p:cNvSpPr>
              <p:nvPr/>
            </p:nvSpPr>
            <p:spPr bwMode="auto">
              <a:xfrm rot="10800000">
                <a:off x="535879" y="4059024"/>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52" name="Rectangle 69"/>
              <p:cNvSpPr>
                <a:spLocks noChangeArrowheads="1"/>
              </p:cNvSpPr>
              <p:nvPr/>
            </p:nvSpPr>
            <p:spPr bwMode="auto">
              <a:xfrm rot="10800000">
                <a:off x="563804" y="4059024"/>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53" name="Rectangle 69"/>
              <p:cNvSpPr>
                <a:spLocks noChangeArrowheads="1"/>
              </p:cNvSpPr>
              <p:nvPr/>
            </p:nvSpPr>
            <p:spPr bwMode="auto">
              <a:xfrm rot="10800000">
                <a:off x="535895" y="3597126"/>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554" name="Rectangle 69"/>
              <p:cNvSpPr>
                <a:spLocks noChangeArrowheads="1"/>
              </p:cNvSpPr>
              <p:nvPr/>
            </p:nvSpPr>
            <p:spPr bwMode="auto">
              <a:xfrm rot="10800000">
                <a:off x="563820" y="3597126"/>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grpSp>
        <p:sp>
          <p:nvSpPr>
            <p:cNvPr id="237" name="流程图: 联系 403"/>
            <p:cNvSpPr/>
            <p:nvPr/>
          </p:nvSpPr>
          <p:spPr>
            <a:xfrm>
              <a:off x="2212048" y="2588126"/>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38" name="流程图: 联系 403"/>
            <p:cNvSpPr/>
            <p:nvPr/>
          </p:nvSpPr>
          <p:spPr>
            <a:xfrm>
              <a:off x="2187342" y="2536835"/>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39" name="流程图: 联系 403"/>
            <p:cNvSpPr/>
            <p:nvPr/>
          </p:nvSpPr>
          <p:spPr>
            <a:xfrm>
              <a:off x="2177854" y="2469210"/>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40" name="流程图: 联系 403"/>
            <p:cNvSpPr/>
            <p:nvPr/>
          </p:nvSpPr>
          <p:spPr>
            <a:xfrm>
              <a:off x="2189340" y="2401972"/>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41" name="流程图: 联系 403"/>
            <p:cNvSpPr/>
            <p:nvPr/>
          </p:nvSpPr>
          <p:spPr>
            <a:xfrm>
              <a:off x="2233628" y="2345792"/>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42" name="流程图: 联系 403"/>
            <p:cNvSpPr/>
            <p:nvPr/>
          </p:nvSpPr>
          <p:spPr>
            <a:xfrm>
              <a:off x="2210313" y="1954663"/>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43" name="流程图: 联系 403"/>
            <p:cNvSpPr/>
            <p:nvPr/>
          </p:nvSpPr>
          <p:spPr>
            <a:xfrm>
              <a:off x="2185606" y="1903372"/>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44" name="流程图: 联系 403"/>
            <p:cNvSpPr/>
            <p:nvPr/>
          </p:nvSpPr>
          <p:spPr>
            <a:xfrm>
              <a:off x="2176119" y="1835747"/>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45" name="流程图: 联系 403"/>
            <p:cNvSpPr/>
            <p:nvPr/>
          </p:nvSpPr>
          <p:spPr>
            <a:xfrm>
              <a:off x="2187604" y="1768510"/>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46" name="矩形 245"/>
            <p:cNvSpPr/>
            <p:nvPr/>
          </p:nvSpPr>
          <p:spPr>
            <a:xfrm>
              <a:off x="2172229" y="1668688"/>
              <a:ext cx="763276" cy="332133"/>
            </a:xfrm>
            <a:prstGeom prst="rect">
              <a:avLst/>
            </a:prstGeom>
            <a:noFill/>
            <a:ln w="1905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47" name="矩形 246"/>
            <p:cNvSpPr/>
            <p:nvPr/>
          </p:nvSpPr>
          <p:spPr>
            <a:xfrm>
              <a:off x="2176119" y="2344683"/>
              <a:ext cx="756798" cy="332133"/>
            </a:xfrm>
            <a:prstGeom prst="rect">
              <a:avLst/>
            </a:prstGeom>
            <a:noFill/>
            <a:ln w="1905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grpSp>
          <p:nvGrpSpPr>
            <p:cNvPr id="248" name="组合 247"/>
            <p:cNvGrpSpPr/>
            <p:nvPr/>
          </p:nvGrpSpPr>
          <p:grpSpPr>
            <a:xfrm>
              <a:off x="746766" y="1701032"/>
              <a:ext cx="754621" cy="297837"/>
              <a:chOff x="142014" y="3553987"/>
              <a:chExt cx="1320528" cy="562133"/>
            </a:xfrm>
          </p:grpSpPr>
          <p:sp>
            <p:nvSpPr>
              <p:cNvPr id="411" name="Freeform 5"/>
              <p:cNvSpPr>
                <a:spLocks/>
              </p:cNvSpPr>
              <p:nvPr/>
            </p:nvSpPr>
            <p:spPr bwMode="auto">
              <a:xfrm rot="10800000">
                <a:off x="1296554" y="3602989"/>
                <a:ext cx="165988" cy="464129"/>
              </a:xfrm>
              <a:custGeom>
                <a:avLst/>
                <a:gdLst>
                  <a:gd name="T0" fmla="*/ 180 w 180"/>
                  <a:gd name="T1" fmla="*/ 502 h 502"/>
                  <a:gd name="T2" fmla="*/ 180 w 180"/>
                  <a:gd name="T3" fmla="*/ 0 h 502"/>
                </a:gdLst>
                <a:ahLst/>
                <a:cxnLst>
                  <a:cxn ang="0">
                    <a:pos x="T0" y="T1"/>
                  </a:cxn>
                  <a:cxn ang="0">
                    <a:pos x="T2" y="T3"/>
                  </a:cxn>
                </a:cxnLst>
                <a:rect l="0" t="0" r="r" b="b"/>
                <a:pathLst>
                  <a:path w="180" h="502">
                    <a:moveTo>
                      <a:pt x="180" y="502"/>
                    </a:moveTo>
                    <a:cubicBezTo>
                      <a:pt x="15" y="396"/>
                      <a:pt x="0" y="132"/>
                      <a:pt x="18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12" name="Freeform 6"/>
              <p:cNvSpPr>
                <a:spLocks/>
              </p:cNvSpPr>
              <p:nvPr/>
            </p:nvSpPr>
            <p:spPr bwMode="auto">
              <a:xfrm rot="10800000">
                <a:off x="1102901" y="3578950"/>
                <a:ext cx="193653" cy="24039"/>
              </a:xfrm>
              <a:custGeom>
                <a:avLst/>
                <a:gdLst>
                  <a:gd name="T0" fmla="*/ 0 w 210"/>
                  <a:gd name="T1" fmla="*/ 0 h 26"/>
                  <a:gd name="T2" fmla="*/ 210 w 210"/>
                  <a:gd name="T3" fmla="*/ 13 h 26"/>
                </a:gdLst>
                <a:ahLst/>
                <a:cxnLst>
                  <a:cxn ang="0">
                    <a:pos x="T0" y="T1"/>
                  </a:cxn>
                  <a:cxn ang="0">
                    <a:pos x="T2" y="T3"/>
                  </a:cxn>
                </a:cxnLst>
                <a:rect l="0" t="0" r="r" b="b"/>
                <a:pathLst>
                  <a:path w="210" h="26">
                    <a:moveTo>
                      <a:pt x="0" y="0"/>
                    </a:moveTo>
                    <a:cubicBezTo>
                      <a:pt x="105" y="26"/>
                      <a:pt x="165" y="13"/>
                      <a:pt x="210" y="1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13" name="Freeform 7"/>
              <p:cNvSpPr>
                <a:spLocks/>
              </p:cNvSpPr>
              <p:nvPr/>
            </p:nvSpPr>
            <p:spPr bwMode="auto">
              <a:xfrm rot="10800000">
                <a:off x="1372170" y="3725031"/>
                <a:ext cx="48874" cy="220045"/>
              </a:xfrm>
              <a:custGeom>
                <a:avLst/>
                <a:gdLst>
                  <a:gd name="T0" fmla="*/ 53 w 53"/>
                  <a:gd name="T1" fmla="*/ 238 h 238"/>
                  <a:gd name="T2" fmla="*/ 53 w 53"/>
                  <a:gd name="T3" fmla="*/ 0 h 238"/>
                </a:gdLst>
                <a:ahLst/>
                <a:cxnLst>
                  <a:cxn ang="0">
                    <a:pos x="T0" y="T1"/>
                  </a:cxn>
                  <a:cxn ang="0">
                    <a:pos x="T2" y="T3"/>
                  </a:cxn>
                </a:cxnLst>
                <a:rect l="0" t="0" r="r" b="b"/>
                <a:pathLst>
                  <a:path w="53" h="238">
                    <a:moveTo>
                      <a:pt x="53" y="238"/>
                    </a:moveTo>
                    <a:cubicBezTo>
                      <a:pt x="0" y="185"/>
                      <a:pt x="0" y="79"/>
                      <a:pt x="53"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14" name="Freeform 8"/>
              <p:cNvSpPr>
                <a:spLocks/>
              </p:cNvSpPr>
              <p:nvPr/>
            </p:nvSpPr>
            <p:spPr bwMode="auto">
              <a:xfrm rot="10800000">
                <a:off x="1282721" y="3615008"/>
                <a:ext cx="110659" cy="122042"/>
              </a:xfrm>
              <a:custGeom>
                <a:avLst/>
                <a:gdLst>
                  <a:gd name="T0" fmla="*/ 48 w 256"/>
                  <a:gd name="T1" fmla="*/ 32 h 320"/>
                  <a:gd name="T2" fmla="*/ 96 w 256"/>
                  <a:gd name="T3" fmla="*/ 160 h 320"/>
                  <a:gd name="T4" fmla="*/ 176 w 256"/>
                  <a:gd name="T5" fmla="*/ 272 h 320"/>
                  <a:gd name="T6" fmla="*/ 192 w 256"/>
                  <a:gd name="T7" fmla="*/ 208 h 320"/>
                  <a:gd name="T8" fmla="*/ 96 w 256"/>
                  <a:gd name="T9" fmla="*/ 64 h 320"/>
                  <a:gd name="T10" fmla="*/ 48 w 256"/>
                  <a:gd name="T11" fmla="*/ 32 h 320"/>
                </a:gdLst>
                <a:ahLst/>
                <a:cxnLst>
                  <a:cxn ang="0">
                    <a:pos x="T0" y="T1"/>
                  </a:cxn>
                  <a:cxn ang="0">
                    <a:pos x="T2" y="T3"/>
                  </a:cxn>
                  <a:cxn ang="0">
                    <a:pos x="T4" y="T5"/>
                  </a:cxn>
                  <a:cxn ang="0">
                    <a:pos x="T6" y="T7"/>
                  </a:cxn>
                  <a:cxn ang="0">
                    <a:pos x="T8" y="T9"/>
                  </a:cxn>
                  <a:cxn ang="0">
                    <a:pos x="T10" y="T11"/>
                  </a:cxn>
                </a:cxnLst>
                <a:rect l="0" t="0" r="r" b="b"/>
                <a:pathLst>
                  <a:path w="256" h="320">
                    <a:moveTo>
                      <a:pt x="48" y="32"/>
                    </a:moveTo>
                    <a:cubicBezTo>
                      <a:pt x="0" y="0"/>
                      <a:pt x="80" y="128"/>
                      <a:pt x="96" y="160"/>
                    </a:cubicBezTo>
                    <a:cubicBezTo>
                      <a:pt x="96" y="208"/>
                      <a:pt x="144" y="256"/>
                      <a:pt x="176" y="272"/>
                    </a:cubicBezTo>
                    <a:cubicBezTo>
                      <a:pt x="256" y="320"/>
                      <a:pt x="208" y="224"/>
                      <a:pt x="192" y="208"/>
                    </a:cubicBezTo>
                    <a:cubicBezTo>
                      <a:pt x="160" y="160"/>
                      <a:pt x="128" y="112"/>
                      <a:pt x="96" y="64"/>
                    </a:cubicBezTo>
                    <a:cubicBezTo>
                      <a:pt x="80" y="48"/>
                      <a:pt x="64" y="48"/>
                      <a:pt x="48" y="32"/>
                    </a:cubicBezTo>
                  </a:path>
                </a:pathLst>
              </a:custGeom>
              <a:solidFill>
                <a:srgbClr val="FFFFFF"/>
              </a:solidFill>
              <a:ln w="3175">
                <a:solidFill>
                  <a:schemeClr val="tx1"/>
                </a:solidFill>
                <a:prstDash val="solid"/>
                <a:round/>
                <a:headEnd/>
                <a:tailEnd/>
              </a:ln>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15" name="Freeform 9"/>
              <p:cNvSpPr>
                <a:spLocks/>
              </p:cNvSpPr>
              <p:nvPr/>
            </p:nvSpPr>
            <p:spPr bwMode="auto">
              <a:xfrm rot="10800000">
                <a:off x="1282721" y="3615008"/>
                <a:ext cx="110659" cy="122042"/>
              </a:xfrm>
              <a:custGeom>
                <a:avLst/>
                <a:gdLst>
                  <a:gd name="T0" fmla="*/ 23 w 120"/>
                  <a:gd name="T1" fmla="*/ 13 h 132"/>
                  <a:gd name="T2" fmla="*/ 45 w 120"/>
                  <a:gd name="T3" fmla="*/ 66 h 132"/>
                  <a:gd name="T4" fmla="*/ 82 w 120"/>
                  <a:gd name="T5" fmla="*/ 112 h 132"/>
                  <a:gd name="T6" fmla="*/ 90 w 120"/>
                  <a:gd name="T7" fmla="*/ 86 h 132"/>
                  <a:gd name="T8" fmla="*/ 45 w 120"/>
                  <a:gd name="T9" fmla="*/ 26 h 132"/>
                  <a:gd name="T10" fmla="*/ 23 w 120"/>
                  <a:gd name="T11" fmla="*/ 13 h 132"/>
                </a:gdLst>
                <a:ahLst/>
                <a:cxnLst>
                  <a:cxn ang="0">
                    <a:pos x="T0" y="T1"/>
                  </a:cxn>
                  <a:cxn ang="0">
                    <a:pos x="T2" y="T3"/>
                  </a:cxn>
                  <a:cxn ang="0">
                    <a:pos x="T4" y="T5"/>
                  </a:cxn>
                  <a:cxn ang="0">
                    <a:pos x="T6" y="T7"/>
                  </a:cxn>
                  <a:cxn ang="0">
                    <a:pos x="T8" y="T9"/>
                  </a:cxn>
                  <a:cxn ang="0">
                    <a:pos x="T10" y="T11"/>
                  </a:cxn>
                </a:cxnLst>
                <a:rect l="0" t="0" r="r" b="b"/>
                <a:pathLst>
                  <a:path w="120" h="132">
                    <a:moveTo>
                      <a:pt x="23" y="13"/>
                    </a:moveTo>
                    <a:cubicBezTo>
                      <a:pt x="0" y="0"/>
                      <a:pt x="38" y="53"/>
                      <a:pt x="45" y="66"/>
                    </a:cubicBezTo>
                    <a:cubicBezTo>
                      <a:pt x="45" y="86"/>
                      <a:pt x="68" y="105"/>
                      <a:pt x="82" y="112"/>
                    </a:cubicBezTo>
                    <a:cubicBezTo>
                      <a:pt x="120" y="132"/>
                      <a:pt x="97" y="92"/>
                      <a:pt x="90" y="86"/>
                    </a:cubicBezTo>
                    <a:cubicBezTo>
                      <a:pt x="75" y="66"/>
                      <a:pt x="60" y="46"/>
                      <a:pt x="45" y="26"/>
                    </a:cubicBezTo>
                    <a:cubicBezTo>
                      <a:pt x="38" y="19"/>
                      <a:pt x="30" y="19"/>
                      <a:pt x="23" y="1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16" name="Freeform 10"/>
              <p:cNvSpPr>
                <a:spLocks/>
              </p:cNvSpPr>
              <p:nvPr/>
            </p:nvSpPr>
            <p:spPr bwMode="auto">
              <a:xfrm rot="10800000">
                <a:off x="1282721" y="3933057"/>
                <a:ext cx="110659" cy="122042"/>
              </a:xfrm>
              <a:custGeom>
                <a:avLst/>
                <a:gdLst>
                  <a:gd name="T0" fmla="*/ 48 w 256"/>
                  <a:gd name="T1" fmla="*/ 304 h 320"/>
                  <a:gd name="T2" fmla="*/ 96 w 256"/>
                  <a:gd name="T3" fmla="*/ 160 h 320"/>
                  <a:gd name="T4" fmla="*/ 176 w 256"/>
                  <a:gd name="T5" fmla="*/ 64 h 320"/>
                  <a:gd name="T6" fmla="*/ 192 w 256"/>
                  <a:gd name="T7" fmla="*/ 128 h 320"/>
                  <a:gd name="T8" fmla="*/ 96 w 256"/>
                  <a:gd name="T9" fmla="*/ 256 h 320"/>
                  <a:gd name="T10" fmla="*/ 48 w 256"/>
                  <a:gd name="T11" fmla="*/ 304 h 320"/>
                </a:gdLst>
                <a:ahLst/>
                <a:cxnLst>
                  <a:cxn ang="0">
                    <a:pos x="T0" y="T1"/>
                  </a:cxn>
                  <a:cxn ang="0">
                    <a:pos x="T2" y="T3"/>
                  </a:cxn>
                  <a:cxn ang="0">
                    <a:pos x="T4" y="T5"/>
                  </a:cxn>
                  <a:cxn ang="0">
                    <a:pos x="T6" y="T7"/>
                  </a:cxn>
                  <a:cxn ang="0">
                    <a:pos x="T8" y="T9"/>
                  </a:cxn>
                  <a:cxn ang="0">
                    <a:pos x="T10" y="T11"/>
                  </a:cxn>
                </a:cxnLst>
                <a:rect l="0" t="0" r="r" b="b"/>
                <a:pathLst>
                  <a:path w="256" h="320">
                    <a:moveTo>
                      <a:pt x="48" y="304"/>
                    </a:moveTo>
                    <a:cubicBezTo>
                      <a:pt x="0" y="320"/>
                      <a:pt x="80" y="208"/>
                      <a:pt x="96" y="160"/>
                    </a:cubicBezTo>
                    <a:cubicBezTo>
                      <a:pt x="112" y="112"/>
                      <a:pt x="144" y="80"/>
                      <a:pt x="176" y="64"/>
                    </a:cubicBezTo>
                    <a:cubicBezTo>
                      <a:pt x="256" y="0"/>
                      <a:pt x="208" y="112"/>
                      <a:pt x="192" y="128"/>
                    </a:cubicBezTo>
                    <a:cubicBezTo>
                      <a:pt x="160" y="160"/>
                      <a:pt x="128" y="224"/>
                      <a:pt x="96" y="256"/>
                    </a:cubicBezTo>
                    <a:cubicBezTo>
                      <a:pt x="80" y="288"/>
                      <a:pt x="64" y="288"/>
                      <a:pt x="48" y="304"/>
                    </a:cubicBezTo>
                  </a:path>
                </a:pathLst>
              </a:custGeom>
              <a:solidFill>
                <a:srgbClr val="FFFFFF"/>
              </a:solidFill>
              <a:ln w="3175">
                <a:solidFill>
                  <a:schemeClr val="tx1"/>
                </a:solidFill>
                <a:prstDash val="solid"/>
                <a:round/>
                <a:headEnd/>
                <a:tailEnd/>
              </a:ln>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17" name="Freeform 11"/>
              <p:cNvSpPr>
                <a:spLocks/>
              </p:cNvSpPr>
              <p:nvPr/>
            </p:nvSpPr>
            <p:spPr bwMode="auto">
              <a:xfrm rot="10800000">
                <a:off x="1282721" y="3933057"/>
                <a:ext cx="110659" cy="122042"/>
              </a:xfrm>
              <a:custGeom>
                <a:avLst/>
                <a:gdLst>
                  <a:gd name="T0" fmla="*/ 23 w 120"/>
                  <a:gd name="T1" fmla="*/ 126 h 132"/>
                  <a:gd name="T2" fmla="*/ 45 w 120"/>
                  <a:gd name="T3" fmla="*/ 66 h 132"/>
                  <a:gd name="T4" fmla="*/ 82 w 120"/>
                  <a:gd name="T5" fmla="*/ 27 h 132"/>
                  <a:gd name="T6" fmla="*/ 90 w 120"/>
                  <a:gd name="T7" fmla="*/ 53 h 132"/>
                  <a:gd name="T8" fmla="*/ 45 w 120"/>
                  <a:gd name="T9" fmla="*/ 106 h 132"/>
                  <a:gd name="T10" fmla="*/ 23 w 120"/>
                  <a:gd name="T11" fmla="*/ 126 h 132"/>
                </a:gdLst>
                <a:ahLst/>
                <a:cxnLst>
                  <a:cxn ang="0">
                    <a:pos x="T0" y="T1"/>
                  </a:cxn>
                  <a:cxn ang="0">
                    <a:pos x="T2" y="T3"/>
                  </a:cxn>
                  <a:cxn ang="0">
                    <a:pos x="T4" y="T5"/>
                  </a:cxn>
                  <a:cxn ang="0">
                    <a:pos x="T6" y="T7"/>
                  </a:cxn>
                  <a:cxn ang="0">
                    <a:pos x="T8" y="T9"/>
                  </a:cxn>
                  <a:cxn ang="0">
                    <a:pos x="T10" y="T11"/>
                  </a:cxn>
                </a:cxnLst>
                <a:rect l="0" t="0" r="r" b="b"/>
                <a:pathLst>
                  <a:path w="120" h="132">
                    <a:moveTo>
                      <a:pt x="23" y="126"/>
                    </a:moveTo>
                    <a:cubicBezTo>
                      <a:pt x="0" y="132"/>
                      <a:pt x="38" y="86"/>
                      <a:pt x="45" y="66"/>
                    </a:cubicBezTo>
                    <a:cubicBezTo>
                      <a:pt x="53" y="46"/>
                      <a:pt x="68" y="33"/>
                      <a:pt x="82" y="27"/>
                    </a:cubicBezTo>
                    <a:cubicBezTo>
                      <a:pt x="120" y="0"/>
                      <a:pt x="97" y="46"/>
                      <a:pt x="90" y="53"/>
                    </a:cubicBezTo>
                    <a:cubicBezTo>
                      <a:pt x="75" y="66"/>
                      <a:pt x="60" y="93"/>
                      <a:pt x="45" y="106"/>
                    </a:cubicBezTo>
                    <a:cubicBezTo>
                      <a:pt x="38" y="119"/>
                      <a:pt x="30" y="119"/>
                      <a:pt x="23" y="12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18" name="Freeform 12"/>
              <p:cNvSpPr>
                <a:spLocks/>
              </p:cNvSpPr>
              <p:nvPr/>
            </p:nvSpPr>
            <p:spPr bwMode="auto">
              <a:xfrm rot="10800000">
                <a:off x="1144398" y="3676029"/>
                <a:ext cx="248982" cy="73965"/>
              </a:xfrm>
              <a:custGeom>
                <a:avLst/>
                <a:gdLst>
                  <a:gd name="T0" fmla="*/ 270 w 270"/>
                  <a:gd name="T1" fmla="*/ 80 h 80"/>
                  <a:gd name="T2" fmla="*/ 0 w 270"/>
                  <a:gd name="T3" fmla="*/ 0 h 80"/>
                </a:gdLst>
                <a:ahLst/>
                <a:cxnLst>
                  <a:cxn ang="0">
                    <a:pos x="T0" y="T1"/>
                  </a:cxn>
                  <a:cxn ang="0">
                    <a:pos x="T2" y="T3"/>
                  </a:cxn>
                </a:cxnLst>
                <a:rect l="0" t="0" r="r" b="b"/>
                <a:pathLst>
                  <a:path w="270" h="80">
                    <a:moveTo>
                      <a:pt x="270" y="80"/>
                    </a:moveTo>
                    <a:cubicBezTo>
                      <a:pt x="180" y="53"/>
                      <a:pt x="60" y="5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19" name="Freeform 13"/>
              <p:cNvSpPr>
                <a:spLocks/>
              </p:cNvSpPr>
              <p:nvPr/>
            </p:nvSpPr>
            <p:spPr bwMode="auto">
              <a:xfrm rot="10800000">
                <a:off x="1144398" y="3920113"/>
                <a:ext cx="248982" cy="73965"/>
              </a:xfrm>
              <a:custGeom>
                <a:avLst/>
                <a:gdLst>
                  <a:gd name="T0" fmla="*/ 270 w 270"/>
                  <a:gd name="T1" fmla="*/ 0 h 80"/>
                  <a:gd name="T2" fmla="*/ 0 w 270"/>
                  <a:gd name="T3" fmla="*/ 80 h 80"/>
                </a:gdLst>
                <a:ahLst/>
                <a:cxnLst>
                  <a:cxn ang="0">
                    <a:pos x="T0" y="T1"/>
                  </a:cxn>
                  <a:cxn ang="0">
                    <a:pos x="T2" y="T3"/>
                  </a:cxn>
                </a:cxnLst>
                <a:rect l="0" t="0" r="r" b="b"/>
                <a:pathLst>
                  <a:path w="270" h="80">
                    <a:moveTo>
                      <a:pt x="270" y="0"/>
                    </a:moveTo>
                    <a:cubicBezTo>
                      <a:pt x="180" y="27"/>
                      <a:pt x="60" y="27"/>
                      <a:pt x="0" y="8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20" name="Oval 17"/>
              <p:cNvSpPr>
                <a:spLocks noChangeArrowheads="1"/>
              </p:cNvSpPr>
              <p:nvPr/>
            </p:nvSpPr>
            <p:spPr bwMode="auto">
              <a:xfrm rot="10800000">
                <a:off x="1390765" y="3804543"/>
                <a:ext cx="13832" cy="61021"/>
              </a:xfrm>
              <a:prstGeom prst="ellipse">
                <a:avLst/>
              </a:pr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21" name="Freeform 18"/>
              <p:cNvSpPr>
                <a:spLocks/>
              </p:cNvSpPr>
              <p:nvPr/>
            </p:nvSpPr>
            <p:spPr bwMode="auto">
              <a:xfrm rot="10800000">
                <a:off x="1365715" y="3737050"/>
                <a:ext cx="27665" cy="208026"/>
              </a:xfrm>
              <a:custGeom>
                <a:avLst/>
                <a:gdLst>
                  <a:gd name="T0" fmla="*/ 30 w 30"/>
                  <a:gd name="T1" fmla="*/ 225 h 225"/>
                  <a:gd name="T2" fmla="*/ 30 w 30"/>
                  <a:gd name="T3" fmla="*/ 0 h 225"/>
                </a:gdLst>
                <a:ahLst/>
                <a:cxnLst>
                  <a:cxn ang="0">
                    <a:pos x="T0" y="T1"/>
                  </a:cxn>
                  <a:cxn ang="0">
                    <a:pos x="T2" y="T3"/>
                  </a:cxn>
                </a:cxnLst>
                <a:rect l="0" t="0" r="r" b="b"/>
                <a:pathLst>
                  <a:path w="30" h="225">
                    <a:moveTo>
                      <a:pt x="30" y="225"/>
                    </a:moveTo>
                    <a:cubicBezTo>
                      <a:pt x="0" y="165"/>
                      <a:pt x="0" y="106"/>
                      <a:pt x="3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22" name="Freeform 19"/>
              <p:cNvSpPr>
                <a:spLocks/>
              </p:cNvSpPr>
              <p:nvPr/>
            </p:nvSpPr>
            <p:spPr bwMode="auto">
              <a:xfrm rot="10800000">
                <a:off x="1075236" y="3627028"/>
                <a:ext cx="235150" cy="24963"/>
              </a:xfrm>
              <a:custGeom>
                <a:avLst/>
                <a:gdLst>
                  <a:gd name="T0" fmla="*/ 0 w 255"/>
                  <a:gd name="T1" fmla="*/ 0 h 27"/>
                  <a:gd name="T2" fmla="*/ 255 w 255"/>
                  <a:gd name="T3" fmla="*/ 0 h 27"/>
                </a:gdLst>
                <a:ahLst/>
                <a:cxnLst>
                  <a:cxn ang="0">
                    <a:pos x="T0" y="T1"/>
                  </a:cxn>
                  <a:cxn ang="0">
                    <a:pos x="T2" y="T3"/>
                  </a:cxn>
                </a:cxnLst>
                <a:rect l="0" t="0" r="r" b="b"/>
                <a:pathLst>
                  <a:path w="255" h="27">
                    <a:moveTo>
                      <a:pt x="0" y="0"/>
                    </a:moveTo>
                    <a:cubicBezTo>
                      <a:pt x="90" y="0"/>
                      <a:pt x="195" y="27"/>
                      <a:pt x="25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23" name="Freeform 20"/>
              <p:cNvSpPr>
                <a:spLocks/>
              </p:cNvSpPr>
              <p:nvPr/>
            </p:nvSpPr>
            <p:spPr bwMode="auto">
              <a:xfrm rot="10800000">
                <a:off x="1075236" y="4018116"/>
                <a:ext cx="235150" cy="24963"/>
              </a:xfrm>
              <a:custGeom>
                <a:avLst/>
                <a:gdLst>
                  <a:gd name="T0" fmla="*/ 0 w 255"/>
                  <a:gd name="T1" fmla="*/ 27 h 27"/>
                  <a:gd name="T2" fmla="*/ 255 w 255"/>
                  <a:gd name="T3" fmla="*/ 27 h 27"/>
                </a:gdLst>
                <a:ahLst/>
                <a:cxnLst>
                  <a:cxn ang="0">
                    <a:pos x="T0" y="T1"/>
                  </a:cxn>
                  <a:cxn ang="0">
                    <a:pos x="T2" y="T3"/>
                  </a:cxn>
                </a:cxnLst>
                <a:rect l="0" t="0" r="r" b="b"/>
                <a:pathLst>
                  <a:path w="255" h="27">
                    <a:moveTo>
                      <a:pt x="0" y="27"/>
                    </a:moveTo>
                    <a:cubicBezTo>
                      <a:pt x="90" y="27"/>
                      <a:pt x="195" y="0"/>
                      <a:pt x="255" y="2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24" name="Freeform 21"/>
              <p:cNvSpPr>
                <a:spLocks/>
              </p:cNvSpPr>
              <p:nvPr/>
            </p:nvSpPr>
            <p:spPr bwMode="auto">
              <a:xfrm rot="10800000">
                <a:off x="1033739" y="3615008"/>
                <a:ext cx="262814" cy="24963"/>
              </a:xfrm>
              <a:custGeom>
                <a:avLst/>
                <a:gdLst>
                  <a:gd name="T0" fmla="*/ 0 w 285"/>
                  <a:gd name="T1" fmla="*/ 0 h 27"/>
                  <a:gd name="T2" fmla="*/ 285 w 285"/>
                  <a:gd name="T3" fmla="*/ 0 h 27"/>
                </a:gdLst>
                <a:ahLst/>
                <a:cxnLst>
                  <a:cxn ang="0">
                    <a:pos x="T0" y="T1"/>
                  </a:cxn>
                  <a:cxn ang="0">
                    <a:pos x="T2" y="T3"/>
                  </a:cxn>
                </a:cxnLst>
                <a:rect l="0" t="0" r="r" b="b"/>
                <a:pathLst>
                  <a:path w="285" h="27">
                    <a:moveTo>
                      <a:pt x="0" y="0"/>
                    </a:moveTo>
                    <a:cubicBezTo>
                      <a:pt x="105" y="0"/>
                      <a:pt x="217" y="27"/>
                      <a:pt x="28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25" name="Freeform 22"/>
              <p:cNvSpPr>
                <a:spLocks/>
              </p:cNvSpPr>
              <p:nvPr/>
            </p:nvSpPr>
            <p:spPr bwMode="auto">
              <a:xfrm rot="10800000">
                <a:off x="1033739" y="4030136"/>
                <a:ext cx="262814" cy="24963"/>
              </a:xfrm>
              <a:custGeom>
                <a:avLst/>
                <a:gdLst>
                  <a:gd name="T0" fmla="*/ 0 w 285"/>
                  <a:gd name="T1" fmla="*/ 27 h 27"/>
                  <a:gd name="T2" fmla="*/ 285 w 285"/>
                  <a:gd name="T3" fmla="*/ 27 h 27"/>
                </a:gdLst>
                <a:ahLst/>
                <a:cxnLst>
                  <a:cxn ang="0">
                    <a:pos x="T0" y="T1"/>
                  </a:cxn>
                  <a:cxn ang="0">
                    <a:pos x="T2" y="T3"/>
                  </a:cxn>
                </a:cxnLst>
                <a:rect l="0" t="0" r="r" b="b"/>
                <a:pathLst>
                  <a:path w="285" h="27">
                    <a:moveTo>
                      <a:pt x="0" y="27"/>
                    </a:moveTo>
                    <a:cubicBezTo>
                      <a:pt x="105" y="27"/>
                      <a:pt x="217" y="0"/>
                      <a:pt x="285" y="2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26" name="Freeform 26"/>
              <p:cNvSpPr>
                <a:spLocks/>
              </p:cNvSpPr>
              <p:nvPr/>
            </p:nvSpPr>
            <p:spPr bwMode="auto">
              <a:xfrm rot="10800000">
                <a:off x="1061404" y="4060646"/>
                <a:ext cx="90371" cy="12944"/>
              </a:xfrm>
              <a:custGeom>
                <a:avLst/>
                <a:gdLst>
                  <a:gd name="T0" fmla="*/ 0 w 98"/>
                  <a:gd name="T1" fmla="*/ 7 h 14"/>
                  <a:gd name="T2" fmla="*/ 53 w 98"/>
                  <a:gd name="T3" fmla="*/ 0 h 14"/>
                  <a:gd name="T4" fmla="*/ 98 w 98"/>
                  <a:gd name="T5" fmla="*/ 7 h 14"/>
                  <a:gd name="T6" fmla="*/ 53 w 98"/>
                  <a:gd name="T7" fmla="*/ 14 h 14"/>
                  <a:gd name="T8" fmla="*/ 0 w 98"/>
                  <a:gd name="T9" fmla="*/ 7 h 14"/>
                </a:gdLst>
                <a:ahLst/>
                <a:cxnLst>
                  <a:cxn ang="0">
                    <a:pos x="T0" y="T1"/>
                  </a:cxn>
                  <a:cxn ang="0">
                    <a:pos x="T2" y="T3"/>
                  </a:cxn>
                  <a:cxn ang="0">
                    <a:pos x="T4" y="T5"/>
                  </a:cxn>
                  <a:cxn ang="0">
                    <a:pos x="T6" y="T7"/>
                  </a:cxn>
                  <a:cxn ang="0">
                    <a:pos x="T8" y="T9"/>
                  </a:cxn>
                </a:cxnLst>
                <a:rect l="0" t="0" r="r" b="b"/>
                <a:pathLst>
                  <a:path w="98" h="14">
                    <a:moveTo>
                      <a:pt x="0" y="7"/>
                    </a:moveTo>
                    <a:cubicBezTo>
                      <a:pt x="0" y="0"/>
                      <a:pt x="23" y="0"/>
                      <a:pt x="53" y="0"/>
                    </a:cubicBezTo>
                    <a:cubicBezTo>
                      <a:pt x="75" y="0"/>
                      <a:pt x="98" y="0"/>
                      <a:pt x="98" y="7"/>
                    </a:cubicBezTo>
                    <a:cubicBezTo>
                      <a:pt x="98" y="7"/>
                      <a:pt x="75" y="14"/>
                      <a:pt x="53" y="14"/>
                    </a:cubicBezTo>
                    <a:cubicBezTo>
                      <a:pt x="23" y="14"/>
                      <a:pt x="0" y="7"/>
                      <a:pt x="0" y="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27" name="Freeform 30"/>
              <p:cNvSpPr>
                <a:spLocks/>
              </p:cNvSpPr>
              <p:nvPr/>
            </p:nvSpPr>
            <p:spPr bwMode="auto">
              <a:xfrm rot="10800000">
                <a:off x="1061404" y="3596517"/>
                <a:ext cx="90371" cy="12944"/>
              </a:xfrm>
              <a:custGeom>
                <a:avLst/>
                <a:gdLst>
                  <a:gd name="T0" fmla="*/ 0 w 98"/>
                  <a:gd name="T1" fmla="*/ 7 h 14"/>
                  <a:gd name="T2" fmla="*/ 53 w 98"/>
                  <a:gd name="T3" fmla="*/ 0 h 14"/>
                  <a:gd name="T4" fmla="*/ 98 w 98"/>
                  <a:gd name="T5" fmla="*/ 7 h 14"/>
                  <a:gd name="T6" fmla="*/ 53 w 98"/>
                  <a:gd name="T7" fmla="*/ 14 h 14"/>
                  <a:gd name="T8" fmla="*/ 0 w 98"/>
                  <a:gd name="T9" fmla="*/ 7 h 14"/>
                </a:gdLst>
                <a:ahLst/>
                <a:cxnLst>
                  <a:cxn ang="0">
                    <a:pos x="T0" y="T1"/>
                  </a:cxn>
                  <a:cxn ang="0">
                    <a:pos x="T2" y="T3"/>
                  </a:cxn>
                  <a:cxn ang="0">
                    <a:pos x="T4" y="T5"/>
                  </a:cxn>
                  <a:cxn ang="0">
                    <a:pos x="T6" y="T7"/>
                  </a:cxn>
                  <a:cxn ang="0">
                    <a:pos x="T8" y="T9"/>
                  </a:cxn>
                </a:cxnLst>
                <a:rect l="0" t="0" r="r" b="b"/>
                <a:pathLst>
                  <a:path w="98" h="14">
                    <a:moveTo>
                      <a:pt x="0" y="7"/>
                    </a:moveTo>
                    <a:cubicBezTo>
                      <a:pt x="0" y="0"/>
                      <a:pt x="23" y="0"/>
                      <a:pt x="53" y="0"/>
                    </a:cubicBezTo>
                    <a:cubicBezTo>
                      <a:pt x="75" y="0"/>
                      <a:pt x="98" y="0"/>
                      <a:pt x="98" y="7"/>
                    </a:cubicBezTo>
                    <a:cubicBezTo>
                      <a:pt x="98" y="7"/>
                      <a:pt x="75" y="14"/>
                      <a:pt x="53" y="14"/>
                    </a:cubicBezTo>
                    <a:cubicBezTo>
                      <a:pt x="23" y="14"/>
                      <a:pt x="0" y="7"/>
                      <a:pt x="0" y="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28" name="Freeform 31"/>
              <p:cNvSpPr>
                <a:spLocks/>
              </p:cNvSpPr>
              <p:nvPr/>
            </p:nvSpPr>
            <p:spPr bwMode="auto">
              <a:xfrm rot="10800000">
                <a:off x="1089069" y="3651991"/>
                <a:ext cx="62707" cy="366126"/>
              </a:xfrm>
              <a:custGeom>
                <a:avLst/>
                <a:gdLst>
                  <a:gd name="T0" fmla="*/ 68 w 68"/>
                  <a:gd name="T1" fmla="*/ 396 h 396"/>
                  <a:gd name="T2" fmla="*/ 68 w 68"/>
                  <a:gd name="T3" fmla="*/ 0 h 396"/>
                </a:gdLst>
                <a:ahLst/>
                <a:cxnLst>
                  <a:cxn ang="0">
                    <a:pos x="T0" y="T1"/>
                  </a:cxn>
                  <a:cxn ang="0">
                    <a:pos x="T2" y="T3"/>
                  </a:cxn>
                </a:cxnLst>
                <a:rect l="0" t="0" r="r" b="b"/>
                <a:pathLst>
                  <a:path w="68" h="396">
                    <a:moveTo>
                      <a:pt x="68" y="396"/>
                    </a:moveTo>
                    <a:cubicBezTo>
                      <a:pt x="8" y="290"/>
                      <a:pt x="0" y="132"/>
                      <a:pt x="68"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29" name="Freeform 32"/>
              <p:cNvSpPr>
                <a:spLocks/>
              </p:cNvSpPr>
              <p:nvPr/>
            </p:nvSpPr>
            <p:spPr bwMode="auto">
              <a:xfrm rot="10800000">
                <a:off x="1075236" y="3651991"/>
                <a:ext cx="41497" cy="366126"/>
              </a:xfrm>
              <a:custGeom>
                <a:avLst/>
                <a:gdLst>
                  <a:gd name="T0" fmla="*/ 45 w 45"/>
                  <a:gd name="T1" fmla="*/ 396 h 396"/>
                  <a:gd name="T2" fmla="*/ 45 w 45"/>
                  <a:gd name="T3" fmla="*/ 0 h 396"/>
                </a:gdLst>
                <a:ahLst/>
                <a:cxnLst>
                  <a:cxn ang="0">
                    <a:pos x="T0" y="T1"/>
                  </a:cxn>
                  <a:cxn ang="0">
                    <a:pos x="T2" y="T3"/>
                  </a:cxn>
                </a:cxnLst>
                <a:rect l="0" t="0" r="r" b="b"/>
                <a:pathLst>
                  <a:path w="45" h="396">
                    <a:moveTo>
                      <a:pt x="45" y="396"/>
                    </a:moveTo>
                    <a:cubicBezTo>
                      <a:pt x="0" y="290"/>
                      <a:pt x="0" y="132"/>
                      <a:pt x="4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30" name="Freeform 33"/>
              <p:cNvSpPr>
                <a:spLocks/>
              </p:cNvSpPr>
              <p:nvPr/>
            </p:nvSpPr>
            <p:spPr bwMode="auto">
              <a:xfrm rot="10800000">
                <a:off x="895416" y="3627028"/>
                <a:ext cx="179820" cy="49002"/>
              </a:xfrm>
              <a:custGeom>
                <a:avLst/>
                <a:gdLst>
                  <a:gd name="T0" fmla="*/ 0 w 195"/>
                  <a:gd name="T1" fmla="*/ 26 h 53"/>
                  <a:gd name="T2" fmla="*/ 195 w 195"/>
                  <a:gd name="T3" fmla="*/ 0 h 53"/>
                </a:gdLst>
                <a:ahLst/>
                <a:cxnLst>
                  <a:cxn ang="0">
                    <a:pos x="T0" y="T1"/>
                  </a:cxn>
                  <a:cxn ang="0">
                    <a:pos x="T2" y="T3"/>
                  </a:cxn>
                </a:cxnLst>
                <a:rect l="0" t="0" r="r" b="b"/>
                <a:pathLst>
                  <a:path w="195" h="53">
                    <a:moveTo>
                      <a:pt x="0" y="26"/>
                    </a:moveTo>
                    <a:cubicBezTo>
                      <a:pt x="15" y="53"/>
                      <a:pt x="135" y="0"/>
                      <a:pt x="19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31" name="Freeform 34"/>
              <p:cNvSpPr>
                <a:spLocks/>
              </p:cNvSpPr>
              <p:nvPr/>
            </p:nvSpPr>
            <p:spPr bwMode="auto">
              <a:xfrm rot="10800000">
                <a:off x="895416" y="3994078"/>
                <a:ext cx="179820" cy="49002"/>
              </a:xfrm>
              <a:custGeom>
                <a:avLst/>
                <a:gdLst>
                  <a:gd name="T0" fmla="*/ 0 w 195"/>
                  <a:gd name="T1" fmla="*/ 27 h 53"/>
                  <a:gd name="T2" fmla="*/ 195 w 195"/>
                  <a:gd name="T3" fmla="*/ 53 h 53"/>
                </a:gdLst>
                <a:ahLst/>
                <a:cxnLst>
                  <a:cxn ang="0">
                    <a:pos x="T0" y="T1"/>
                  </a:cxn>
                  <a:cxn ang="0">
                    <a:pos x="T2" y="T3"/>
                  </a:cxn>
                </a:cxnLst>
                <a:rect l="0" t="0" r="r" b="b"/>
                <a:pathLst>
                  <a:path w="195" h="53">
                    <a:moveTo>
                      <a:pt x="0" y="27"/>
                    </a:moveTo>
                    <a:cubicBezTo>
                      <a:pt x="15" y="0"/>
                      <a:pt x="135" y="53"/>
                      <a:pt x="195" y="5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32" name="Freeform 35"/>
              <p:cNvSpPr>
                <a:spLocks/>
              </p:cNvSpPr>
              <p:nvPr/>
            </p:nvSpPr>
            <p:spPr bwMode="auto">
              <a:xfrm rot="10800000">
                <a:off x="895416" y="3676029"/>
                <a:ext cx="27665" cy="318049"/>
              </a:xfrm>
              <a:custGeom>
                <a:avLst/>
                <a:gdLst>
                  <a:gd name="T0" fmla="*/ 30 w 30"/>
                  <a:gd name="T1" fmla="*/ 344 h 344"/>
                  <a:gd name="T2" fmla="*/ 30 w 30"/>
                  <a:gd name="T3" fmla="*/ 0 h 344"/>
                </a:gdLst>
                <a:ahLst/>
                <a:cxnLst>
                  <a:cxn ang="0">
                    <a:pos x="T0" y="T1"/>
                  </a:cxn>
                  <a:cxn ang="0">
                    <a:pos x="T2" y="T3"/>
                  </a:cxn>
                </a:cxnLst>
                <a:rect l="0" t="0" r="r" b="b"/>
                <a:pathLst>
                  <a:path w="30" h="344">
                    <a:moveTo>
                      <a:pt x="30" y="344"/>
                    </a:moveTo>
                    <a:cubicBezTo>
                      <a:pt x="30" y="291"/>
                      <a:pt x="0" y="185"/>
                      <a:pt x="3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33" name="Freeform 36"/>
              <p:cNvSpPr>
                <a:spLocks/>
              </p:cNvSpPr>
              <p:nvPr/>
            </p:nvSpPr>
            <p:spPr bwMode="auto">
              <a:xfrm rot="10800000">
                <a:off x="218553" y="3578950"/>
                <a:ext cx="884348" cy="73040"/>
              </a:xfrm>
              <a:custGeom>
                <a:avLst/>
                <a:gdLst>
                  <a:gd name="T0" fmla="*/ 0 w 959"/>
                  <a:gd name="T1" fmla="*/ 66 h 79"/>
                  <a:gd name="T2" fmla="*/ 959 w 959"/>
                  <a:gd name="T3" fmla="*/ 0 h 79"/>
                </a:gdLst>
                <a:ahLst/>
                <a:cxnLst>
                  <a:cxn ang="0">
                    <a:pos x="T0" y="T1"/>
                  </a:cxn>
                  <a:cxn ang="0">
                    <a:pos x="T2" y="T3"/>
                  </a:cxn>
                </a:cxnLst>
                <a:rect l="0" t="0" r="r" b="b"/>
                <a:pathLst>
                  <a:path w="959" h="79">
                    <a:moveTo>
                      <a:pt x="0" y="66"/>
                    </a:moveTo>
                    <a:cubicBezTo>
                      <a:pt x="225" y="66"/>
                      <a:pt x="839" y="79"/>
                      <a:pt x="959"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34" name="Freeform 37"/>
              <p:cNvSpPr>
                <a:spLocks/>
              </p:cNvSpPr>
              <p:nvPr/>
            </p:nvSpPr>
            <p:spPr bwMode="auto">
              <a:xfrm rot="10800000">
                <a:off x="218553" y="4018116"/>
                <a:ext cx="884348" cy="73040"/>
              </a:xfrm>
              <a:custGeom>
                <a:avLst/>
                <a:gdLst>
                  <a:gd name="T0" fmla="*/ 0 w 959"/>
                  <a:gd name="T1" fmla="*/ 13 h 79"/>
                  <a:gd name="T2" fmla="*/ 959 w 959"/>
                  <a:gd name="T3" fmla="*/ 79 h 79"/>
                </a:gdLst>
                <a:ahLst/>
                <a:cxnLst>
                  <a:cxn ang="0">
                    <a:pos x="T0" y="T1"/>
                  </a:cxn>
                  <a:cxn ang="0">
                    <a:pos x="T2" y="T3"/>
                  </a:cxn>
                </a:cxnLst>
                <a:rect l="0" t="0" r="r" b="b"/>
                <a:pathLst>
                  <a:path w="959" h="79">
                    <a:moveTo>
                      <a:pt x="0" y="13"/>
                    </a:moveTo>
                    <a:cubicBezTo>
                      <a:pt x="232" y="26"/>
                      <a:pt x="839" y="0"/>
                      <a:pt x="959" y="7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35" name="Freeform 38"/>
              <p:cNvSpPr>
                <a:spLocks/>
              </p:cNvSpPr>
              <p:nvPr/>
            </p:nvSpPr>
            <p:spPr bwMode="auto">
              <a:xfrm rot="10800000">
                <a:off x="1102901" y="4067118"/>
                <a:ext cx="193653" cy="24039"/>
              </a:xfrm>
              <a:custGeom>
                <a:avLst/>
                <a:gdLst>
                  <a:gd name="T0" fmla="*/ 0 w 210"/>
                  <a:gd name="T1" fmla="*/ 26 h 26"/>
                  <a:gd name="T2" fmla="*/ 210 w 210"/>
                  <a:gd name="T3" fmla="*/ 13 h 26"/>
                </a:gdLst>
                <a:ahLst/>
                <a:cxnLst>
                  <a:cxn ang="0">
                    <a:pos x="T0" y="T1"/>
                  </a:cxn>
                  <a:cxn ang="0">
                    <a:pos x="T2" y="T3"/>
                  </a:cxn>
                </a:cxnLst>
                <a:rect l="0" t="0" r="r" b="b"/>
                <a:pathLst>
                  <a:path w="210" h="26">
                    <a:moveTo>
                      <a:pt x="0" y="26"/>
                    </a:moveTo>
                    <a:cubicBezTo>
                      <a:pt x="105" y="0"/>
                      <a:pt x="165" y="13"/>
                      <a:pt x="210" y="1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36" name="Freeform 39"/>
              <p:cNvSpPr>
                <a:spLocks/>
              </p:cNvSpPr>
              <p:nvPr/>
            </p:nvSpPr>
            <p:spPr bwMode="auto">
              <a:xfrm rot="10800000">
                <a:off x="238841" y="3651991"/>
                <a:ext cx="656575" cy="79512"/>
              </a:xfrm>
              <a:custGeom>
                <a:avLst/>
                <a:gdLst>
                  <a:gd name="T0" fmla="*/ 0 w 712"/>
                  <a:gd name="T1" fmla="*/ 60 h 86"/>
                  <a:gd name="T2" fmla="*/ 712 w 712"/>
                  <a:gd name="T3" fmla="*/ 47 h 86"/>
                </a:gdLst>
                <a:ahLst/>
                <a:cxnLst>
                  <a:cxn ang="0">
                    <a:pos x="T0" y="T1"/>
                  </a:cxn>
                  <a:cxn ang="0">
                    <a:pos x="T2" y="T3"/>
                  </a:cxn>
                </a:cxnLst>
                <a:rect l="0" t="0" r="r" b="b"/>
                <a:pathLst>
                  <a:path w="712" h="86">
                    <a:moveTo>
                      <a:pt x="0" y="60"/>
                    </a:moveTo>
                    <a:cubicBezTo>
                      <a:pt x="345" y="0"/>
                      <a:pt x="570" y="86"/>
                      <a:pt x="712" y="4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37" name="Freeform 40"/>
              <p:cNvSpPr>
                <a:spLocks/>
              </p:cNvSpPr>
              <p:nvPr/>
            </p:nvSpPr>
            <p:spPr bwMode="auto">
              <a:xfrm rot="10800000">
                <a:off x="238841" y="3945076"/>
                <a:ext cx="656575" cy="67493"/>
              </a:xfrm>
              <a:custGeom>
                <a:avLst/>
                <a:gdLst>
                  <a:gd name="T0" fmla="*/ 0 w 712"/>
                  <a:gd name="T1" fmla="*/ 20 h 73"/>
                  <a:gd name="T2" fmla="*/ 712 w 712"/>
                  <a:gd name="T3" fmla="*/ 33 h 73"/>
                </a:gdLst>
                <a:ahLst/>
                <a:cxnLst>
                  <a:cxn ang="0">
                    <a:pos x="T0" y="T1"/>
                  </a:cxn>
                  <a:cxn ang="0">
                    <a:pos x="T2" y="T3"/>
                  </a:cxn>
                </a:cxnLst>
                <a:rect l="0" t="0" r="r" b="b"/>
                <a:pathLst>
                  <a:path w="712" h="73">
                    <a:moveTo>
                      <a:pt x="0" y="20"/>
                    </a:moveTo>
                    <a:cubicBezTo>
                      <a:pt x="330" y="73"/>
                      <a:pt x="502" y="0"/>
                      <a:pt x="712" y="3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38" name="Freeform 41"/>
              <p:cNvSpPr>
                <a:spLocks/>
              </p:cNvSpPr>
              <p:nvPr/>
            </p:nvSpPr>
            <p:spPr bwMode="auto">
              <a:xfrm rot="10800000">
                <a:off x="342122" y="3566007"/>
                <a:ext cx="221317" cy="49002"/>
              </a:xfrm>
              <a:custGeom>
                <a:avLst/>
                <a:gdLst>
                  <a:gd name="T0" fmla="*/ 0 w 240"/>
                  <a:gd name="T1" fmla="*/ 26 h 53"/>
                  <a:gd name="T2" fmla="*/ 232 w 240"/>
                  <a:gd name="T3" fmla="*/ 0 h 53"/>
                </a:gdLst>
                <a:ahLst/>
                <a:cxnLst>
                  <a:cxn ang="0">
                    <a:pos x="T0" y="T1"/>
                  </a:cxn>
                  <a:cxn ang="0">
                    <a:pos x="T2" y="T3"/>
                  </a:cxn>
                </a:cxnLst>
                <a:rect l="0" t="0" r="r" b="b"/>
                <a:pathLst>
                  <a:path w="240" h="53">
                    <a:moveTo>
                      <a:pt x="0" y="26"/>
                    </a:moveTo>
                    <a:cubicBezTo>
                      <a:pt x="150" y="53"/>
                      <a:pt x="240" y="0"/>
                      <a:pt x="232"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39" name="Freeform 42"/>
              <p:cNvSpPr>
                <a:spLocks/>
              </p:cNvSpPr>
              <p:nvPr/>
            </p:nvSpPr>
            <p:spPr bwMode="auto">
              <a:xfrm rot="10800000">
                <a:off x="355955" y="4055099"/>
                <a:ext cx="214862" cy="36058"/>
              </a:xfrm>
              <a:custGeom>
                <a:avLst/>
                <a:gdLst>
                  <a:gd name="T0" fmla="*/ 0 w 233"/>
                  <a:gd name="T1" fmla="*/ 26 h 39"/>
                  <a:gd name="T2" fmla="*/ 233 w 233"/>
                  <a:gd name="T3" fmla="*/ 39 h 39"/>
                </a:gdLst>
                <a:ahLst/>
                <a:cxnLst>
                  <a:cxn ang="0">
                    <a:pos x="T0" y="T1"/>
                  </a:cxn>
                  <a:cxn ang="0">
                    <a:pos x="T2" y="T3"/>
                  </a:cxn>
                </a:cxnLst>
                <a:rect l="0" t="0" r="r" b="b"/>
                <a:pathLst>
                  <a:path w="233" h="39">
                    <a:moveTo>
                      <a:pt x="0" y="26"/>
                    </a:moveTo>
                    <a:cubicBezTo>
                      <a:pt x="83" y="0"/>
                      <a:pt x="203" y="13"/>
                      <a:pt x="233" y="3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40" name="Freeform 43"/>
              <p:cNvSpPr>
                <a:spLocks/>
              </p:cNvSpPr>
              <p:nvPr/>
            </p:nvSpPr>
            <p:spPr bwMode="auto">
              <a:xfrm rot="10800000">
                <a:off x="142014" y="3651991"/>
                <a:ext cx="76539" cy="366126"/>
              </a:xfrm>
              <a:custGeom>
                <a:avLst/>
                <a:gdLst>
                  <a:gd name="T0" fmla="*/ 0 w 83"/>
                  <a:gd name="T1" fmla="*/ 396 h 396"/>
                  <a:gd name="T2" fmla="*/ 0 w 83"/>
                  <a:gd name="T3" fmla="*/ 0 h 396"/>
                </a:gdLst>
                <a:ahLst/>
                <a:cxnLst>
                  <a:cxn ang="0">
                    <a:pos x="T0" y="T1"/>
                  </a:cxn>
                  <a:cxn ang="0">
                    <a:pos x="T2" y="T3"/>
                  </a:cxn>
                </a:cxnLst>
                <a:rect l="0" t="0" r="r" b="b"/>
                <a:pathLst>
                  <a:path w="83" h="396">
                    <a:moveTo>
                      <a:pt x="0" y="396"/>
                    </a:moveTo>
                    <a:cubicBezTo>
                      <a:pt x="83" y="317"/>
                      <a:pt x="60" y="26"/>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41" name="Freeform 44"/>
              <p:cNvSpPr>
                <a:spLocks/>
              </p:cNvSpPr>
              <p:nvPr/>
            </p:nvSpPr>
            <p:spPr bwMode="auto">
              <a:xfrm rot="10800000">
                <a:off x="260050" y="3590970"/>
                <a:ext cx="967342" cy="61021"/>
              </a:xfrm>
              <a:custGeom>
                <a:avLst/>
                <a:gdLst>
                  <a:gd name="T0" fmla="*/ 0 w 1049"/>
                  <a:gd name="T1" fmla="*/ 40 h 66"/>
                  <a:gd name="T2" fmla="*/ 1049 w 1049"/>
                  <a:gd name="T3" fmla="*/ 0 h 66"/>
                </a:gdLst>
                <a:ahLst/>
                <a:cxnLst>
                  <a:cxn ang="0">
                    <a:pos x="T0" y="T1"/>
                  </a:cxn>
                  <a:cxn ang="0">
                    <a:pos x="T2" y="T3"/>
                  </a:cxn>
                </a:cxnLst>
                <a:rect l="0" t="0" r="r" b="b"/>
                <a:pathLst>
                  <a:path w="1049" h="66">
                    <a:moveTo>
                      <a:pt x="0" y="40"/>
                    </a:moveTo>
                    <a:cubicBezTo>
                      <a:pt x="270" y="40"/>
                      <a:pt x="907" y="66"/>
                      <a:pt x="1049"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42" name="Freeform 45"/>
              <p:cNvSpPr>
                <a:spLocks/>
              </p:cNvSpPr>
              <p:nvPr/>
            </p:nvSpPr>
            <p:spPr bwMode="auto">
              <a:xfrm rot="10800000">
                <a:off x="260050" y="4015735"/>
                <a:ext cx="967342" cy="61021"/>
              </a:xfrm>
              <a:custGeom>
                <a:avLst/>
                <a:gdLst>
                  <a:gd name="T0" fmla="*/ 0 w 1049"/>
                  <a:gd name="T1" fmla="*/ 26 h 66"/>
                  <a:gd name="T2" fmla="*/ 1049 w 1049"/>
                  <a:gd name="T3" fmla="*/ 66 h 66"/>
                </a:gdLst>
                <a:ahLst/>
                <a:cxnLst>
                  <a:cxn ang="0">
                    <a:pos x="T0" y="T1"/>
                  </a:cxn>
                  <a:cxn ang="0">
                    <a:pos x="T2" y="T3"/>
                  </a:cxn>
                </a:cxnLst>
                <a:rect l="0" t="0" r="r" b="b"/>
                <a:pathLst>
                  <a:path w="1049" h="66">
                    <a:moveTo>
                      <a:pt x="0" y="26"/>
                    </a:moveTo>
                    <a:cubicBezTo>
                      <a:pt x="270" y="26"/>
                      <a:pt x="900" y="0"/>
                      <a:pt x="1049" y="6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43" name="Freeform 46"/>
              <p:cNvSpPr>
                <a:spLocks/>
              </p:cNvSpPr>
              <p:nvPr/>
            </p:nvSpPr>
            <p:spPr bwMode="auto">
              <a:xfrm rot="10800000">
                <a:off x="315380" y="3676029"/>
                <a:ext cx="26743" cy="318049"/>
              </a:xfrm>
              <a:custGeom>
                <a:avLst/>
                <a:gdLst>
                  <a:gd name="T0" fmla="*/ 0 w 29"/>
                  <a:gd name="T1" fmla="*/ 344 h 344"/>
                  <a:gd name="T2" fmla="*/ 0 w 29"/>
                  <a:gd name="T3" fmla="*/ 0 h 344"/>
                </a:gdLst>
                <a:ahLst/>
                <a:cxnLst>
                  <a:cxn ang="0">
                    <a:pos x="T0" y="T1"/>
                  </a:cxn>
                  <a:cxn ang="0">
                    <a:pos x="T2" y="T3"/>
                  </a:cxn>
                </a:cxnLst>
                <a:rect l="0" t="0" r="r" b="b"/>
                <a:pathLst>
                  <a:path w="29" h="344">
                    <a:moveTo>
                      <a:pt x="0" y="344"/>
                    </a:moveTo>
                    <a:cubicBezTo>
                      <a:pt x="29" y="264"/>
                      <a:pt x="29" y="8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44" name="Freeform 47"/>
              <p:cNvSpPr>
                <a:spLocks/>
              </p:cNvSpPr>
              <p:nvPr/>
            </p:nvSpPr>
            <p:spPr bwMode="auto">
              <a:xfrm rot="10800000">
                <a:off x="211176" y="3688048"/>
                <a:ext cx="27665" cy="294010"/>
              </a:xfrm>
              <a:custGeom>
                <a:avLst/>
                <a:gdLst>
                  <a:gd name="T0" fmla="*/ 0 w 30"/>
                  <a:gd name="T1" fmla="*/ 318 h 318"/>
                  <a:gd name="T2" fmla="*/ 0 w 30"/>
                  <a:gd name="T3" fmla="*/ 0 h 318"/>
                </a:gdLst>
                <a:ahLst/>
                <a:cxnLst>
                  <a:cxn ang="0">
                    <a:pos x="T0" y="T1"/>
                  </a:cxn>
                  <a:cxn ang="0">
                    <a:pos x="T2" y="T3"/>
                  </a:cxn>
                </a:cxnLst>
                <a:rect l="0" t="0" r="r" b="b"/>
                <a:pathLst>
                  <a:path w="30" h="318">
                    <a:moveTo>
                      <a:pt x="0" y="318"/>
                    </a:moveTo>
                    <a:cubicBezTo>
                      <a:pt x="30" y="225"/>
                      <a:pt x="22" y="67"/>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45" name="Freeform 48"/>
              <p:cNvSpPr>
                <a:spLocks/>
              </p:cNvSpPr>
              <p:nvPr/>
            </p:nvSpPr>
            <p:spPr bwMode="auto">
              <a:xfrm rot="10800000">
                <a:off x="177056" y="3645519"/>
                <a:ext cx="55329" cy="384617"/>
              </a:xfrm>
              <a:custGeom>
                <a:avLst/>
                <a:gdLst>
                  <a:gd name="T0" fmla="*/ 0 w 60"/>
                  <a:gd name="T1" fmla="*/ 416 h 416"/>
                  <a:gd name="T2" fmla="*/ 0 w 60"/>
                  <a:gd name="T3" fmla="*/ 0 h 416"/>
                </a:gdLst>
                <a:ahLst/>
                <a:cxnLst>
                  <a:cxn ang="0">
                    <a:pos x="T0" y="T1"/>
                  </a:cxn>
                  <a:cxn ang="0">
                    <a:pos x="T2" y="T3"/>
                  </a:cxn>
                </a:cxnLst>
                <a:rect l="0" t="0" r="r" b="b"/>
                <a:pathLst>
                  <a:path w="60" h="416">
                    <a:moveTo>
                      <a:pt x="0" y="416"/>
                    </a:moveTo>
                    <a:cubicBezTo>
                      <a:pt x="60" y="277"/>
                      <a:pt x="30" y="66"/>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46" name="Freeform 49"/>
              <p:cNvSpPr>
                <a:spLocks/>
              </p:cNvSpPr>
              <p:nvPr/>
            </p:nvSpPr>
            <p:spPr bwMode="auto">
              <a:xfrm rot="10800000">
                <a:off x="238841" y="3627028"/>
                <a:ext cx="35042" cy="61021"/>
              </a:xfrm>
              <a:custGeom>
                <a:avLst/>
                <a:gdLst>
                  <a:gd name="T0" fmla="*/ 0 w 38"/>
                  <a:gd name="T1" fmla="*/ 66 h 66"/>
                  <a:gd name="T2" fmla="*/ 38 w 38"/>
                  <a:gd name="T3" fmla="*/ 0 h 66"/>
                </a:gdLst>
                <a:ahLst/>
                <a:cxnLst>
                  <a:cxn ang="0">
                    <a:pos x="T0" y="T1"/>
                  </a:cxn>
                  <a:cxn ang="0">
                    <a:pos x="T2" y="T3"/>
                  </a:cxn>
                </a:cxnLst>
                <a:rect l="0" t="0" r="r" b="b"/>
                <a:pathLst>
                  <a:path w="38" h="66">
                    <a:moveTo>
                      <a:pt x="0" y="66"/>
                    </a:moveTo>
                    <a:cubicBezTo>
                      <a:pt x="0" y="66"/>
                      <a:pt x="38" y="26"/>
                      <a:pt x="38"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47" name="Freeform 50"/>
              <p:cNvSpPr>
                <a:spLocks/>
              </p:cNvSpPr>
              <p:nvPr/>
            </p:nvSpPr>
            <p:spPr bwMode="auto">
              <a:xfrm rot="10800000">
                <a:off x="238841" y="3982059"/>
                <a:ext cx="35042" cy="61021"/>
              </a:xfrm>
              <a:custGeom>
                <a:avLst/>
                <a:gdLst>
                  <a:gd name="T0" fmla="*/ 0 w 38"/>
                  <a:gd name="T1" fmla="*/ 0 h 66"/>
                  <a:gd name="T2" fmla="*/ 38 w 38"/>
                  <a:gd name="T3" fmla="*/ 66 h 66"/>
                </a:gdLst>
                <a:ahLst/>
                <a:cxnLst>
                  <a:cxn ang="0">
                    <a:pos x="T0" y="T1"/>
                  </a:cxn>
                  <a:cxn ang="0">
                    <a:pos x="T2" y="T3"/>
                  </a:cxn>
                </a:cxnLst>
                <a:rect l="0" t="0" r="r" b="b"/>
                <a:pathLst>
                  <a:path w="38" h="66">
                    <a:moveTo>
                      <a:pt x="0" y="0"/>
                    </a:moveTo>
                    <a:cubicBezTo>
                      <a:pt x="0" y="0"/>
                      <a:pt x="38" y="40"/>
                      <a:pt x="38" y="6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48" name="Freeform 51"/>
              <p:cNvSpPr>
                <a:spLocks/>
              </p:cNvSpPr>
              <p:nvPr/>
            </p:nvSpPr>
            <p:spPr bwMode="auto">
              <a:xfrm rot="10800000">
                <a:off x="155847" y="3700992"/>
                <a:ext cx="55329" cy="268122"/>
              </a:xfrm>
              <a:custGeom>
                <a:avLst/>
                <a:gdLst>
                  <a:gd name="T0" fmla="*/ 0 w 60"/>
                  <a:gd name="T1" fmla="*/ 290 h 290"/>
                  <a:gd name="T2" fmla="*/ 0 w 60"/>
                  <a:gd name="T3" fmla="*/ 0 h 290"/>
                </a:gdLst>
                <a:ahLst/>
                <a:cxnLst>
                  <a:cxn ang="0">
                    <a:pos x="T0" y="T1"/>
                  </a:cxn>
                  <a:cxn ang="0">
                    <a:pos x="T2" y="T3"/>
                  </a:cxn>
                </a:cxnLst>
                <a:rect l="0" t="0" r="r" b="b"/>
                <a:pathLst>
                  <a:path w="60" h="290">
                    <a:moveTo>
                      <a:pt x="0" y="290"/>
                    </a:moveTo>
                    <a:cubicBezTo>
                      <a:pt x="37" y="290"/>
                      <a:pt x="60" y="26"/>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49" name="Freeform 52"/>
              <p:cNvSpPr>
                <a:spLocks/>
              </p:cNvSpPr>
              <p:nvPr/>
            </p:nvSpPr>
            <p:spPr bwMode="auto">
              <a:xfrm rot="10800000">
                <a:off x="211176" y="3676029"/>
                <a:ext cx="130946" cy="24963"/>
              </a:xfrm>
              <a:custGeom>
                <a:avLst/>
                <a:gdLst>
                  <a:gd name="T0" fmla="*/ 0 w 142"/>
                  <a:gd name="T1" fmla="*/ 27 h 27"/>
                  <a:gd name="T2" fmla="*/ 142 w 142"/>
                  <a:gd name="T3" fmla="*/ 0 h 27"/>
                </a:gdLst>
                <a:ahLst/>
                <a:cxnLst>
                  <a:cxn ang="0">
                    <a:pos x="T0" y="T1"/>
                  </a:cxn>
                  <a:cxn ang="0">
                    <a:pos x="T2" y="T3"/>
                  </a:cxn>
                </a:cxnLst>
                <a:rect l="0" t="0" r="r" b="b"/>
                <a:pathLst>
                  <a:path w="142" h="27">
                    <a:moveTo>
                      <a:pt x="0" y="27"/>
                    </a:moveTo>
                    <a:cubicBezTo>
                      <a:pt x="0" y="27"/>
                      <a:pt x="142" y="27"/>
                      <a:pt x="142"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50" name="Freeform 53"/>
              <p:cNvSpPr>
                <a:spLocks/>
              </p:cNvSpPr>
              <p:nvPr/>
            </p:nvSpPr>
            <p:spPr bwMode="auto">
              <a:xfrm rot="10800000">
                <a:off x="211176" y="3969115"/>
                <a:ext cx="130946" cy="24963"/>
              </a:xfrm>
              <a:custGeom>
                <a:avLst/>
                <a:gdLst>
                  <a:gd name="T0" fmla="*/ 0 w 142"/>
                  <a:gd name="T1" fmla="*/ 0 h 27"/>
                  <a:gd name="T2" fmla="*/ 142 w 142"/>
                  <a:gd name="T3" fmla="*/ 27 h 27"/>
                </a:gdLst>
                <a:ahLst/>
                <a:cxnLst>
                  <a:cxn ang="0">
                    <a:pos x="T0" y="T1"/>
                  </a:cxn>
                  <a:cxn ang="0">
                    <a:pos x="T2" y="T3"/>
                  </a:cxn>
                </a:cxnLst>
                <a:rect l="0" t="0" r="r" b="b"/>
                <a:pathLst>
                  <a:path w="142" h="27">
                    <a:moveTo>
                      <a:pt x="0" y="0"/>
                    </a:moveTo>
                    <a:cubicBezTo>
                      <a:pt x="0" y="0"/>
                      <a:pt x="142" y="0"/>
                      <a:pt x="142" y="2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51" name="Freeform 57"/>
              <p:cNvSpPr>
                <a:spLocks/>
              </p:cNvSpPr>
              <p:nvPr/>
            </p:nvSpPr>
            <p:spPr bwMode="auto">
              <a:xfrm rot="10800000">
                <a:off x="180677" y="3825415"/>
                <a:ext cx="13832" cy="24039"/>
              </a:xfrm>
              <a:custGeom>
                <a:avLst/>
                <a:gdLst>
                  <a:gd name="T0" fmla="*/ 7 w 15"/>
                  <a:gd name="T1" fmla="*/ 26 h 26"/>
                  <a:gd name="T2" fmla="*/ 0 w 15"/>
                  <a:gd name="T3" fmla="*/ 13 h 26"/>
                  <a:gd name="T4" fmla="*/ 7 w 15"/>
                  <a:gd name="T5" fmla="*/ 0 h 26"/>
                  <a:gd name="T6" fmla="*/ 15 w 15"/>
                  <a:gd name="T7" fmla="*/ 13 h 26"/>
                  <a:gd name="T8" fmla="*/ 7 w 15"/>
                  <a:gd name="T9" fmla="*/ 26 h 26"/>
                </a:gdLst>
                <a:ahLst/>
                <a:cxnLst>
                  <a:cxn ang="0">
                    <a:pos x="T0" y="T1"/>
                  </a:cxn>
                  <a:cxn ang="0">
                    <a:pos x="T2" y="T3"/>
                  </a:cxn>
                  <a:cxn ang="0">
                    <a:pos x="T4" y="T5"/>
                  </a:cxn>
                  <a:cxn ang="0">
                    <a:pos x="T6" y="T7"/>
                  </a:cxn>
                  <a:cxn ang="0">
                    <a:pos x="T8" y="T9"/>
                  </a:cxn>
                </a:cxnLst>
                <a:rect l="0" t="0" r="r" b="b"/>
                <a:pathLst>
                  <a:path w="15" h="26">
                    <a:moveTo>
                      <a:pt x="7" y="26"/>
                    </a:moveTo>
                    <a:cubicBezTo>
                      <a:pt x="0" y="26"/>
                      <a:pt x="0" y="20"/>
                      <a:pt x="0" y="13"/>
                    </a:cubicBezTo>
                    <a:cubicBezTo>
                      <a:pt x="0" y="6"/>
                      <a:pt x="0" y="0"/>
                      <a:pt x="7" y="0"/>
                    </a:cubicBezTo>
                    <a:cubicBezTo>
                      <a:pt x="7" y="0"/>
                      <a:pt x="15" y="6"/>
                      <a:pt x="15" y="13"/>
                    </a:cubicBezTo>
                    <a:cubicBezTo>
                      <a:pt x="15" y="20"/>
                      <a:pt x="7" y="26"/>
                      <a:pt x="7" y="2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52" name="Freeform 58"/>
              <p:cNvSpPr>
                <a:spLocks/>
              </p:cNvSpPr>
              <p:nvPr/>
            </p:nvSpPr>
            <p:spPr bwMode="auto">
              <a:xfrm rot="10800000">
                <a:off x="535775" y="3688048"/>
                <a:ext cx="13832" cy="294010"/>
              </a:xfrm>
              <a:custGeom>
                <a:avLst/>
                <a:gdLst>
                  <a:gd name="T0" fmla="*/ 0 w 15"/>
                  <a:gd name="T1" fmla="*/ 318 h 318"/>
                  <a:gd name="T2" fmla="*/ 0 w 15"/>
                  <a:gd name="T3" fmla="*/ 0 h 318"/>
                </a:gdLst>
                <a:ahLst/>
                <a:cxnLst>
                  <a:cxn ang="0">
                    <a:pos x="T0" y="T1"/>
                  </a:cxn>
                  <a:cxn ang="0">
                    <a:pos x="T2" y="T3"/>
                  </a:cxn>
                </a:cxnLst>
                <a:rect l="0" t="0" r="r" b="b"/>
                <a:pathLst>
                  <a:path w="15" h="318">
                    <a:moveTo>
                      <a:pt x="0" y="318"/>
                    </a:moveTo>
                    <a:cubicBezTo>
                      <a:pt x="15" y="271"/>
                      <a:pt x="15" y="4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53" name="Freeform 59"/>
              <p:cNvSpPr>
                <a:spLocks/>
              </p:cNvSpPr>
              <p:nvPr/>
            </p:nvSpPr>
            <p:spPr bwMode="auto">
              <a:xfrm rot="10800000">
                <a:off x="452781" y="3590970"/>
                <a:ext cx="588335" cy="110023"/>
              </a:xfrm>
              <a:custGeom>
                <a:avLst/>
                <a:gdLst>
                  <a:gd name="T0" fmla="*/ 638 w 638"/>
                  <a:gd name="T1" fmla="*/ 80 h 119"/>
                  <a:gd name="T2" fmla="*/ 0 w 638"/>
                  <a:gd name="T3" fmla="*/ 119 h 119"/>
                </a:gdLst>
                <a:ahLst/>
                <a:cxnLst>
                  <a:cxn ang="0">
                    <a:pos x="T0" y="T1"/>
                  </a:cxn>
                  <a:cxn ang="0">
                    <a:pos x="T2" y="T3"/>
                  </a:cxn>
                </a:cxnLst>
                <a:rect l="0" t="0" r="r" b="b"/>
                <a:pathLst>
                  <a:path w="638" h="119">
                    <a:moveTo>
                      <a:pt x="638" y="80"/>
                    </a:moveTo>
                    <a:cubicBezTo>
                      <a:pt x="518" y="14"/>
                      <a:pt x="0" y="0"/>
                      <a:pt x="0" y="11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54" name="Freeform 60"/>
              <p:cNvSpPr>
                <a:spLocks/>
              </p:cNvSpPr>
              <p:nvPr/>
            </p:nvSpPr>
            <p:spPr bwMode="auto">
              <a:xfrm rot="10800000">
                <a:off x="446326" y="3966734"/>
                <a:ext cx="594791" cy="110023"/>
              </a:xfrm>
              <a:custGeom>
                <a:avLst/>
                <a:gdLst>
                  <a:gd name="T0" fmla="*/ 645 w 645"/>
                  <a:gd name="T1" fmla="*/ 39 h 119"/>
                  <a:gd name="T2" fmla="*/ 0 w 645"/>
                  <a:gd name="T3" fmla="*/ 0 h 119"/>
                </a:gdLst>
                <a:ahLst/>
                <a:cxnLst>
                  <a:cxn ang="0">
                    <a:pos x="T0" y="T1"/>
                  </a:cxn>
                  <a:cxn ang="0">
                    <a:pos x="T2" y="T3"/>
                  </a:cxn>
                </a:cxnLst>
                <a:rect l="0" t="0" r="r" b="b"/>
                <a:pathLst>
                  <a:path w="645" h="119">
                    <a:moveTo>
                      <a:pt x="645" y="39"/>
                    </a:moveTo>
                    <a:cubicBezTo>
                      <a:pt x="525" y="105"/>
                      <a:pt x="0" y="119"/>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55" name="Freeform 61"/>
              <p:cNvSpPr>
                <a:spLocks/>
              </p:cNvSpPr>
              <p:nvPr/>
            </p:nvSpPr>
            <p:spPr bwMode="auto">
              <a:xfrm rot="10800000">
                <a:off x="452781" y="3615008"/>
                <a:ext cx="580958" cy="12019"/>
              </a:xfrm>
              <a:custGeom>
                <a:avLst/>
                <a:gdLst>
                  <a:gd name="T0" fmla="*/ 630 w 630"/>
                  <a:gd name="T1" fmla="*/ 0 h 13"/>
                  <a:gd name="T2" fmla="*/ 0 w 630"/>
                  <a:gd name="T3" fmla="*/ 13 h 13"/>
                </a:gdLst>
                <a:ahLst/>
                <a:cxnLst>
                  <a:cxn ang="0">
                    <a:pos x="T0" y="T1"/>
                  </a:cxn>
                  <a:cxn ang="0">
                    <a:pos x="T2" y="T3"/>
                  </a:cxn>
                </a:cxnLst>
                <a:rect l="0" t="0" r="r" b="b"/>
                <a:pathLst>
                  <a:path w="630" h="13">
                    <a:moveTo>
                      <a:pt x="630" y="0"/>
                    </a:moveTo>
                    <a:cubicBezTo>
                      <a:pt x="510" y="13"/>
                      <a:pt x="270" y="13"/>
                      <a:pt x="0" y="1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56" name="Freeform 62"/>
              <p:cNvSpPr>
                <a:spLocks/>
              </p:cNvSpPr>
              <p:nvPr/>
            </p:nvSpPr>
            <p:spPr bwMode="auto">
              <a:xfrm rot="10800000">
                <a:off x="446326" y="4043079"/>
                <a:ext cx="580958" cy="12019"/>
              </a:xfrm>
              <a:custGeom>
                <a:avLst/>
                <a:gdLst>
                  <a:gd name="T0" fmla="*/ 630 w 630"/>
                  <a:gd name="T1" fmla="*/ 13 h 13"/>
                  <a:gd name="T2" fmla="*/ 0 w 630"/>
                  <a:gd name="T3" fmla="*/ 0 h 13"/>
                </a:gdLst>
                <a:ahLst/>
                <a:cxnLst>
                  <a:cxn ang="0">
                    <a:pos x="T0" y="T1"/>
                  </a:cxn>
                  <a:cxn ang="0">
                    <a:pos x="T2" y="T3"/>
                  </a:cxn>
                </a:cxnLst>
                <a:rect l="0" t="0" r="r" b="b"/>
                <a:pathLst>
                  <a:path w="630" h="13">
                    <a:moveTo>
                      <a:pt x="630" y="13"/>
                    </a:moveTo>
                    <a:cubicBezTo>
                      <a:pt x="510" y="0"/>
                      <a:pt x="270" y="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57" name="Freeform 63"/>
              <p:cNvSpPr>
                <a:spLocks/>
              </p:cNvSpPr>
              <p:nvPr/>
            </p:nvSpPr>
            <p:spPr bwMode="auto">
              <a:xfrm rot="10800000">
                <a:off x="480446" y="3627028"/>
                <a:ext cx="525629" cy="61021"/>
              </a:xfrm>
              <a:custGeom>
                <a:avLst/>
                <a:gdLst>
                  <a:gd name="T0" fmla="*/ 570 w 570"/>
                  <a:gd name="T1" fmla="*/ 66 h 66"/>
                  <a:gd name="T2" fmla="*/ 0 w 570"/>
                  <a:gd name="T3" fmla="*/ 66 h 66"/>
                </a:gdLst>
                <a:ahLst/>
                <a:cxnLst>
                  <a:cxn ang="0">
                    <a:pos x="T0" y="T1"/>
                  </a:cxn>
                  <a:cxn ang="0">
                    <a:pos x="T2" y="T3"/>
                  </a:cxn>
                </a:cxnLst>
                <a:rect l="0" t="0" r="r" b="b"/>
                <a:pathLst>
                  <a:path w="570" h="66">
                    <a:moveTo>
                      <a:pt x="570" y="66"/>
                    </a:moveTo>
                    <a:cubicBezTo>
                      <a:pt x="420" y="0"/>
                      <a:pt x="37" y="26"/>
                      <a:pt x="0" y="6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58" name="Freeform 64"/>
              <p:cNvSpPr>
                <a:spLocks/>
              </p:cNvSpPr>
              <p:nvPr/>
            </p:nvSpPr>
            <p:spPr bwMode="auto">
              <a:xfrm rot="10800000">
                <a:off x="480446" y="3627028"/>
                <a:ext cx="525629" cy="0"/>
              </a:xfrm>
              <a:custGeom>
                <a:avLst/>
                <a:gdLst>
                  <a:gd name="T0" fmla="*/ 570 w 570"/>
                  <a:gd name="T1" fmla="*/ 0 w 570"/>
                </a:gdLst>
                <a:ahLst/>
                <a:cxnLst>
                  <a:cxn ang="0">
                    <a:pos x="T0" y="0"/>
                  </a:cxn>
                  <a:cxn ang="0">
                    <a:pos x="T1" y="0"/>
                  </a:cxn>
                </a:cxnLst>
                <a:rect l="0" t="0" r="r" b="b"/>
                <a:pathLst>
                  <a:path w="570">
                    <a:moveTo>
                      <a:pt x="570" y="0"/>
                    </a:moveTo>
                    <a:cubicBezTo>
                      <a:pt x="360" y="0"/>
                      <a:pt x="90" y="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59" name="Freeform 65"/>
              <p:cNvSpPr>
                <a:spLocks/>
              </p:cNvSpPr>
              <p:nvPr/>
            </p:nvSpPr>
            <p:spPr bwMode="auto">
              <a:xfrm rot="10800000">
                <a:off x="770925" y="3615008"/>
                <a:ext cx="21210" cy="49002"/>
              </a:xfrm>
              <a:custGeom>
                <a:avLst/>
                <a:gdLst>
                  <a:gd name="T0" fmla="*/ 23 w 23"/>
                  <a:gd name="T1" fmla="*/ 0 h 53"/>
                  <a:gd name="T2" fmla="*/ 0 w 23"/>
                  <a:gd name="T3" fmla="*/ 53 h 53"/>
                </a:gdLst>
                <a:ahLst/>
                <a:cxnLst>
                  <a:cxn ang="0">
                    <a:pos x="T0" y="T1"/>
                  </a:cxn>
                  <a:cxn ang="0">
                    <a:pos x="T2" y="T3"/>
                  </a:cxn>
                </a:cxnLst>
                <a:rect l="0" t="0" r="r" b="b"/>
                <a:pathLst>
                  <a:path w="23" h="53">
                    <a:moveTo>
                      <a:pt x="23" y="0"/>
                    </a:moveTo>
                    <a:cubicBezTo>
                      <a:pt x="15" y="13"/>
                      <a:pt x="0" y="40"/>
                      <a:pt x="0" y="5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60" name="Freeform 66"/>
              <p:cNvSpPr>
                <a:spLocks/>
              </p:cNvSpPr>
              <p:nvPr/>
            </p:nvSpPr>
            <p:spPr bwMode="auto">
              <a:xfrm rot="10800000">
                <a:off x="736805" y="3615008"/>
                <a:ext cx="13832" cy="49002"/>
              </a:xfrm>
              <a:custGeom>
                <a:avLst/>
                <a:gdLst>
                  <a:gd name="T0" fmla="*/ 15 w 15"/>
                  <a:gd name="T1" fmla="*/ 0 h 53"/>
                  <a:gd name="T2" fmla="*/ 0 w 15"/>
                  <a:gd name="T3" fmla="*/ 53 h 53"/>
                </a:gdLst>
                <a:ahLst/>
                <a:cxnLst>
                  <a:cxn ang="0">
                    <a:pos x="T0" y="T1"/>
                  </a:cxn>
                  <a:cxn ang="0">
                    <a:pos x="T2" y="T3"/>
                  </a:cxn>
                </a:cxnLst>
                <a:rect l="0" t="0" r="r" b="b"/>
                <a:pathLst>
                  <a:path w="15" h="53">
                    <a:moveTo>
                      <a:pt x="15" y="0"/>
                    </a:moveTo>
                    <a:cubicBezTo>
                      <a:pt x="15" y="13"/>
                      <a:pt x="8" y="40"/>
                      <a:pt x="0" y="5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61" name="Freeform 67"/>
              <p:cNvSpPr>
                <a:spLocks/>
              </p:cNvSpPr>
              <p:nvPr/>
            </p:nvSpPr>
            <p:spPr bwMode="auto">
              <a:xfrm rot="10800000">
                <a:off x="757092" y="3590970"/>
                <a:ext cx="27665" cy="73040"/>
              </a:xfrm>
              <a:custGeom>
                <a:avLst/>
                <a:gdLst>
                  <a:gd name="T0" fmla="*/ 30 w 30"/>
                  <a:gd name="T1" fmla="*/ 0 h 79"/>
                  <a:gd name="T2" fmla="*/ 0 w 30"/>
                  <a:gd name="T3" fmla="*/ 79 h 79"/>
                </a:gdLst>
                <a:ahLst/>
                <a:cxnLst>
                  <a:cxn ang="0">
                    <a:pos x="T0" y="T1"/>
                  </a:cxn>
                  <a:cxn ang="0">
                    <a:pos x="T2" y="T3"/>
                  </a:cxn>
                </a:cxnLst>
                <a:rect l="0" t="0" r="r" b="b"/>
                <a:pathLst>
                  <a:path w="30" h="79">
                    <a:moveTo>
                      <a:pt x="30" y="0"/>
                    </a:moveTo>
                    <a:cubicBezTo>
                      <a:pt x="22" y="26"/>
                      <a:pt x="7" y="66"/>
                      <a:pt x="0" y="7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62" name="Freeform 92"/>
              <p:cNvSpPr>
                <a:spLocks/>
              </p:cNvSpPr>
              <p:nvPr/>
            </p:nvSpPr>
            <p:spPr bwMode="auto">
              <a:xfrm rot="10800000">
                <a:off x="487823" y="3979678"/>
                <a:ext cx="525629" cy="61021"/>
              </a:xfrm>
              <a:custGeom>
                <a:avLst/>
                <a:gdLst>
                  <a:gd name="T0" fmla="*/ 570 w 570"/>
                  <a:gd name="T1" fmla="*/ 0 h 66"/>
                  <a:gd name="T2" fmla="*/ 0 w 570"/>
                  <a:gd name="T3" fmla="*/ 0 h 66"/>
                </a:gdLst>
                <a:ahLst/>
                <a:cxnLst>
                  <a:cxn ang="0">
                    <a:pos x="T0" y="T1"/>
                  </a:cxn>
                  <a:cxn ang="0">
                    <a:pos x="T2" y="T3"/>
                  </a:cxn>
                </a:cxnLst>
                <a:rect l="0" t="0" r="r" b="b"/>
                <a:pathLst>
                  <a:path w="570" h="66">
                    <a:moveTo>
                      <a:pt x="570" y="0"/>
                    </a:moveTo>
                    <a:cubicBezTo>
                      <a:pt x="420" y="66"/>
                      <a:pt x="38" y="3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63" name="Freeform 93"/>
              <p:cNvSpPr>
                <a:spLocks/>
              </p:cNvSpPr>
              <p:nvPr/>
            </p:nvSpPr>
            <p:spPr bwMode="auto">
              <a:xfrm rot="10800000">
                <a:off x="487823" y="4043079"/>
                <a:ext cx="525629" cy="0"/>
              </a:xfrm>
              <a:custGeom>
                <a:avLst/>
                <a:gdLst>
                  <a:gd name="T0" fmla="*/ 570 w 570"/>
                  <a:gd name="T1" fmla="*/ 0 w 570"/>
                </a:gdLst>
                <a:ahLst/>
                <a:cxnLst>
                  <a:cxn ang="0">
                    <a:pos x="T0" y="0"/>
                  </a:cxn>
                  <a:cxn ang="0">
                    <a:pos x="T1" y="0"/>
                  </a:cxn>
                </a:cxnLst>
                <a:rect l="0" t="0" r="r" b="b"/>
                <a:pathLst>
                  <a:path w="570">
                    <a:moveTo>
                      <a:pt x="570" y="0"/>
                    </a:moveTo>
                    <a:cubicBezTo>
                      <a:pt x="360" y="0"/>
                      <a:pt x="90" y="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64" name="Freeform 94"/>
              <p:cNvSpPr>
                <a:spLocks/>
              </p:cNvSpPr>
              <p:nvPr/>
            </p:nvSpPr>
            <p:spPr bwMode="auto">
              <a:xfrm rot="10800000">
                <a:off x="778302" y="4006097"/>
                <a:ext cx="20287" cy="49002"/>
              </a:xfrm>
              <a:custGeom>
                <a:avLst/>
                <a:gdLst>
                  <a:gd name="T0" fmla="*/ 22 w 22"/>
                  <a:gd name="T1" fmla="*/ 53 h 53"/>
                  <a:gd name="T2" fmla="*/ 0 w 22"/>
                  <a:gd name="T3" fmla="*/ 0 h 53"/>
                </a:gdLst>
                <a:ahLst/>
                <a:cxnLst>
                  <a:cxn ang="0">
                    <a:pos x="T0" y="T1"/>
                  </a:cxn>
                  <a:cxn ang="0">
                    <a:pos x="T2" y="T3"/>
                  </a:cxn>
                </a:cxnLst>
                <a:rect l="0" t="0" r="r" b="b"/>
                <a:pathLst>
                  <a:path w="22" h="53">
                    <a:moveTo>
                      <a:pt x="22" y="53"/>
                    </a:moveTo>
                    <a:cubicBezTo>
                      <a:pt x="15" y="33"/>
                      <a:pt x="0" y="1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65" name="Freeform 95"/>
              <p:cNvSpPr>
                <a:spLocks/>
              </p:cNvSpPr>
              <p:nvPr/>
            </p:nvSpPr>
            <p:spPr bwMode="auto">
              <a:xfrm rot="10800000">
                <a:off x="743260" y="4006097"/>
                <a:ext cx="13832" cy="49002"/>
              </a:xfrm>
              <a:custGeom>
                <a:avLst/>
                <a:gdLst>
                  <a:gd name="T0" fmla="*/ 15 w 15"/>
                  <a:gd name="T1" fmla="*/ 53 h 53"/>
                  <a:gd name="T2" fmla="*/ 0 w 15"/>
                  <a:gd name="T3" fmla="*/ 0 h 53"/>
                </a:gdLst>
                <a:ahLst/>
                <a:cxnLst>
                  <a:cxn ang="0">
                    <a:pos x="T0" y="T1"/>
                  </a:cxn>
                  <a:cxn ang="0">
                    <a:pos x="T2" y="T3"/>
                  </a:cxn>
                </a:cxnLst>
                <a:rect l="0" t="0" r="r" b="b"/>
                <a:pathLst>
                  <a:path w="15" h="53">
                    <a:moveTo>
                      <a:pt x="15" y="53"/>
                    </a:moveTo>
                    <a:cubicBezTo>
                      <a:pt x="15" y="33"/>
                      <a:pt x="7" y="1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66" name="Freeform 96"/>
              <p:cNvSpPr>
                <a:spLocks/>
              </p:cNvSpPr>
              <p:nvPr/>
            </p:nvSpPr>
            <p:spPr bwMode="auto">
              <a:xfrm rot="10800000">
                <a:off x="762089" y="4006466"/>
                <a:ext cx="27665" cy="72000"/>
              </a:xfrm>
              <a:custGeom>
                <a:avLst/>
                <a:gdLst>
                  <a:gd name="T0" fmla="*/ 30 w 30"/>
                  <a:gd name="T1" fmla="*/ 86 h 86"/>
                  <a:gd name="T2" fmla="*/ 0 w 30"/>
                  <a:gd name="T3" fmla="*/ 0 h 86"/>
                </a:gdLst>
                <a:ahLst/>
                <a:cxnLst>
                  <a:cxn ang="0">
                    <a:pos x="T0" y="T1"/>
                  </a:cxn>
                  <a:cxn ang="0">
                    <a:pos x="T2" y="T3"/>
                  </a:cxn>
                </a:cxnLst>
                <a:rect l="0" t="0" r="r" b="b"/>
                <a:pathLst>
                  <a:path w="30" h="86">
                    <a:moveTo>
                      <a:pt x="30" y="86"/>
                    </a:moveTo>
                    <a:cubicBezTo>
                      <a:pt x="23" y="60"/>
                      <a:pt x="8" y="1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67" name="Freeform 121"/>
              <p:cNvSpPr>
                <a:spLocks/>
              </p:cNvSpPr>
              <p:nvPr/>
            </p:nvSpPr>
            <p:spPr bwMode="auto">
              <a:xfrm rot="10800000">
                <a:off x="840086" y="3639971"/>
                <a:ext cx="193653" cy="36058"/>
              </a:xfrm>
              <a:custGeom>
                <a:avLst/>
                <a:gdLst>
                  <a:gd name="T0" fmla="*/ 0 w 210"/>
                  <a:gd name="T1" fmla="*/ 39 h 39"/>
                  <a:gd name="T2" fmla="*/ 210 w 210"/>
                  <a:gd name="T3" fmla="*/ 0 h 39"/>
                </a:gdLst>
                <a:ahLst/>
                <a:cxnLst>
                  <a:cxn ang="0">
                    <a:pos x="T0" y="T1"/>
                  </a:cxn>
                  <a:cxn ang="0">
                    <a:pos x="T2" y="T3"/>
                  </a:cxn>
                </a:cxnLst>
                <a:rect l="0" t="0" r="r" b="b"/>
                <a:pathLst>
                  <a:path w="210" h="39">
                    <a:moveTo>
                      <a:pt x="0" y="39"/>
                    </a:moveTo>
                    <a:cubicBezTo>
                      <a:pt x="60" y="26"/>
                      <a:pt x="150" y="0"/>
                      <a:pt x="21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68" name="Freeform 122"/>
              <p:cNvSpPr>
                <a:spLocks/>
              </p:cNvSpPr>
              <p:nvPr/>
            </p:nvSpPr>
            <p:spPr bwMode="auto">
              <a:xfrm rot="10800000">
                <a:off x="840086" y="3994078"/>
                <a:ext cx="193653" cy="36058"/>
              </a:xfrm>
              <a:custGeom>
                <a:avLst/>
                <a:gdLst>
                  <a:gd name="T0" fmla="*/ 0 w 210"/>
                  <a:gd name="T1" fmla="*/ 0 h 39"/>
                  <a:gd name="T2" fmla="*/ 210 w 210"/>
                  <a:gd name="T3" fmla="*/ 39 h 39"/>
                </a:gdLst>
                <a:ahLst/>
                <a:cxnLst>
                  <a:cxn ang="0">
                    <a:pos x="T0" y="T1"/>
                  </a:cxn>
                  <a:cxn ang="0">
                    <a:pos x="T2" y="T3"/>
                  </a:cxn>
                </a:cxnLst>
                <a:rect l="0" t="0" r="r" b="b"/>
                <a:pathLst>
                  <a:path w="210" h="39">
                    <a:moveTo>
                      <a:pt x="0" y="0"/>
                    </a:moveTo>
                    <a:cubicBezTo>
                      <a:pt x="60" y="13"/>
                      <a:pt x="150" y="39"/>
                      <a:pt x="210" y="3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69" name="Freeform 123"/>
              <p:cNvSpPr>
                <a:spLocks/>
              </p:cNvSpPr>
              <p:nvPr/>
            </p:nvSpPr>
            <p:spPr bwMode="auto">
              <a:xfrm rot="10800000">
                <a:off x="964577" y="3553987"/>
                <a:ext cx="41497" cy="55474"/>
              </a:xfrm>
              <a:custGeom>
                <a:avLst/>
                <a:gdLst>
                  <a:gd name="T0" fmla="*/ 45 w 45"/>
                  <a:gd name="T1" fmla="*/ 53 h 60"/>
                  <a:gd name="T2" fmla="*/ 0 w 45"/>
                  <a:gd name="T3" fmla="*/ 0 h 60"/>
                </a:gdLst>
                <a:ahLst/>
                <a:cxnLst>
                  <a:cxn ang="0">
                    <a:pos x="T0" y="T1"/>
                  </a:cxn>
                  <a:cxn ang="0">
                    <a:pos x="T2" y="T3"/>
                  </a:cxn>
                </a:cxnLst>
                <a:rect l="0" t="0" r="r" b="b"/>
                <a:pathLst>
                  <a:path w="45" h="60">
                    <a:moveTo>
                      <a:pt x="45" y="53"/>
                    </a:moveTo>
                    <a:cubicBezTo>
                      <a:pt x="30" y="60"/>
                      <a:pt x="7" y="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70" name="Freeform 124"/>
              <p:cNvSpPr>
                <a:spLocks/>
              </p:cNvSpPr>
              <p:nvPr/>
            </p:nvSpPr>
            <p:spPr bwMode="auto">
              <a:xfrm rot="10800000">
                <a:off x="964577" y="3560459"/>
                <a:ext cx="41497" cy="73040"/>
              </a:xfrm>
              <a:custGeom>
                <a:avLst/>
                <a:gdLst>
                  <a:gd name="T0" fmla="*/ 0 w 45"/>
                  <a:gd name="T1" fmla="*/ 26 h 79"/>
                  <a:gd name="T2" fmla="*/ 45 w 45"/>
                  <a:gd name="T3" fmla="*/ 79 h 79"/>
                </a:gdLst>
                <a:ahLst/>
                <a:cxnLst>
                  <a:cxn ang="0">
                    <a:pos x="T0" y="T1"/>
                  </a:cxn>
                  <a:cxn ang="0">
                    <a:pos x="T2" y="T3"/>
                  </a:cxn>
                </a:cxnLst>
                <a:rect l="0" t="0" r="r" b="b"/>
                <a:pathLst>
                  <a:path w="45" h="79">
                    <a:moveTo>
                      <a:pt x="0" y="26"/>
                    </a:moveTo>
                    <a:cubicBezTo>
                      <a:pt x="30" y="0"/>
                      <a:pt x="45" y="73"/>
                      <a:pt x="45" y="7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71" name="Freeform 125"/>
              <p:cNvSpPr>
                <a:spLocks/>
              </p:cNvSpPr>
              <p:nvPr/>
            </p:nvSpPr>
            <p:spPr bwMode="auto">
              <a:xfrm rot="10800000">
                <a:off x="950745" y="3560459"/>
                <a:ext cx="41497" cy="73040"/>
              </a:xfrm>
              <a:custGeom>
                <a:avLst/>
                <a:gdLst>
                  <a:gd name="T0" fmla="*/ 0 w 45"/>
                  <a:gd name="T1" fmla="*/ 13 h 79"/>
                  <a:gd name="T2" fmla="*/ 30 w 45"/>
                  <a:gd name="T3" fmla="*/ 79 h 79"/>
                </a:gdLst>
                <a:ahLst/>
                <a:cxnLst>
                  <a:cxn ang="0">
                    <a:pos x="T0" y="T1"/>
                  </a:cxn>
                  <a:cxn ang="0">
                    <a:pos x="T2" y="T3"/>
                  </a:cxn>
                </a:cxnLst>
                <a:rect l="0" t="0" r="r" b="b"/>
                <a:pathLst>
                  <a:path w="45" h="79">
                    <a:moveTo>
                      <a:pt x="0" y="13"/>
                    </a:moveTo>
                    <a:cubicBezTo>
                      <a:pt x="15" y="0"/>
                      <a:pt x="45" y="79"/>
                      <a:pt x="30" y="7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72" name="Freeform 126"/>
              <p:cNvSpPr>
                <a:spLocks/>
              </p:cNvSpPr>
              <p:nvPr/>
            </p:nvSpPr>
            <p:spPr bwMode="auto">
              <a:xfrm rot="10800000">
                <a:off x="964577" y="4055099"/>
                <a:ext cx="41497" cy="61021"/>
              </a:xfrm>
              <a:custGeom>
                <a:avLst/>
                <a:gdLst>
                  <a:gd name="T0" fmla="*/ 45 w 45"/>
                  <a:gd name="T1" fmla="*/ 13 h 66"/>
                  <a:gd name="T2" fmla="*/ 0 w 45"/>
                  <a:gd name="T3" fmla="*/ 66 h 66"/>
                </a:gdLst>
                <a:ahLst/>
                <a:cxnLst>
                  <a:cxn ang="0">
                    <a:pos x="T0" y="T1"/>
                  </a:cxn>
                  <a:cxn ang="0">
                    <a:pos x="T2" y="T3"/>
                  </a:cxn>
                </a:cxnLst>
                <a:rect l="0" t="0" r="r" b="b"/>
                <a:pathLst>
                  <a:path w="45" h="66">
                    <a:moveTo>
                      <a:pt x="45" y="13"/>
                    </a:moveTo>
                    <a:cubicBezTo>
                      <a:pt x="30" y="0"/>
                      <a:pt x="7" y="66"/>
                      <a:pt x="0" y="6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73" name="Freeform 127"/>
              <p:cNvSpPr>
                <a:spLocks/>
              </p:cNvSpPr>
              <p:nvPr/>
            </p:nvSpPr>
            <p:spPr bwMode="auto">
              <a:xfrm rot="10800000">
                <a:off x="964577" y="4030136"/>
                <a:ext cx="41497" cy="73965"/>
              </a:xfrm>
              <a:custGeom>
                <a:avLst/>
                <a:gdLst>
                  <a:gd name="T0" fmla="*/ 0 w 45"/>
                  <a:gd name="T1" fmla="*/ 53 h 80"/>
                  <a:gd name="T2" fmla="*/ 45 w 45"/>
                  <a:gd name="T3" fmla="*/ 0 h 80"/>
                </a:gdLst>
                <a:ahLst/>
                <a:cxnLst>
                  <a:cxn ang="0">
                    <a:pos x="T0" y="T1"/>
                  </a:cxn>
                  <a:cxn ang="0">
                    <a:pos x="T2" y="T3"/>
                  </a:cxn>
                </a:cxnLst>
                <a:rect l="0" t="0" r="r" b="b"/>
                <a:pathLst>
                  <a:path w="45" h="80">
                    <a:moveTo>
                      <a:pt x="0" y="53"/>
                    </a:moveTo>
                    <a:cubicBezTo>
                      <a:pt x="30" y="80"/>
                      <a:pt x="45" y="0"/>
                      <a:pt x="4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74" name="Freeform 128"/>
              <p:cNvSpPr>
                <a:spLocks/>
              </p:cNvSpPr>
              <p:nvPr/>
            </p:nvSpPr>
            <p:spPr bwMode="auto">
              <a:xfrm rot="10800000">
                <a:off x="950745" y="4030136"/>
                <a:ext cx="41497" cy="73965"/>
              </a:xfrm>
              <a:custGeom>
                <a:avLst/>
                <a:gdLst>
                  <a:gd name="T0" fmla="*/ 0 w 45"/>
                  <a:gd name="T1" fmla="*/ 60 h 80"/>
                  <a:gd name="T2" fmla="*/ 30 w 45"/>
                  <a:gd name="T3" fmla="*/ 0 h 80"/>
                </a:gdLst>
                <a:ahLst/>
                <a:cxnLst>
                  <a:cxn ang="0">
                    <a:pos x="T0" y="T1"/>
                  </a:cxn>
                  <a:cxn ang="0">
                    <a:pos x="T2" y="T3"/>
                  </a:cxn>
                </a:cxnLst>
                <a:rect l="0" t="0" r="r" b="b"/>
                <a:pathLst>
                  <a:path w="45" h="80">
                    <a:moveTo>
                      <a:pt x="0" y="60"/>
                    </a:moveTo>
                    <a:cubicBezTo>
                      <a:pt x="15" y="80"/>
                      <a:pt x="45" y="0"/>
                      <a:pt x="3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75" name="Rectangle 69"/>
              <p:cNvSpPr>
                <a:spLocks noChangeArrowheads="1"/>
              </p:cNvSpPr>
              <p:nvPr/>
            </p:nvSpPr>
            <p:spPr bwMode="auto">
              <a:xfrm rot="10800000">
                <a:off x="788249" y="4063770"/>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76" name="Rectangle 69"/>
              <p:cNvSpPr>
                <a:spLocks noChangeArrowheads="1"/>
              </p:cNvSpPr>
              <p:nvPr/>
            </p:nvSpPr>
            <p:spPr bwMode="auto">
              <a:xfrm rot="10800000">
                <a:off x="816174" y="4063770"/>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77" name="Rectangle 69"/>
              <p:cNvSpPr>
                <a:spLocks noChangeArrowheads="1"/>
              </p:cNvSpPr>
              <p:nvPr/>
            </p:nvSpPr>
            <p:spPr bwMode="auto">
              <a:xfrm rot="10800000">
                <a:off x="788265" y="3592348"/>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78" name="Rectangle 69"/>
              <p:cNvSpPr>
                <a:spLocks noChangeArrowheads="1"/>
              </p:cNvSpPr>
              <p:nvPr/>
            </p:nvSpPr>
            <p:spPr bwMode="auto">
              <a:xfrm rot="10800000">
                <a:off x="816190" y="3592348"/>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79" name="Rectangle 69"/>
              <p:cNvSpPr>
                <a:spLocks noChangeArrowheads="1"/>
              </p:cNvSpPr>
              <p:nvPr/>
            </p:nvSpPr>
            <p:spPr bwMode="auto">
              <a:xfrm rot="10800000">
                <a:off x="535879" y="4059024"/>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80" name="Rectangle 69"/>
              <p:cNvSpPr>
                <a:spLocks noChangeArrowheads="1"/>
              </p:cNvSpPr>
              <p:nvPr/>
            </p:nvSpPr>
            <p:spPr bwMode="auto">
              <a:xfrm rot="10800000">
                <a:off x="563804" y="4059024"/>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81" name="Rectangle 69"/>
              <p:cNvSpPr>
                <a:spLocks noChangeArrowheads="1"/>
              </p:cNvSpPr>
              <p:nvPr/>
            </p:nvSpPr>
            <p:spPr bwMode="auto">
              <a:xfrm rot="10800000">
                <a:off x="535895" y="3597126"/>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82" name="Rectangle 69"/>
              <p:cNvSpPr>
                <a:spLocks noChangeArrowheads="1"/>
              </p:cNvSpPr>
              <p:nvPr/>
            </p:nvSpPr>
            <p:spPr bwMode="auto">
              <a:xfrm rot="10800000">
                <a:off x="563820" y="3597126"/>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grpSp>
        <p:sp>
          <p:nvSpPr>
            <p:cNvPr id="249" name="流程图: 联系 403"/>
            <p:cNvSpPr/>
            <p:nvPr/>
          </p:nvSpPr>
          <p:spPr>
            <a:xfrm>
              <a:off x="1455044" y="1918662"/>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50" name="流程图: 联系 403"/>
            <p:cNvSpPr/>
            <p:nvPr/>
          </p:nvSpPr>
          <p:spPr>
            <a:xfrm>
              <a:off x="1463014" y="1852299"/>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51" name="流程图: 联系 403"/>
            <p:cNvSpPr/>
            <p:nvPr/>
          </p:nvSpPr>
          <p:spPr>
            <a:xfrm>
              <a:off x="1460684" y="1786151"/>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52" name="流程图: 联系 403"/>
            <p:cNvSpPr/>
            <p:nvPr/>
          </p:nvSpPr>
          <p:spPr>
            <a:xfrm>
              <a:off x="1445527" y="1735559"/>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53" name="矩形 252"/>
            <p:cNvSpPr/>
            <p:nvPr/>
          </p:nvSpPr>
          <p:spPr>
            <a:xfrm>
              <a:off x="740699" y="1668688"/>
              <a:ext cx="763276" cy="332133"/>
            </a:xfrm>
            <a:prstGeom prst="rect">
              <a:avLst/>
            </a:prstGeom>
            <a:noFill/>
            <a:ln w="1905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54" name="矩形 253"/>
            <p:cNvSpPr/>
            <p:nvPr/>
          </p:nvSpPr>
          <p:spPr>
            <a:xfrm>
              <a:off x="2172229" y="2000821"/>
              <a:ext cx="763276" cy="332133"/>
            </a:xfrm>
            <a:prstGeom prst="rect">
              <a:avLst/>
            </a:prstGeom>
            <a:noFill/>
            <a:ln w="1905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grpSp>
          <p:nvGrpSpPr>
            <p:cNvPr id="255" name="组合 254"/>
            <p:cNvGrpSpPr/>
            <p:nvPr/>
          </p:nvGrpSpPr>
          <p:grpSpPr>
            <a:xfrm>
              <a:off x="746766" y="2033904"/>
              <a:ext cx="754621" cy="297837"/>
              <a:chOff x="142014" y="3553987"/>
              <a:chExt cx="1320528" cy="562133"/>
            </a:xfrm>
          </p:grpSpPr>
          <p:sp>
            <p:nvSpPr>
              <p:cNvPr id="339" name="Freeform 5"/>
              <p:cNvSpPr>
                <a:spLocks/>
              </p:cNvSpPr>
              <p:nvPr/>
            </p:nvSpPr>
            <p:spPr bwMode="auto">
              <a:xfrm rot="10800000">
                <a:off x="1296554" y="3602989"/>
                <a:ext cx="165988" cy="464129"/>
              </a:xfrm>
              <a:custGeom>
                <a:avLst/>
                <a:gdLst>
                  <a:gd name="T0" fmla="*/ 180 w 180"/>
                  <a:gd name="T1" fmla="*/ 502 h 502"/>
                  <a:gd name="T2" fmla="*/ 180 w 180"/>
                  <a:gd name="T3" fmla="*/ 0 h 502"/>
                </a:gdLst>
                <a:ahLst/>
                <a:cxnLst>
                  <a:cxn ang="0">
                    <a:pos x="T0" y="T1"/>
                  </a:cxn>
                  <a:cxn ang="0">
                    <a:pos x="T2" y="T3"/>
                  </a:cxn>
                </a:cxnLst>
                <a:rect l="0" t="0" r="r" b="b"/>
                <a:pathLst>
                  <a:path w="180" h="502">
                    <a:moveTo>
                      <a:pt x="180" y="502"/>
                    </a:moveTo>
                    <a:cubicBezTo>
                      <a:pt x="15" y="396"/>
                      <a:pt x="0" y="132"/>
                      <a:pt x="18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40" name="Freeform 6"/>
              <p:cNvSpPr>
                <a:spLocks/>
              </p:cNvSpPr>
              <p:nvPr/>
            </p:nvSpPr>
            <p:spPr bwMode="auto">
              <a:xfrm rot="10800000">
                <a:off x="1102901" y="3578950"/>
                <a:ext cx="193653" cy="24039"/>
              </a:xfrm>
              <a:custGeom>
                <a:avLst/>
                <a:gdLst>
                  <a:gd name="T0" fmla="*/ 0 w 210"/>
                  <a:gd name="T1" fmla="*/ 0 h 26"/>
                  <a:gd name="T2" fmla="*/ 210 w 210"/>
                  <a:gd name="T3" fmla="*/ 13 h 26"/>
                </a:gdLst>
                <a:ahLst/>
                <a:cxnLst>
                  <a:cxn ang="0">
                    <a:pos x="T0" y="T1"/>
                  </a:cxn>
                  <a:cxn ang="0">
                    <a:pos x="T2" y="T3"/>
                  </a:cxn>
                </a:cxnLst>
                <a:rect l="0" t="0" r="r" b="b"/>
                <a:pathLst>
                  <a:path w="210" h="26">
                    <a:moveTo>
                      <a:pt x="0" y="0"/>
                    </a:moveTo>
                    <a:cubicBezTo>
                      <a:pt x="105" y="26"/>
                      <a:pt x="165" y="13"/>
                      <a:pt x="210" y="1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41" name="Freeform 7"/>
              <p:cNvSpPr>
                <a:spLocks/>
              </p:cNvSpPr>
              <p:nvPr/>
            </p:nvSpPr>
            <p:spPr bwMode="auto">
              <a:xfrm rot="10800000">
                <a:off x="1372170" y="3725031"/>
                <a:ext cx="48874" cy="220045"/>
              </a:xfrm>
              <a:custGeom>
                <a:avLst/>
                <a:gdLst>
                  <a:gd name="T0" fmla="*/ 53 w 53"/>
                  <a:gd name="T1" fmla="*/ 238 h 238"/>
                  <a:gd name="T2" fmla="*/ 53 w 53"/>
                  <a:gd name="T3" fmla="*/ 0 h 238"/>
                </a:gdLst>
                <a:ahLst/>
                <a:cxnLst>
                  <a:cxn ang="0">
                    <a:pos x="T0" y="T1"/>
                  </a:cxn>
                  <a:cxn ang="0">
                    <a:pos x="T2" y="T3"/>
                  </a:cxn>
                </a:cxnLst>
                <a:rect l="0" t="0" r="r" b="b"/>
                <a:pathLst>
                  <a:path w="53" h="238">
                    <a:moveTo>
                      <a:pt x="53" y="238"/>
                    </a:moveTo>
                    <a:cubicBezTo>
                      <a:pt x="0" y="185"/>
                      <a:pt x="0" y="79"/>
                      <a:pt x="53"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42" name="Freeform 8"/>
              <p:cNvSpPr>
                <a:spLocks/>
              </p:cNvSpPr>
              <p:nvPr/>
            </p:nvSpPr>
            <p:spPr bwMode="auto">
              <a:xfrm rot="10800000">
                <a:off x="1282721" y="3615008"/>
                <a:ext cx="110659" cy="122042"/>
              </a:xfrm>
              <a:custGeom>
                <a:avLst/>
                <a:gdLst>
                  <a:gd name="T0" fmla="*/ 48 w 256"/>
                  <a:gd name="T1" fmla="*/ 32 h 320"/>
                  <a:gd name="T2" fmla="*/ 96 w 256"/>
                  <a:gd name="T3" fmla="*/ 160 h 320"/>
                  <a:gd name="T4" fmla="*/ 176 w 256"/>
                  <a:gd name="T5" fmla="*/ 272 h 320"/>
                  <a:gd name="T6" fmla="*/ 192 w 256"/>
                  <a:gd name="T7" fmla="*/ 208 h 320"/>
                  <a:gd name="T8" fmla="*/ 96 w 256"/>
                  <a:gd name="T9" fmla="*/ 64 h 320"/>
                  <a:gd name="T10" fmla="*/ 48 w 256"/>
                  <a:gd name="T11" fmla="*/ 32 h 320"/>
                </a:gdLst>
                <a:ahLst/>
                <a:cxnLst>
                  <a:cxn ang="0">
                    <a:pos x="T0" y="T1"/>
                  </a:cxn>
                  <a:cxn ang="0">
                    <a:pos x="T2" y="T3"/>
                  </a:cxn>
                  <a:cxn ang="0">
                    <a:pos x="T4" y="T5"/>
                  </a:cxn>
                  <a:cxn ang="0">
                    <a:pos x="T6" y="T7"/>
                  </a:cxn>
                  <a:cxn ang="0">
                    <a:pos x="T8" y="T9"/>
                  </a:cxn>
                  <a:cxn ang="0">
                    <a:pos x="T10" y="T11"/>
                  </a:cxn>
                </a:cxnLst>
                <a:rect l="0" t="0" r="r" b="b"/>
                <a:pathLst>
                  <a:path w="256" h="320">
                    <a:moveTo>
                      <a:pt x="48" y="32"/>
                    </a:moveTo>
                    <a:cubicBezTo>
                      <a:pt x="0" y="0"/>
                      <a:pt x="80" y="128"/>
                      <a:pt x="96" y="160"/>
                    </a:cubicBezTo>
                    <a:cubicBezTo>
                      <a:pt x="96" y="208"/>
                      <a:pt x="144" y="256"/>
                      <a:pt x="176" y="272"/>
                    </a:cubicBezTo>
                    <a:cubicBezTo>
                      <a:pt x="256" y="320"/>
                      <a:pt x="208" y="224"/>
                      <a:pt x="192" y="208"/>
                    </a:cubicBezTo>
                    <a:cubicBezTo>
                      <a:pt x="160" y="160"/>
                      <a:pt x="128" y="112"/>
                      <a:pt x="96" y="64"/>
                    </a:cubicBezTo>
                    <a:cubicBezTo>
                      <a:pt x="80" y="48"/>
                      <a:pt x="64" y="48"/>
                      <a:pt x="48" y="32"/>
                    </a:cubicBezTo>
                  </a:path>
                </a:pathLst>
              </a:custGeom>
              <a:solidFill>
                <a:srgbClr val="FFFFFF"/>
              </a:solidFill>
              <a:ln w="3175">
                <a:solidFill>
                  <a:schemeClr val="tx1"/>
                </a:solidFill>
                <a:prstDash val="solid"/>
                <a:round/>
                <a:headEnd/>
                <a:tailEnd/>
              </a:ln>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43" name="Freeform 9"/>
              <p:cNvSpPr>
                <a:spLocks/>
              </p:cNvSpPr>
              <p:nvPr/>
            </p:nvSpPr>
            <p:spPr bwMode="auto">
              <a:xfrm rot="10800000">
                <a:off x="1282721" y="3615008"/>
                <a:ext cx="110659" cy="122042"/>
              </a:xfrm>
              <a:custGeom>
                <a:avLst/>
                <a:gdLst>
                  <a:gd name="T0" fmla="*/ 23 w 120"/>
                  <a:gd name="T1" fmla="*/ 13 h 132"/>
                  <a:gd name="T2" fmla="*/ 45 w 120"/>
                  <a:gd name="T3" fmla="*/ 66 h 132"/>
                  <a:gd name="T4" fmla="*/ 82 w 120"/>
                  <a:gd name="T5" fmla="*/ 112 h 132"/>
                  <a:gd name="T6" fmla="*/ 90 w 120"/>
                  <a:gd name="T7" fmla="*/ 86 h 132"/>
                  <a:gd name="T8" fmla="*/ 45 w 120"/>
                  <a:gd name="T9" fmla="*/ 26 h 132"/>
                  <a:gd name="T10" fmla="*/ 23 w 120"/>
                  <a:gd name="T11" fmla="*/ 13 h 132"/>
                </a:gdLst>
                <a:ahLst/>
                <a:cxnLst>
                  <a:cxn ang="0">
                    <a:pos x="T0" y="T1"/>
                  </a:cxn>
                  <a:cxn ang="0">
                    <a:pos x="T2" y="T3"/>
                  </a:cxn>
                  <a:cxn ang="0">
                    <a:pos x="T4" y="T5"/>
                  </a:cxn>
                  <a:cxn ang="0">
                    <a:pos x="T6" y="T7"/>
                  </a:cxn>
                  <a:cxn ang="0">
                    <a:pos x="T8" y="T9"/>
                  </a:cxn>
                  <a:cxn ang="0">
                    <a:pos x="T10" y="T11"/>
                  </a:cxn>
                </a:cxnLst>
                <a:rect l="0" t="0" r="r" b="b"/>
                <a:pathLst>
                  <a:path w="120" h="132">
                    <a:moveTo>
                      <a:pt x="23" y="13"/>
                    </a:moveTo>
                    <a:cubicBezTo>
                      <a:pt x="0" y="0"/>
                      <a:pt x="38" y="53"/>
                      <a:pt x="45" y="66"/>
                    </a:cubicBezTo>
                    <a:cubicBezTo>
                      <a:pt x="45" y="86"/>
                      <a:pt x="68" y="105"/>
                      <a:pt x="82" y="112"/>
                    </a:cubicBezTo>
                    <a:cubicBezTo>
                      <a:pt x="120" y="132"/>
                      <a:pt x="97" y="92"/>
                      <a:pt x="90" y="86"/>
                    </a:cubicBezTo>
                    <a:cubicBezTo>
                      <a:pt x="75" y="66"/>
                      <a:pt x="60" y="46"/>
                      <a:pt x="45" y="26"/>
                    </a:cubicBezTo>
                    <a:cubicBezTo>
                      <a:pt x="38" y="19"/>
                      <a:pt x="30" y="19"/>
                      <a:pt x="23" y="1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44" name="Freeform 10"/>
              <p:cNvSpPr>
                <a:spLocks/>
              </p:cNvSpPr>
              <p:nvPr/>
            </p:nvSpPr>
            <p:spPr bwMode="auto">
              <a:xfrm rot="10800000">
                <a:off x="1282721" y="3933057"/>
                <a:ext cx="110659" cy="122042"/>
              </a:xfrm>
              <a:custGeom>
                <a:avLst/>
                <a:gdLst>
                  <a:gd name="T0" fmla="*/ 48 w 256"/>
                  <a:gd name="T1" fmla="*/ 304 h 320"/>
                  <a:gd name="T2" fmla="*/ 96 w 256"/>
                  <a:gd name="T3" fmla="*/ 160 h 320"/>
                  <a:gd name="T4" fmla="*/ 176 w 256"/>
                  <a:gd name="T5" fmla="*/ 64 h 320"/>
                  <a:gd name="T6" fmla="*/ 192 w 256"/>
                  <a:gd name="T7" fmla="*/ 128 h 320"/>
                  <a:gd name="T8" fmla="*/ 96 w 256"/>
                  <a:gd name="T9" fmla="*/ 256 h 320"/>
                  <a:gd name="T10" fmla="*/ 48 w 256"/>
                  <a:gd name="T11" fmla="*/ 304 h 320"/>
                </a:gdLst>
                <a:ahLst/>
                <a:cxnLst>
                  <a:cxn ang="0">
                    <a:pos x="T0" y="T1"/>
                  </a:cxn>
                  <a:cxn ang="0">
                    <a:pos x="T2" y="T3"/>
                  </a:cxn>
                  <a:cxn ang="0">
                    <a:pos x="T4" y="T5"/>
                  </a:cxn>
                  <a:cxn ang="0">
                    <a:pos x="T6" y="T7"/>
                  </a:cxn>
                  <a:cxn ang="0">
                    <a:pos x="T8" y="T9"/>
                  </a:cxn>
                  <a:cxn ang="0">
                    <a:pos x="T10" y="T11"/>
                  </a:cxn>
                </a:cxnLst>
                <a:rect l="0" t="0" r="r" b="b"/>
                <a:pathLst>
                  <a:path w="256" h="320">
                    <a:moveTo>
                      <a:pt x="48" y="304"/>
                    </a:moveTo>
                    <a:cubicBezTo>
                      <a:pt x="0" y="320"/>
                      <a:pt x="80" y="208"/>
                      <a:pt x="96" y="160"/>
                    </a:cubicBezTo>
                    <a:cubicBezTo>
                      <a:pt x="112" y="112"/>
                      <a:pt x="144" y="80"/>
                      <a:pt x="176" y="64"/>
                    </a:cubicBezTo>
                    <a:cubicBezTo>
                      <a:pt x="256" y="0"/>
                      <a:pt x="208" y="112"/>
                      <a:pt x="192" y="128"/>
                    </a:cubicBezTo>
                    <a:cubicBezTo>
                      <a:pt x="160" y="160"/>
                      <a:pt x="128" y="224"/>
                      <a:pt x="96" y="256"/>
                    </a:cubicBezTo>
                    <a:cubicBezTo>
                      <a:pt x="80" y="288"/>
                      <a:pt x="64" y="288"/>
                      <a:pt x="48" y="304"/>
                    </a:cubicBezTo>
                  </a:path>
                </a:pathLst>
              </a:custGeom>
              <a:solidFill>
                <a:srgbClr val="FFFFFF"/>
              </a:solidFill>
              <a:ln w="3175">
                <a:solidFill>
                  <a:schemeClr val="tx1"/>
                </a:solidFill>
                <a:prstDash val="solid"/>
                <a:round/>
                <a:headEnd/>
                <a:tailEnd/>
              </a:ln>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45" name="Freeform 11"/>
              <p:cNvSpPr>
                <a:spLocks/>
              </p:cNvSpPr>
              <p:nvPr/>
            </p:nvSpPr>
            <p:spPr bwMode="auto">
              <a:xfrm rot="10800000">
                <a:off x="1282721" y="3933057"/>
                <a:ext cx="110659" cy="122042"/>
              </a:xfrm>
              <a:custGeom>
                <a:avLst/>
                <a:gdLst>
                  <a:gd name="T0" fmla="*/ 23 w 120"/>
                  <a:gd name="T1" fmla="*/ 126 h 132"/>
                  <a:gd name="T2" fmla="*/ 45 w 120"/>
                  <a:gd name="T3" fmla="*/ 66 h 132"/>
                  <a:gd name="T4" fmla="*/ 82 w 120"/>
                  <a:gd name="T5" fmla="*/ 27 h 132"/>
                  <a:gd name="T6" fmla="*/ 90 w 120"/>
                  <a:gd name="T7" fmla="*/ 53 h 132"/>
                  <a:gd name="T8" fmla="*/ 45 w 120"/>
                  <a:gd name="T9" fmla="*/ 106 h 132"/>
                  <a:gd name="T10" fmla="*/ 23 w 120"/>
                  <a:gd name="T11" fmla="*/ 126 h 132"/>
                </a:gdLst>
                <a:ahLst/>
                <a:cxnLst>
                  <a:cxn ang="0">
                    <a:pos x="T0" y="T1"/>
                  </a:cxn>
                  <a:cxn ang="0">
                    <a:pos x="T2" y="T3"/>
                  </a:cxn>
                  <a:cxn ang="0">
                    <a:pos x="T4" y="T5"/>
                  </a:cxn>
                  <a:cxn ang="0">
                    <a:pos x="T6" y="T7"/>
                  </a:cxn>
                  <a:cxn ang="0">
                    <a:pos x="T8" y="T9"/>
                  </a:cxn>
                  <a:cxn ang="0">
                    <a:pos x="T10" y="T11"/>
                  </a:cxn>
                </a:cxnLst>
                <a:rect l="0" t="0" r="r" b="b"/>
                <a:pathLst>
                  <a:path w="120" h="132">
                    <a:moveTo>
                      <a:pt x="23" y="126"/>
                    </a:moveTo>
                    <a:cubicBezTo>
                      <a:pt x="0" y="132"/>
                      <a:pt x="38" y="86"/>
                      <a:pt x="45" y="66"/>
                    </a:cubicBezTo>
                    <a:cubicBezTo>
                      <a:pt x="53" y="46"/>
                      <a:pt x="68" y="33"/>
                      <a:pt x="82" y="27"/>
                    </a:cubicBezTo>
                    <a:cubicBezTo>
                      <a:pt x="120" y="0"/>
                      <a:pt x="97" y="46"/>
                      <a:pt x="90" y="53"/>
                    </a:cubicBezTo>
                    <a:cubicBezTo>
                      <a:pt x="75" y="66"/>
                      <a:pt x="60" y="93"/>
                      <a:pt x="45" y="106"/>
                    </a:cubicBezTo>
                    <a:cubicBezTo>
                      <a:pt x="38" y="119"/>
                      <a:pt x="30" y="119"/>
                      <a:pt x="23" y="12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46" name="Freeform 12"/>
              <p:cNvSpPr>
                <a:spLocks/>
              </p:cNvSpPr>
              <p:nvPr/>
            </p:nvSpPr>
            <p:spPr bwMode="auto">
              <a:xfrm rot="10800000">
                <a:off x="1144398" y="3676029"/>
                <a:ext cx="248982" cy="73965"/>
              </a:xfrm>
              <a:custGeom>
                <a:avLst/>
                <a:gdLst>
                  <a:gd name="T0" fmla="*/ 270 w 270"/>
                  <a:gd name="T1" fmla="*/ 80 h 80"/>
                  <a:gd name="T2" fmla="*/ 0 w 270"/>
                  <a:gd name="T3" fmla="*/ 0 h 80"/>
                </a:gdLst>
                <a:ahLst/>
                <a:cxnLst>
                  <a:cxn ang="0">
                    <a:pos x="T0" y="T1"/>
                  </a:cxn>
                  <a:cxn ang="0">
                    <a:pos x="T2" y="T3"/>
                  </a:cxn>
                </a:cxnLst>
                <a:rect l="0" t="0" r="r" b="b"/>
                <a:pathLst>
                  <a:path w="270" h="80">
                    <a:moveTo>
                      <a:pt x="270" y="80"/>
                    </a:moveTo>
                    <a:cubicBezTo>
                      <a:pt x="180" y="53"/>
                      <a:pt x="60" y="5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47" name="Freeform 13"/>
              <p:cNvSpPr>
                <a:spLocks/>
              </p:cNvSpPr>
              <p:nvPr/>
            </p:nvSpPr>
            <p:spPr bwMode="auto">
              <a:xfrm rot="10800000">
                <a:off x="1144398" y="3920113"/>
                <a:ext cx="248982" cy="73965"/>
              </a:xfrm>
              <a:custGeom>
                <a:avLst/>
                <a:gdLst>
                  <a:gd name="T0" fmla="*/ 270 w 270"/>
                  <a:gd name="T1" fmla="*/ 0 h 80"/>
                  <a:gd name="T2" fmla="*/ 0 w 270"/>
                  <a:gd name="T3" fmla="*/ 80 h 80"/>
                </a:gdLst>
                <a:ahLst/>
                <a:cxnLst>
                  <a:cxn ang="0">
                    <a:pos x="T0" y="T1"/>
                  </a:cxn>
                  <a:cxn ang="0">
                    <a:pos x="T2" y="T3"/>
                  </a:cxn>
                </a:cxnLst>
                <a:rect l="0" t="0" r="r" b="b"/>
                <a:pathLst>
                  <a:path w="270" h="80">
                    <a:moveTo>
                      <a:pt x="270" y="0"/>
                    </a:moveTo>
                    <a:cubicBezTo>
                      <a:pt x="180" y="27"/>
                      <a:pt x="60" y="27"/>
                      <a:pt x="0" y="8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48" name="Oval 17"/>
              <p:cNvSpPr>
                <a:spLocks noChangeArrowheads="1"/>
              </p:cNvSpPr>
              <p:nvPr/>
            </p:nvSpPr>
            <p:spPr bwMode="auto">
              <a:xfrm rot="10800000">
                <a:off x="1390765" y="3804543"/>
                <a:ext cx="13832" cy="61021"/>
              </a:xfrm>
              <a:prstGeom prst="ellipse">
                <a:avLst/>
              </a:pr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49" name="Freeform 18"/>
              <p:cNvSpPr>
                <a:spLocks/>
              </p:cNvSpPr>
              <p:nvPr/>
            </p:nvSpPr>
            <p:spPr bwMode="auto">
              <a:xfrm rot="10800000">
                <a:off x="1365715" y="3737050"/>
                <a:ext cx="27665" cy="208026"/>
              </a:xfrm>
              <a:custGeom>
                <a:avLst/>
                <a:gdLst>
                  <a:gd name="T0" fmla="*/ 30 w 30"/>
                  <a:gd name="T1" fmla="*/ 225 h 225"/>
                  <a:gd name="T2" fmla="*/ 30 w 30"/>
                  <a:gd name="T3" fmla="*/ 0 h 225"/>
                </a:gdLst>
                <a:ahLst/>
                <a:cxnLst>
                  <a:cxn ang="0">
                    <a:pos x="T0" y="T1"/>
                  </a:cxn>
                  <a:cxn ang="0">
                    <a:pos x="T2" y="T3"/>
                  </a:cxn>
                </a:cxnLst>
                <a:rect l="0" t="0" r="r" b="b"/>
                <a:pathLst>
                  <a:path w="30" h="225">
                    <a:moveTo>
                      <a:pt x="30" y="225"/>
                    </a:moveTo>
                    <a:cubicBezTo>
                      <a:pt x="0" y="165"/>
                      <a:pt x="0" y="106"/>
                      <a:pt x="3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50" name="Freeform 19"/>
              <p:cNvSpPr>
                <a:spLocks/>
              </p:cNvSpPr>
              <p:nvPr/>
            </p:nvSpPr>
            <p:spPr bwMode="auto">
              <a:xfrm rot="10800000">
                <a:off x="1075236" y="3627028"/>
                <a:ext cx="235150" cy="24963"/>
              </a:xfrm>
              <a:custGeom>
                <a:avLst/>
                <a:gdLst>
                  <a:gd name="T0" fmla="*/ 0 w 255"/>
                  <a:gd name="T1" fmla="*/ 0 h 27"/>
                  <a:gd name="T2" fmla="*/ 255 w 255"/>
                  <a:gd name="T3" fmla="*/ 0 h 27"/>
                </a:gdLst>
                <a:ahLst/>
                <a:cxnLst>
                  <a:cxn ang="0">
                    <a:pos x="T0" y="T1"/>
                  </a:cxn>
                  <a:cxn ang="0">
                    <a:pos x="T2" y="T3"/>
                  </a:cxn>
                </a:cxnLst>
                <a:rect l="0" t="0" r="r" b="b"/>
                <a:pathLst>
                  <a:path w="255" h="27">
                    <a:moveTo>
                      <a:pt x="0" y="0"/>
                    </a:moveTo>
                    <a:cubicBezTo>
                      <a:pt x="90" y="0"/>
                      <a:pt x="195" y="27"/>
                      <a:pt x="25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51" name="Freeform 20"/>
              <p:cNvSpPr>
                <a:spLocks/>
              </p:cNvSpPr>
              <p:nvPr/>
            </p:nvSpPr>
            <p:spPr bwMode="auto">
              <a:xfrm rot="10800000">
                <a:off x="1075236" y="4018116"/>
                <a:ext cx="235150" cy="24963"/>
              </a:xfrm>
              <a:custGeom>
                <a:avLst/>
                <a:gdLst>
                  <a:gd name="T0" fmla="*/ 0 w 255"/>
                  <a:gd name="T1" fmla="*/ 27 h 27"/>
                  <a:gd name="T2" fmla="*/ 255 w 255"/>
                  <a:gd name="T3" fmla="*/ 27 h 27"/>
                </a:gdLst>
                <a:ahLst/>
                <a:cxnLst>
                  <a:cxn ang="0">
                    <a:pos x="T0" y="T1"/>
                  </a:cxn>
                  <a:cxn ang="0">
                    <a:pos x="T2" y="T3"/>
                  </a:cxn>
                </a:cxnLst>
                <a:rect l="0" t="0" r="r" b="b"/>
                <a:pathLst>
                  <a:path w="255" h="27">
                    <a:moveTo>
                      <a:pt x="0" y="27"/>
                    </a:moveTo>
                    <a:cubicBezTo>
                      <a:pt x="90" y="27"/>
                      <a:pt x="195" y="0"/>
                      <a:pt x="255" y="2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52" name="Freeform 21"/>
              <p:cNvSpPr>
                <a:spLocks/>
              </p:cNvSpPr>
              <p:nvPr/>
            </p:nvSpPr>
            <p:spPr bwMode="auto">
              <a:xfrm rot="10800000">
                <a:off x="1033739" y="3615008"/>
                <a:ext cx="262814" cy="24963"/>
              </a:xfrm>
              <a:custGeom>
                <a:avLst/>
                <a:gdLst>
                  <a:gd name="T0" fmla="*/ 0 w 285"/>
                  <a:gd name="T1" fmla="*/ 0 h 27"/>
                  <a:gd name="T2" fmla="*/ 285 w 285"/>
                  <a:gd name="T3" fmla="*/ 0 h 27"/>
                </a:gdLst>
                <a:ahLst/>
                <a:cxnLst>
                  <a:cxn ang="0">
                    <a:pos x="T0" y="T1"/>
                  </a:cxn>
                  <a:cxn ang="0">
                    <a:pos x="T2" y="T3"/>
                  </a:cxn>
                </a:cxnLst>
                <a:rect l="0" t="0" r="r" b="b"/>
                <a:pathLst>
                  <a:path w="285" h="27">
                    <a:moveTo>
                      <a:pt x="0" y="0"/>
                    </a:moveTo>
                    <a:cubicBezTo>
                      <a:pt x="105" y="0"/>
                      <a:pt x="217" y="27"/>
                      <a:pt x="28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53" name="Freeform 22"/>
              <p:cNvSpPr>
                <a:spLocks/>
              </p:cNvSpPr>
              <p:nvPr/>
            </p:nvSpPr>
            <p:spPr bwMode="auto">
              <a:xfrm rot="10800000">
                <a:off x="1033739" y="4030136"/>
                <a:ext cx="262814" cy="24963"/>
              </a:xfrm>
              <a:custGeom>
                <a:avLst/>
                <a:gdLst>
                  <a:gd name="T0" fmla="*/ 0 w 285"/>
                  <a:gd name="T1" fmla="*/ 27 h 27"/>
                  <a:gd name="T2" fmla="*/ 285 w 285"/>
                  <a:gd name="T3" fmla="*/ 27 h 27"/>
                </a:gdLst>
                <a:ahLst/>
                <a:cxnLst>
                  <a:cxn ang="0">
                    <a:pos x="T0" y="T1"/>
                  </a:cxn>
                  <a:cxn ang="0">
                    <a:pos x="T2" y="T3"/>
                  </a:cxn>
                </a:cxnLst>
                <a:rect l="0" t="0" r="r" b="b"/>
                <a:pathLst>
                  <a:path w="285" h="27">
                    <a:moveTo>
                      <a:pt x="0" y="27"/>
                    </a:moveTo>
                    <a:cubicBezTo>
                      <a:pt x="105" y="27"/>
                      <a:pt x="217" y="0"/>
                      <a:pt x="285" y="2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54" name="Freeform 26"/>
              <p:cNvSpPr>
                <a:spLocks/>
              </p:cNvSpPr>
              <p:nvPr/>
            </p:nvSpPr>
            <p:spPr bwMode="auto">
              <a:xfrm rot="10800000">
                <a:off x="1061404" y="4060646"/>
                <a:ext cx="90371" cy="12944"/>
              </a:xfrm>
              <a:custGeom>
                <a:avLst/>
                <a:gdLst>
                  <a:gd name="T0" fmla="*/ 0 w 98"/>
                  <a:gd name="T1" fmla="*/ 7 h 14"/>
                  <a:gd name="T2" fmla="*/ 53 w 98"/>
                  <a:gd name="T3" fmla="*/ 0 h 14"/>
                  <a:gd name="T4" fmla="*/ 98 w 98"/>
                  <a:gd name="T5" fmla="*/ 7 h 14"/>
                  <a:gd name="T6" fmla="*/ 53 w 98"/>
                  <a:gd name="T7" fmla="*/ 14 h 14"/>
                  <a:gd name="T8" fmla="*/ 0 w 98"/>
                  <a:gd name="T9" fmla="*/ 7 h 14"/>
                </a:gdLst>
                <a:ahLst/>
                <a:cxnLst>
                  <a:cxn ang="0">
                    <a:pos x="T0" y="T1"/>
                  </a:cxn>
                  <a:cxn ang="0">
                    <a:pos x="T2" y="T3"/>
                  </a:cxn>
                  <a:cxn ang="0">
                    <a:pos x="T4" y="T5"/>
                  </a:cxn>
                  <a:cxn ang="0">
                    <a:pos x="T6" y="T7"/>
                  </a:cxn>
                  <a:cxn ang="0">
                    <a:pos x="T8" y="T9"/>
                  </a:cxn>
                </a:cxnLst>
                <a:rect l="0" t="0" r="r" b="b"/>
                <a:pathLst>
                  <a:path w="98" h="14">
                    <a:moveTo>
                      <a:pt x="0" y="7"/>
                    </a:moveTo>
                    <a:cubicBezTo>
                      <a:pt x="0" y="0"/>
                      <a:pt x="23" y="0"/>
                      <a:pt x="53" y="0"/>
                    </a:cubicBezTo>
                    <a:cubicBezTo>
                      <a:pt x="75" y="0"/>
                      <a:pt x="98" y="0"/>
                      <a:pt x="98" y="7"/>
                    </a:cubicBezTo>
                    <a:cubicBezTo>
                      <a:pt x="98" y="7"/>
                      <a:pt x="75" y="14"/>
                      <a:pt x="53" y="14"/>
                    </a:cubicBezTo>
                    <a:cubicBezTo>
                      <a:pt x="23" y="14"/>
                      <a:pt x="0" y="7"/>
                      <a:pt x="0" y="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55" name="Freeform 30"/>
              <p:cNvSpPr>
                <a:spLocks/>
              </p:cNvSpPr>
              <p:nvPr/>
            </p:nvSpPr>
            <p:spPr bwMode="auto">
              <a:xfrm rot="10800000">
                <a:off x="1061404" y="3596517"/>
                <a:ext cx="90371" cy="12944"/>
              </a:xfrm>
              <a:custGeom>
                <a:avLst/>
                <a:gdLst>
                  <a:gd name="T0" fmla="*/ 0 w 98"/>
                  <a:gd name="T1" fmla="*/ 7 h 14"/>
                  <a:gd name="T2" fmla="*/ 53 w 98"/>
                  <a:gd name="T3" fmla="*/ 0 h 14"/>
                  <a:gd name="T4" fmla="*/ 98 w 98"/>
                  <a:gd name="T5" fmla="*/ 7 h 14"/>
                  <a:gd name="T6" fmla="*/ 53 w 98"/>
                  <a:gd name="T7" fmla="*/ 14 h 14"/>
                  <a:gd name="T8" fmla="*/ 0 w 98"/>
                  <a:gd name="T9" fmla="*/ 7 h 14"/>
                </a:gdLst>
                <a:ahLst/>
                <a:cxnLst>
                  <a:cxn ang="0">
                    <a:pos x="T0" y="T1"/>
                  </a:cxn>
                  <a:cxn ang="0">
                    <a:pos x="T2" y="T3"/>
                  </a:cxn>
                  <a:cxn ang="0">
                    <a:pos x="T4" y="T5"/>
                  </a:cxn>
                  <a:cxn ang="0">
                    <a:pos x="T6" y="T7"/>
                  </a:cxn>
                  <a:cxn ang="0">
                    <a:pos x="T8" y="T9"/>
                  </a:cxn>
                </a:cxnLst>
                <a:rect l="0" t="0" r="r" b="b"/>
                <a:pathLst>
                  <a:path w="98" h="14">
                    <a:moveTo>
                      <a:pt x="0" y="7"/>
                    </a:moveTo>
                    <a:cubicBezTo>
                      <a:pt x="0" y="0"/>
                      <a:pt x="23" y="0"/>
                      <a:pt x="53" y="0"/>
                    </a:cubicBezTo>
                    <a:cubicBezTo>
                      <a:pt x="75" y="0"/>
                      <a:pt x="98" y="0"/>
                      <a:pt x="98" y="7"/>
                    </a:cubicBezTo>
                    <a:cubicBezTo>
                      <a:pt x="98" y="7"/>
                      <a:pt x="75" y="14"/>
                      <a:pt x="53" y="14"/>
                    </a:cubicBezTo>
                    <a:cubicBezTo>
                      <a:pt x="23" y="14"/>
                      <a:pt x="0" y="7"/>
                      <a:pt x="0" y="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56" name="Freeform 31"/>
              <p:cNvSpPr>
                <a:spLocks/>
              </p:cNvSpPr>
              <p:nvPr/>
            </p:nvSpPr>
            <p:spPr bwMode="auto">
              <a:xfrm rot="10800000">
                <a:off x="1089069" y="3651991"/>
                <a:ext cx="62707" cy="366126"/>
              </a:xfrm>
              <a:custGeom>
                <a:avLst/>
                <a:gdLst>
                  <a:gd name="T0" fmla="*/ 68 w 68"/>
                  <a:gd name="T1" fmla="*/ 396 h 396"/>
                  <a:gd name="T2" fmla="*/ 68 w 68"/>
                  <a:gd name="T3" fmla="*/ 0 h 396"/>
                </a:gdLst>
                <a:ahLst/>
                <a:cxnLst>
                  <a:cxn ang="0">
                    <a:pos x="T0" y="T1"/>
                  </a:cxn>
                  <a:cxn ang="0">
                    <a:pos x="T2" y="T3"/>
                  </a:cxn>
                </a:cxnLst>
                <a:rect l="0" t="0" r="r" b="b"/>
                <a:pathLst>
                  <a:path w="68" h="396">
                    <a:moveTo>
                      <a:pt x="68" y="396"/>
                    </a:moveTo>
                    <a:cubicBezTo>
                      <a:pt x="8" y="290"/>
                      <a:pt x="0" y="132"/>
                      <a:pt x="68"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57" name="Freeform 32"/>
              <p:cNvSpPr>
                <a:spLocks/>
              </p:cNvSpPr>
              <p:nvPr/>
            </p:nvSpPr>
            <p:spPr bwMode="auto">
              <a:xfrm rot="10800000">
                <a:off x="1075236" y="3651991"/>
                <a:ext cx="41497" cy="366126"/>
              </a:xfrm>
              <a:custGeom>
                <a:avLst/>
                <a:gdLst>
                  <a:gd name="T0" fmla="*/ 45 w 45"/>
                  <a:gd name="T1" fmla="*/ 396 h 396"/>
                  <a:gd name="T2" fmla="*/ 45 w 45"/>
                  <a:gd name="T3" fmla="*/ 0 h 396"/>
                </a:gdLst>
                <a:ahLst/>
                <a:cxnLst>
                  <a:cxn ang="0">
                    <a:pos x="T0" y="T1"/>
                  </a:cxn>
                  <a:cxn ang="0">
                    <a:pos x="T2" y="T3"/>
                  </a:cxn>
                </a:cxnLst>
                <a:rect l="0" t="0" r="r" b="b"/>
                <a:pathLst>
                  <a:path w="45" h="396">
                    <a:moveTo>
                      <a:pt x="45" y="396"/>
                    </a:moveTo>
                    <a:cubicBezTo>
                      <a:pt x="0" y="290"/>
                      <a:pt x="0" y="132"/>
                      <a:pt x="4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58" name="Freeform 33"/>
              <p:cNvSpPr>
                <a:spLocks/>
              </p:cNvSpPr>
              <p:nvPr/>
            </p:nvSpPr>
            <p:spPr bwMode="auto">
              <a:xfrm rot="10800000">
                <a:off x="895416" y="3627028"/>
                <a:ext cx="179820" cy="49002"/>
              </a:xfrm>
              <a:custGeom>
                <a:avLst/>
                <a:gdLst>
                  <a:gd name="T0" fmla="*/ 0 w 195"/>
                  <a:gd name="T1" fmla="*/ 26 h 53"/>
                  <a:gd name="T2" fmla="*/ 195 w 195"/>
                  <a:gd name="T3" fmla="*/ 0 h 53"/>
                </a:gdLst>
                <a:ahLst/>
                <a:cxnLst>
                  <a:cxn ang="0">
                    <a:pos x="T0" y="T1"/>
                  </a:cxn>
                  <a:cxn ang="0">
                    <a:pos x="T2" y="T3"/>
                  </a:cxn>
                </a:cxnLst>
                <a:rect l="0" t="0" r="r" b="b"/>
                <a:pathLst>
                  <a:path w="195" h="53">
                    <a:moveTo>
                      <a:pt x="0" y="26"/>
                    </a:moveTo>
                    <a:cubicBezTo>
                      <a:pt x="15" y="53"/>
                      <a:pt x="135" y="0"/>
                      <a:pt x="19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59" name="Freeform 34"/>
              <p:cNvSpPr>
                <a:spLocks/>
              </p:cNvSpPr>
              <p:nvPr/>
            </p:nvSpPr>
            <p:spPr bwMode="auto">
              <a:xfrm rot="10800000">
                <a:off x="895416" y="3994078"/>
                <a:ext cx="179820" cy="49002"/>
              </a:xfrm>
              <a:custGeom>
                <a:avLst/>
                <a:gdLst>
                  <a:gd name="T0" fmla="*/ 0 w 195"/>
                  <a:gd name="T1" fmla="*/ 27 h 53"/>
                  <a:gd name="T2" fmla="*/ 195 w 195"/>
                  <a:gd name="T3" fmla="*/ 53 h 53"/>
                </a:gdLst>
                <a:ahLst/>
                <a:cxnLst>
                  <a:cxn ang="0">
                    <a:pos x="T0" y="T1"/>
                  </a:cxn>
                  <a:cxn ang="0">
                    <a:pos x="T2" y="T3"/>
                  </a:cxn>
                </a:cxnLst>
                <a:rect l="0" t="0" r="r" b="b"/>
                <a:pathLst>
                  <a:path w="195" h="53">
                    <a:moveTo>
                      <a:pt x="0" y="27"/>
                    </a:moveTo>
                    <a:cubicBezTo>
                      <a:pt x="15" y="0"/>
                      <a:pt x="135" y="53"/>
                      <a:pt x="195" y="5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60" name="Freeform 35"/>
              <p:cNvSpPr>
                <a:spLocks/>
              </p:cNvSpPr>
              <p:nvPr/>
            </p:nvSpPr>
            <p:spPr bwMode="auto">
              <a:xfrm rot="10800000">
                <a:off x="895416" y="3676029"/>
                <a:ext cx="27665" cy="318049"/>
              </a:xfrm>
              <a:custGeom>
                <a:avLst/>
                <a:gdLst>
                  <a:gd name="T0" fmla="*/ 30 w 30"/>
                  <a:gd name="T1" fmla="*/ 344 h 344"/>
                  <a:gd name="T2" fmla="*/ 30 w 30"/>
                  <a:gd name="T3" fmla="*/ 0 h 344"/>
                </a:gdLst>
                <a:ahLst/>
                <a:cxnLst>
                  <a:cxn ang="0">
                    <a:pos x="T0" y="T1"/>
                  </a:cxn>
                  <a:cxn ang="0">
                    <a:pos x="T2" y="T3"/>
                  </a:cxn>
                </a:cxnLst>
                <a:rect l="0" t="0" r="r" b="b"/>
                <a:pathLst>
                  <a:path w="30" h="344">
                    <a:moveTo>
                      <a:pt x="30" y="344"/>
                    </a:moveTo>
                    <a:cubicBezTo>
                      <a:pt x="30" y="291"/>
                      <a:pt x="0" y="185"/>
                      <a:pt x="3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61" name="Freeform 36"/>
              <p:cNvSpPr>
                <a:spLocks/>
              </p:cNvSpPr>
              <p:nvPr/>
            </p:nvSpPr>
            <p:spPr bwMode="auto">
              <a:xfrm rot="10800000">
                <a:off x="218553" y="3578950"/>
                <a:ext cx="884348" cy="73040"/>
              </a:xfrm>
              <a:custGeom>
                <a:avLst/>
                <a:gdLst>
                  <a:gd name="T0" fmla="*/ 0 w 959"/>
                  <a:gd name="T1" fmla="*/ 66 h 79"/>
                  <a:gd name="T2" fmla="*/ 959 w 959"/>
                  <a:gd name="T3" fmla="*/ 0 h 79"/>
                </a:gdLst>
                <a:ahLst/>
                <a:cxnLst>
                  <a:cxn ang="0">
                    <a:pos x="T0" y="T1"/>
                  </a:cxn>
                  <a:cxn ang="0">
                    <a:pos x="T2" y="T3"/>
                  </a:cxn>
                </a:cxnLst>
                <a:rect l="0" t="0" r="r" b="b"/>
                <a:pathLst>
                  <a:path w="959" h="79">
                    <a:moveTo>
                      <a:pt x="0" y="66"/>
                    </a:moveTo>
                    <a:cubicBezTo>
                      <a:pt x="225" y="66"/>
                      <a:pt x="839" y="79"/>
                      <a:pt x="959"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62" name="Freeform 37"/>
              <p:cNvSpPr>
                <a:spLocks/>
              </p:cNvSpPr>
              <p:nvPr/>
            </p:nvSpPr>
            <p:spPr bwMode="auto">
              <a:xfrm rot="10800000">
                <a:off x="218553" y="4018116"/>
                <a:ext cx="884348" cy="73040"/>
              </a:xfrm>
              <a:custGeom>
                <a:avLst/>
                <a:gdLst>
                  <a:gd name="T0" fmla="*/ 0 w 959"/>
                  <a:gd name="T1" fmla="*/ 13 h 79"/>
                  <a:gd name="T2" fmla="*/ 959 w 959"/>
                  <a:gd name="T3" fmla="*/ 79 h 79"/>
                </a:gdLst>
                <a:ahLst/>
                <a:cxnLst>
                  <a:cxn ang="0">
                    <a:pos x="T0" y="T1"/>
                  </a:cxn>
                  <a:cxn ang="0">
                    <a:pos x="T2" y="T3"/>
                  </a:cxn>
                </a:cxnLst>
                <a:rect l="0" t="0" r="r" b="b"/>
                <a:pathLst>
                  <a:path w="959" h="79">
                    <a:moveTo>
                      <a:pt x="0" y="13"/>
                    </a:moveTo>
                    <a:cubicBezTo>
                      <a:pt x="232" y="26"/>
                      <a:pt x="839" y="0"/>
                      <a:pt x="959" y="7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63" name="Freeform 38"/>
              <p:cNvSpPr>
                <a:spLocks/>
              </p:cNvSpPr>
              <p:nvPr/>
            </p:nvSpPr>
            <p:spPr bwMode="auto">
              <a:xfrm rot="10800000">
                <a:off x="1102901" y="4067118"/>
                <a:ext cx="193653" cy="24039"/>
              </a:xfrm>
              <a:custGeom>
                <a:avLst/>
                <a:gdLst>
                  <a:gd name="T0" fmla="*/ 0 w 210"/>
                  <a:gd name="T1" fmla="*/ 26 h 26"/>
                  <a:gd name="T2" fmla="*/ 210 w 210"/>
                  <a:gd name="T3" fmla="*/ 13 h 26"/>
                </a:gdLst>
                <a:ahLst/>
                <a:cxnLst>
                  <a:cxn ang="0">
                    <a:pos x="T0" y="T1"/>
                  </a:cxn>
                  <a:cxn ang="0">
                    <a:pos x="T2" y="T3"/>
                  </a:cxn>
                </a:cxnLst>
                <a:rect l="0" t="0" r="r" b="b"/>
                <a:pathLst>
                  <a:path w="210" h="26">
                    <a:moveTo>
                      <a:pt x="0" y="26"/>
                    </a:moveTo>
                    <a:cubicBezTo>
                      <a:pt x="105" y="0"/>
                      <a:pt x="165" y="13"/>
                      <a:pt x="210" y="1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64" name="Freeform 39"/>
              <p:cNvSpPr>
                <a:spLocks/>
              </p:cNvSpPr>
              <p:nvPr/>
            </p:nvSpPr>
            <p:spPr bwMode="auto">
              <a:xfrm rot="10800000">
                <a:off x="238841" y="3651991"/>
                <a:ext cx="656575" cy="79512"/>
              </a:xfrm>
              <a:custGeom>
                <a:avLst/>
                <a:gdLst>
                  <a:gd name="T0" fmla="*/ 0 w 712"/>
                  <a:gd name="T1" fmla="*/ 60 h 86"/>
                  <a:gd name="T2" fmla="*/ 712 w 712"/>
                  <a:gd name="T3" fmla="*/ 47 h 86"/>
                </a:gdLst>
                <a:ahLst/>
                <a:cxnLst>
                  <a:cxn ang="0">
                    <a:pos x="T0" y="T1"/>
                  </a:cxn>
                  <a:cxn ang="0">
                    <a:pos x="T2" y="T3"/>
                  </a:cxn>
                </a:cxnLst>
                <a:rect l="0" t="0" r="r" b="b"/>
                <a:pathLst>
                  <a:path w="712" h="86">
                    <a:moveTo>
                      <a:pt x="0" y="60"/>
                    </a:moveTo>
                    <a:cubicBezTo>
                      <a:pt x="345" y="0"/>
                      <a:pt x="570" y="86"/>
                      <a:pt x="712" y="4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65" name="Freeform 40"/>
              <p:cNvSpPr>
                <a:spLocks/>
              </p:cNvSpPr>
              <p:nvPr/>
            </p:nvSpPr>
            <p:spPr bwMode="auto">
              <a:xfrm rot="10800000">
                <a:off x="238841" y="3945076"/>
                <a:ext cx="656575" cy="67493"/>
              </a:xfrm>
              <a:custGeom>
                <a:avLst/>
                <a:gdLst>
                  <a:gd name="T0" fmla="*/ 0 w 712"/>
                  <a:gd name="T1" fmla="*/ 20 h 73"/>
                  <a:gd name="T2" fmla="*/ 712 w 712"/>
                  <a:gd name="T3" fmla="*/ 33 h 73"/>
                </a:gdLst>
                <a:ahLst/>
                <a:cxnLst>
                  <a:cxn ang="0">
                    <a:pos x="T0" y="T1"/>
                  </a:cxn>
                  <a:cxn ang="0">
                    <a:pos x="T2" y="T3"/>
                  </a:cxn>
                </a:cxnLst>
                <a:rect l="0" t="0" r="r" b="b"/>
                <a:pathLst>
                  <a:path w="712" h="73">
                    <a:moveTo>
                      <a:pt x="0" y="20"/>
                    </a:moveTo>
                    <a:cubicBezTo>
                      <a:pt x="330" y="73"/>
                      <a:pt x="502" y="0"/>
                      <a:pt x="712" y="3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66" name="Freeform 41"/>
              <p:cNvSpPr>
                <a:spLocks/>
              </p:cNvSpPr>
              <p:nvPr/>
            </p:nvSpPr>
            <p:spPr bwMode="auto">
              <a:xfrm rot="10800000">
                <a:off x="342122" y="3566007"/>
                <a:ext cx="221317" cy="49002"/>
              </a:xfrm>
              <a:custGeom>
                <a:avLst/>
                <a:gdLst>
                  <a:gd name="T0" fmla="*/ 0 w 240"/>
                  <a:gd name="T1" fmla="*/ 26 h 53"/>
                  <a:gd name="T2" fmla="*/ 232 w 240"/>
                  <a:gd name="T3" fmla="*/ 0 h 53"/>
                </a:gdLst>
                <a:ahLst/>
                <a:cxnLst>
                  <a:cxn ang="0">
                    <a:pos x="T0" y="T1"/>
                  </a:cxn>
                  <a:cxn ang="0">
                    <a:pos x="T2" y="T3"/>
                  </a:cxn>
                </a:cxnLst>
                <a:rect l="0" t="0" r="r" b="b"/>
                <a:pathLst>
                  <a:path w="240" h="53">
                    <a:moveTo>
                      <a:pt x="0" y="26"/>
                    </a:moveTo>
                    <a:cubicBezTo>
                      <a:pt x="150" y="53"/>
                      <a:pt x="240" y="0"/>
                      <a:pt x="232"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67" name="Freeform 42"/>
              <p:cNvSpPr>
                <a:spLocks/>
              </p:cNvSpPr>
              <p:nvPr/>
            </p:nvSpPr>
            <p:spPr bwMode="auto">
              <a:xfrm rot="10800000">
                <a:off x="355955" y="4055099"/>
                <a:ext cx="214862" cy="36058"/>
              </a:xfrm>
              <a:custGeom>
                <a:avLst/>
                <a:gdLst>
                  <a:gd name="T0" fmla="*/ 0 w 233"/>
                  <a:gd name="T1" fmla="*/ 26 h 39"/>
                  <a:gd name="T2" fmla="*/ 233 w 233"/>
                  <a:gd name="T3" fmla="*/ 39 h 39"/>
                </a:gdLst>
                <a:ahLst/>
                <a:cxnLst>
                  <a:cxn ang="0">
                    <a:pos x="T0" y="T1"/>
                  </a:cxn>
                  <a:cxn ang="0">
                    <a:pos x="T2" y="T3"/>
                  </a:cxn>
                </a:cxnLst>
                <a:rect l="0" t="0" r="r" b="b"/>
                <a:pathLst>
                  <a:path w="233" h="39">
                    <a:moveTo>
                      <a:pt x="0" y="26"/>
                    </a:moveTo>
                    <a:cubicBezTo>
                      <a:pt x="83" y="0"/>
                      <a:pt x="203" y="13"/>
                      <a:pt x="233" y="3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68" name="Freeform 43"/>
              <p:cNvSpPr>
                <a:spLocks/>
              </p:cNvSpPr>
              <p:nvPr/>
            </p:nvSpPr>
            <p:spPr bwMode="auto">
              <a:xfrm rot="10800000">
                <a:off x="142014" y="3651991"/>
                <a:ext cx="76539" cy="366126"/>
              </a:xfrm>
              <a:custGeom>
                <a:avLst/>
                <a:gdLst>
                  <a:gd name="T0" fmla="*/ 0 w 83"/>
                  <a:gd name="T1" fmla="*/ 396 h 396"/>
                  <a:gd name="T2" fmla="*/ 0 w 83"/>
                  <a:gd name="T3" fmla="*/ 0 h 396"/>
                </a:gdLst>
                <a:ahLst/>
                <a:cxnLst>
                  <a:cxn ang="0">
                    <a:pos x="T0" y="T1"/>
                  </a:cxn>
                  <a:cxn ang="0">
                    <a:pos x="T2" y="T3"/>
                  </a:cxn>
                </a:cxnLst>
                <a:rect l="0" t="0" r="r" b="b"/>
                <a:pathLst>
                  <a:path w="83" h="396">
                    <a:moveTo>
                      <a:pt x="0" y="396"/>
                    </a:moveTo>
                    <a:cubicBezTo>
                      <a:pt x="83" y="317"/>
                      <a:pt x="60" y="26"/>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69" name="Freeform 44"/>
              <p:cNvSpPr>
                <a:spLocks/>
              </p:cNvSpPr>
              <p:nvPr/>
            </p:nvSpPr>
            <p:spPr bwMode="auto">
              <a:xfrm rot="10800000">
                <a:off x="260050" y="3590970"/>
                <a:ext cx="967342" cy="61021"/>
              </a:xfrm>
              <a:custGeom>
                <a:avLst/>
                <a:gdLst>
                  <a:gd name="T0" fmla="*/ 0 w 1049"/>
                  <a:gd name="T1" fmla="*/ 40 h 66"/>
                  <a:gd name="T2" fmla="*/ 1049 w 1049"/>
                  <a:gd name="T3" fmla="*/ 0 h 66"/>
                </a:gdLst>
                <a:ahLst/>
                <a:cxnLst>
                  <a:cxn ang="0">
                    <a:pos x="T0" y="T1"/>
                  </a:cxn>
                  <a:cxn ang="0">
                    <a:pos x="T2" y="T3"/>
                  </a:cxn>
                </a:cxnLst>
                <a:rect l="0" t="0" r="r" b="b"/>
                <a:pathLst>
                  <a:path w="1049" h="66">
                    <a:moveTo>
                      <a:pt x="0" y="40"/>
                    </a:moveTo>
                    <a:cubicBezTo>
                      <a:pt x="270" y="40"/>
                      <a:pt x="907" y="66"/>
                      <a:pt x="1049"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70" name="Freeform 45"/>
              <p:cNvSpPr>
                <a:spLocks/>
              </p:cNvSpPr>
              <p:nvPr/>
            </p:nvSpPr>
            <p:spPr bwMode="auto">
              <a:xfrm rot="10800000">
                <a:off x="260050" y="4015735"/>
                <a:ext cx="967342" cy="61021"/>
              </a:xfrm>
              <a:custGeom>
                <a:avLst/>
                <a:gdLst>
                  <a:gd name="T0" fmla="*/ 0 w 1049"/>
                  <a:gd name="T1" fmla="*/ 26 h 66"/>
                  <a:gd name="T2" fmla="*/ 1049 w 1049"/>
                  <a:gd name="T3" fmla="*/ 66 h 66"/>
                </a:gdLst>
                <a:ahLst/>
                <a:cxnLst>
                  <a:cxn ang="0">
                    <a:pos x="T0" y="T1"/>
                  </a:cxn>
                  <a:cxn ang="0">
                    <a:pos x="T2" y="T3"/>
                  </a:cxn>
                </a:cxnLst>
                <a:rect l="0" t="0" r="r" b="b"/>
                <a:pathLst>
                  <a:path w="1049" h="66">
                    <a:moveTo>
                      <a:pt x="0" y="26"/>
                    </a:moveTo>
                    <a:cubicBezTo>
                      <a:pt x="270" y="26"/>
                      <a:pt x="900" y="0"/>
                      <a:pt x="1049" y="6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71" name="Freeform 46"/>
              <p:cNvSpPr>
                <a:spLocks/>
              </p:cNvSpPr>
              <p:nvPr/>
            </p:nvSpPr>
            <p:spPr bwMode="auto">
              <a:xfrm rot="10800000">
                <a:off x="315380" y="3676029"/>
                <a:ext cx="26743" cy="318049"/>
              </a:xfrm>
              <a:custGeom>
                <a:avLst/>
                <a:gdLst>
                  <a:gd name="T0" fmla="*/ 0 w 29"/>
                  <a:gd name="T1" fmla="*/ 344 h 344"/>
                  <a:gd name="T2" fmla="*/ 0 w 29"/>
                  <a:gd name="T3" fmla="*/ 0 h 344"/>
                </a:gdLst>
                <a:ahLst/>
                <a:cxnLst>
                  <a:cxn ang="0">
                    <a:pos x="T0" y="T1"/>
                  </a:cxn>
                  <a:cxn ang="0">
                    <a:pos x="T2" y="T3"/>
                  </a:cxn>
                </a:cxnLst>
                <a:rect l="0" t="0" r="r" b="b"/>
                <a:pathLst>
                  <a:path w="29" h="344">
                    <a:moveTo>
                      <a:pt x="0" y="344"/>
                    </a:moveTo>
                    <a:cubicBezTo>
                      <a:pt x="29" y="264"/>
                      <a:pt x="29" y="8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72" name="Freeform 47"/>
              <p:cNvSpPr>
                <a:spLocks/>
              </p:cNvSpPr>
              <p:nvPr/>
            </p:nvSpPr>
            <p:spPr bwMode="auto">
              <a:xfrm rot="10800000">
                <a:off x="211176" y="3688048"/>
                <a:ext cx="27665" cy="294010"/>
              </a:xfrm>
              <a:custGeom>
                <a:avLst/>
                <a:gdLst>
                  <a:gd name="T0" fmla="*/ 0 w 30"/>
                  <a:gd name="T1" fmla="*/ 318 h 318"/>
                  <a:gd name="T2" fmla="*/ 0 w 30"/>
                  <a:gd name="T3" fmla="*/ 0 h 318"/>
                </a:gdLst>
                <a:ahLst/>
                <a:cxnLst>
                  <a:cxn ang="0">
                    <a:pos x="T0" y="T1"/>
                  </a:cxn>
                  <a:cxn ang="0">
                    <a:pos x="T2" y="T3"/>
                  </a:cxn>
                </a:cxnLst>
                <a:rect l="0" t="0" r="r" b="b"/>
                <a:pathLst>
                  <a:path w="30" h="318">
                    <a:moveTo>
                      <a:pt x="0" y="318"/>
                    </a:moveTo>
                    <a:cubicBezTo>
                      <a:pt x="30" y="225"/>
                      <a:pt x="22" y="67"/>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73" name="Freeform 48"/>
              <p:cNvSpPr>
                <a:spLocks/>
              </p:cNvSpPr>
              <p:nvPr/>
            </p:nvSpPr>
            <p:spPr bwMode="auto">
              <a:xfrm rot="10800000">
                <a:off x="177056" y="3645519"/>
                <a:ext cx="55329" cy="384617"/>
              </a:xfrm>
              <a:custGeom>
                <a:avLst/>
                <a:gdLst>
                  <a:gd name="T0" fmla="*/ 0 w 60"/>
                  <a:gd name="T1" fmla="*/ 416 h 416"/>
                  <a:gd name="T2" fmla="*/ 0 w 60"/>
                  <a:gd name="T3" fmla="*/ 0 h 416"/>
                </a:gdLst>
                <a:ahLst/>
                <a:cxnLst>
                  <a:cxn ang="0">
                    <a:pos x="T0" y="T1"/>
                  </a:cxn>
                  <a:cxn ang="0">
                    <a:pos x="T2" y="T3"/>
                  </a:cxn>
                </a:cxnLst>
                <a:rect l="0" t="0" r="r" b="b"/>
                <a:pathLst>
                  <a:path w="60" h="416">
                    <a:moveTo>
                      <a:pt x="0" y="416"/>
                    </a:moveTo>
                    <a:cubicBezTo>
                      <a:pt x="60" y="277"/>
                      <a:pt x="30" y="66"/>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74" name="Freeform 49"/>
              <p:cNvSpPr>
                <a:spLocks/>
              </p:cNvSpPr>
              <p:nvPr/>
            </p:nvSpPr>
            <p:spPr bwMode="auto">
              <a:xfrm rot="10800000">
                <a:off x="238841" y="3627028"/>
                <a:ext cx="35042" cy="61021"/>
              </a:xfrm>
              <a:custGeom>
                <a:avLst/>
                <a:gdLst>
                  <a:gd name="T0" fmla="*/ 0 w 38"/>
                  <a:gd name="T1" fmla="*/ 66 h 66"/>
                  <a:gd name="T2" fmla="*/ 38 w 38"/>
                  <a:gd name="T3" fmla="*/ 0 h 66"/>
                </a:gdLst>
                <a:ahLst/>
                <a:cxnLst>
                  <a:cxn ang="0">
                    <a:pos x="T0" y="T1"/>
                  </a:cxn>
                  <a:cxn ang="0">
                    <a:pos x="T2" y="T3"/>
                  </a:cxn>
                </a:cxnLst>
                <a:rect l="0" t="0" r="r" b="b"/>
                <a:pathLst>
                  <a:path w="38" h="66">
                    <a:moveTo>
                      <a:pt x="0" y="66"/>
                    </a:moveTo>
                    <a:cubicBezTo>
                      <a:pt x="0" y="66"/>
                      <a:pt x="38" y="26"/>
                      <a:pt x="38"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75" name="Freeform 50"/>
              <p:cNvSpPr>
                <a:spLocks/>
              </p:cNvSpPr>
              <p:nvPr/>
            </p:nvSpPr>
            <p:spPr bwMode="auto">
              <a:xfrm rot="10800000">
                <a:off x="238841" y="3982059"/>
                <a:ext cx="35042" cy="61021"/>
              </a:xfrm>
              <a:custGeom>
                <a:avLst/>
                <a:gdLst>
                  <a:gd name="T0" fmla="*/ 0 w 38"/>
                  <a:gd name="T1" fmla="*/ 0 h 66"/>
                  <a:gd name="T2" fmla="*/ 38 w 38"/>
                  <a:gd name="T3" fmla="*/ 66 h 66"/>
                </a:gdLst>
                <a:ahLst/>
                <a:cxnLst>
                  <a:cxn ang="0">
                    <a:pos x="T0" y="T1"/>
                  </a:cxn>
                  <a:cxn ang="0">
                    <a:pos x="T2" y="T3"/>
                  </a:cxn>
                </a:cxnLst>
                <a:rect l="0" t="0" r="r" b="b"/>
                <a:pathLst>
                  <a:path w="38" h="66">
                    <a:moveTo>
                      <a:pt x="0" y="0"/>
                    </a:moveTo>
                    <a:cubicBezTo>
                      <a:pt x="0" y="0"/>
                      <a:pt x="38" y="40"/>
                      <a:pt x="38" y="6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76" name="Freeform 51"/>
              <p:cNvSpPr>
                <a:spLocks/>
              </p:cNvSpPr>
              <p:nvPr/>
            </p:nvSpPr>
            <p:spPr bwMode="auto">
              <a:xfrm rot="10800000">
                <a:off x="155847" y="3700992"/>
                <a:ext cx="55329" cy="268122"/>
              </a:xfrm>
              <a:custGeom>
                <a:avLst/>
                <a:gdLst>
                  <a:gd name="T0" fmla="*/ 0 w 60"/>
                  <a:gd name="T1" fmla="*/ 290 h 290"/>
                  <a:gd name="T2" fmla="*/ 0 w 60"/>
                  <a:gd name="T3" fmla="*/ 0 h 290"/>
                </a:gdLst>
                <a:ahLst/>
                <a:cxnLst>
                  <a:cxn ang="0">
                    <a:pos x="T0" y="T1"/>
                  </a:cxn>
                  <a:cxn ang="0">
                    <a:pos x="T2" y="T3"/>
                  </a:cxn>
                </a:cxnLst>
                <a:rect l="0" t="0" r="r" b="b"/>
                <a:pathLst>
                  <a:path w="60" h="290">
                    <a:moveTo>
                      <a:pt x="0" y="290"/>
                    </a:moveTo>
                    <a:cubicBezTo>
                      <a:pt x="37" y="290"/>
                      <a:pt x="60" y="26"/>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77" name="Freeform 52"/>
              <p:cNvSpPr>
                <a:spLocks/>
              </p:cNvSpPr>
              <p:nvPr/>
            </p:nvSpPr>
            <p:spPr bwMode="auto">
              <a:xfrm rot="10800000">
                <a:off x="211176" y="3676029"/>
                <a:ext cx="130946" cy="24963"/>
              </a:xfrm>
              <a:custGeom>
                <a:avLst/>
                <a:gdLst>
                  <a:gd name="T0" fmla="*/ 0 w 142"/>
                  <a:gd name="T1" fmla="*/ 27 h 27"/>
                  <a:gd name="T2" fmla="*/ 142 w 142"/>
                  <a:gd name="T3" fmla="*/ 0 h 27"/>
                </a:gdLst>
                <a:ahLst/>
                <a:cxnLst>
                  <a:cxn ang="0">
                    <a:pos x="T0" y="T1"/>
                  </a:cxn>
                  <a:cxn ang="0">
                    <a:pos x="T2" y="T3"/>
                  </a:cxn>
                </a:cxnLst>
                <a:rect l="0" t="0" r="r" b="b"/>
                <a:pathLst>
                  <a:path w="142" h="27">
                    <a:moveTo>
                      <a:pt x="0" y="27"/>
                    </a:moveTo>
                    <a:cubicBezTo>
                      <a:pt x="0" y="27"/>
                      <a:pt x="142" y="27"/>
                      <a:pt x="142"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78" name="Freeform 53"/>
              <p:cNvSpPr>
                <a:spLocks/>
              </p:cNvSpPr>
              <p:nvPr/>
            </p:nvSpPr>
            <p:spPr bwMode="auto">
              <a:xfrm rot="10800000">
                <a:off x="211176" y="3969115"/>
                <a:ext cx="130946" cy="24963"/>
              </a:xfrm>
              <a:custGeom>
                <a:avLst/>
                <a:gdLst>
                  <a:gd name="T0" fmla="*/ 0 w 142"/>
                  <a:gd name="T1" fmla="*/ 0 h 27"/>
                  <a:gd name="T2" fmla="*/ 142 w 142"/>
                  <a:gd name="T3" fmla="*/ 27 h 27"/>
                </a:gdLst>
                <a:ahLst/>
                <a:cxnLst>
                  <a:cxn ang="0">
                    <a:pos x="T0" y="T1"/>
                  </a:cxn>
                  <a:cxn ang="0">
                    <a:pos x="T2" y="T3"/>
                  </a:cxn>
                </a:cxnLst>
                <a:rect l="0" t="0" r="r" b="b"/>
                <a:pathLst>
                  <a:path w="142" h="27">
                    <a:moveTo>
                      <a:pt x="0" y="0"/>
                    </a:moveTo>
                    <a:cubicBezTo>
                      <a:pt x="0" y="0"/>
                      <a:pt x="142" y="0"/>
                      <a:pt x="142" y="2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79" name="Freeform 57"/>
              <p:cNvSpPr>
                <a:spLocks/>
              </p:cNvSpPr>
              <p:nvPr/>
            </p:nvSpPr>
            <p:spPr bwMode="auto">
              <a:xfrm rot="10800000">
                <a:off x="180677" y="3825415"/>
                <a:ext cx="13832" cy="24039"/>
              </a:xfrm>
              <a:custGeom>
                <a:avLst/>
                <a:gdLst>
                  <a:gd name="T0" fmla="*/ 7 w 15"/>
                  <a:gd name="T1" fmla="*/ 26 h 26"/>
                  <a:gd name="T2" fmla="*/ 0 w 15"/>
                  <a:gd name="T3" fmla="*/ 13 h 26"/>
                  <a:gd name="T4" fmla="*/ 7 w 15"/>
                  <a:gd name="T5" fmla="*/ 0 h 26"/>
                  <a:gd name="T6" fmla="*/ 15 w 15"/>
                  <a:gd name="T7" fmla="*/ 13 h 26"/>
                  <a:gd name="T8" fmla="*/ 7 w 15"/>
                  <a:gd name="T9" fmla="*/ 26 h 26"/>
                </a:gdLst>
                <a:ahLst/>
                <a:cxnLst>
                  <a:cxn ang="0">
                    <a:pos x="T0" y="T1"/>
                  </a:cxn>
                  <a:cxn ang="0">
                    <a:pos x="T2" y="T3"/>
                  </a:cxn>
                  <a:cxn ang="0">
                    <a:pos x="T4" y="T5"/>
                  </a:cxn>
                  <a:cxn ang="0">
                    <a:pos x="T6" y="T7"/>
                  </a:cxn>
                  <a:cxn ang="0">
                    <a:pos x="T8" y="T9"/>
                  </a:cxn>
                </a:cxnLst>
                <a:rect l="0" t="0" r="r" b="b"/>
                <a:pathLst>
                  <a:path w="15" h="26">
                    <a:moveTo>
                      <a:pt x="7" y="26"/>
                    </a:moveTo>
                    <a:cubicBezTo>
                      <a:pt x="0" y="26"/>
                      <a:pt x="0" y="20"/>
                      <a:pt x="0" y="13"/>
                    </a:cubicBezTo>
                    <a:cubicBezTo>
                      <a:pt x="0" y="6"/>
                      <a:pt x="0" y="0"/>
                      <a:pt x="7" y="0"/>
                    </a:cubicBezTo>
                    <a:cubicBezTo>
                      <a:pt x="7" y="0"/>
                      <a:pt x="15" y="6"/>
                      <a:pt x="15" y="13"/>
                    </a:cubicBezTo>
                    <a:cubicBezTo>
                      <a:pt x="15" y="20"/>
                      <a:pt x="7" y="26"/>
                      <a:pt x="7" y="2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80" name="Freeform 58"/>
              <p:cNvSpPr>
                <a:spLocks/>
              </p:cNvSpPr>
              <p:nvPr/>
            </p:nvSpPr>
            <p:spPr bwMode="auto">
              <a:xfrm rot="10800000">
                <a:off x="535775" y="3688048"/>
                <a:ext cx="13832" cy="294010"/>
              </a:xfrm>
              <a:custGeom>
                <a:avLst/>
                <a:gdLst>
                  <a:gd name="T0" fmla="*/ 0 w 15"/>
                  <a:gd name="T1" fmla="*/ 318 h 318"/>
                  <a:gd name="T2" fmla="*/ 0 w 15"/>
                  <a:gd name="T3" fmla="*/ 0 h 318"/>
                </a:gdLst>
                <a:ahLst/>
                <a:cxnLst>
                  <a:cxn ang="0">
                    <a:pos x="T0" y="T1"/>
                  </a:cxn>
                  <a:cxn ang="0">
                    <a:pos x="T2" y="T3"/>
                  </a:cxn>
                </a:cxnLst>
                <a:rect l="0" t="0" r="r" b="b"/>
                <a:pathLst>
                  <a:path w="15" h="318">
                    <a:moveTo>
                      <a:pt x="0" y="318"/>
                    </a:moveTo>
                    <a:cubicBezTo>
                      <a:pt x="15" y="271"/>
                      <a:pt x="15" y="4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81" name="Freeform 59"/>
              <p:cNvSpPr>
                <a:spLocks/>
              </p:cNvSpPr>
              <p:nvPr/>
            </p:nvSpPr>
            <p:spPr bwMode="auto">
              <a:xfrm rot="10800000">
                <a:off x="452781" y="3590970"/>
                <a:ext cx="588335" cy="110023"/>
              </a:xfrm>
              <a:custGeom>
                <a:avLst/>
                <a:gdLst>
                  <a:gd name="T0" fmla="*/ 638 w 638"/>
                  <a:gd name="T1" fmla="*/ 80 h 119"/>
                  <a:gd name="T2" fmla="*/ 0 w 638"/>
                  <a:gd name="T3" fmla="*/ 119 h 119"/>
                </a:gdLst>
                <a:ahLst/>
                <a:cxnLst>
                  <a:cxn ang="0">
                    <a:pos x="T0" y="T1"/>
                  </a:cxn>
                  <a:cxn ang="0">
                    <a:pos x="T2" y="T3"/>
                  </a:cxn>
                </a:cxnLst>
                <a:rect l="0" t="0" r="r" b="b"/>
                <a:pathLst>
                  <a:path w="638" h="119">
                    <a:moveTo>
                      <a:pt x="638" y="80"/>
                    </a:moveTo>
                    <a:cubicBezTo>
                      <a:pt x="518" y="14"/>
                      <a:pt x="0" y="0"/>
                      <a:pt x="0" y="11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82" name="Freeform 60"/>
              <p:cNvSpPr>
                <a:spLocks/>
              </p:cNvSpPr>
              <p:nvPr/>
            </p:nvSpPr>
            <p:spPr bwMode="auto">
              <a:xfrm rot="10800000">
                <a:off x="446326" y="3966734"/>
                <a:ext cx="594791" cy="110023"/>
              </a:xfrm>
              <a:custGeom>
                <a:avLst/>
                <a:gdLst>
                  <a:gd name="T0" fmla="*/ 645 w 645"/>
                  <a:gd name="T1" fmla="*/ 39 h 119"/>
                  <a:gd name="T2" fmla="*/ 0 w 645"/>
                  <a:gd name="T3" fmla="*/ 0 h 119"/>
                </a:gdLst>
                <a:ahLst/>
                <a:cxnLst>
                  <a:cxn ang="0">
                    <a:pos x="T0" y="T1"/>
                  </a:cxn>
                  <a:cxn ang="0">
                    <a:pos x="T2" y="T3"/>
                  </a:cxn>
                </a:cxnLst>
                <a:rect l="0" t="0" r="r" b="b"/>
                <a:pathLst>
                  <a:path w="645" h="119">
                    <a:moveTo>
                      <a:pt x="645" y="39"/>
                    </a:moveTo>
                    <a:cubicBezTo>
                      <a:pt x="525" y="105"/>
                      <a:pt x="0" y="119"/>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83" name="Freeform 61"/>
              <p:cNvSpPr>
                <a:spLocks/>
              </p:cNvSpPr>
              <p:nvPr/>
            </p:nvSpPr>
            <p:spPr bwMode="auto">
              <a:xfrm rot="10800000">
                <a:off x="452781" y="3615008"/>
                <a:ext cx="580958" cy="12019"/>
              </a:xfrm>
              <a:custGeom>
                <a:avLst/>
                <a:gdLst>
                  <a:gd name="T0" fmla="*/ 630 w 630"/>
                  <a:gd name="T1" fmla="*/ 0 h 13"/>
                  <a:gd name="T2" fmla="*/ 0 w 630"/>
                  <a:gd name="T3" fmla="*/ 13 h 13"/>
                </a:gdLst>
                <a:ahLst/>
                <a:cxnLst>
                  <a:cxn ang="0">
                    <a:pos x="T0" y="T1"/>
                  </a:cxn>
                  <a:cxn ang="0">
                    <a:pos x="T2" y="T3"/>
                  </a:cxn>
                </a:cxnLst>
                <a:rect l="0" t="0" r="r" b="b"/>
                <a:pathLst>
                  <a:path w="630" h="13">
                    <a:moveTo>
                      <a:pt x="630" y="0"/>
                    </a:moveTo>
                    <a:cubicBezTo>
                      <a:pt x="510" y="13"/>
                      <a:pt x="270" y="13"/>
                      <a:pt x="0" y="1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84" name="Freeform 62"/>
              <p:cNvSpPr>
                <a:spLocks/>
              </p:cNvSpPr>
              <p:nvPr/>
            </p:nvSpPr>
            <p:spPr bwMode="auto">
              <a:xfrm rot="10800000">
                <a:off x="446326" y="4043079"/>
                <a:ext cx="580958" cy="12019"/>
              </a:xfrm>
              <a:custGeom>
                <a:avLst/>
                <a:gdLst>
                  <a:gd name="T0" fmla="*/ 630 w 630"/>
                  <a:gd name="T1" fmla="*/ 13 h 13"/>
                  <a:gd name="T2" fmla="*/ 0 w 630"/>
                  <a:gd name="T3" fmla="*/ 0 h 13"/>
                </a:gdLst>
                <a:ahLst/>
                <a:cxnLst>
                  <a:cxn ang="0">
                    <a:pos x="T0" y="T1"/>
                  </a:cxn>
                  <a:cxn ang="0">
                    <a:pos x="T2" y="T3"/>
                  </a:cxn>
                </a:cxnLst>
                <a:rect l="0" t="0" r="r" b="b"/>
                <a:pathLst>
                  <a:path w="630" h="13">
                    <a:moveTo>
                      <a:pt x="630" y="13"/>
                    </a:moveTo>
                    <a:cubicBezTo>
                      <a:pt x="510" y="0"/>
                      <a:pt x="270" y="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85" name="Freeform 63"/>
              <p:cNvSpPr>
                <a:spLocks/>
              </p:cNvSpPr>
              <p:nvPr/>
            </p:nvSpPr>
            <p:spPr bwMode="auto">
              <a:xfrm rot="10800000">
                <a:off x="480446" y="3627028"/>
                <a:ext cx="525629" cy="61021"/>
              </a:xfrm>
              <a:custGeom>
                <a:avLst/>
                <a:gdLst>
                  <a:gd name="T0" fmla="*/ 570 w 570"/>
                  <a:gd name="T1" fmla="*/ 66 h 66"/>
                  <a:gd name="T2" fmla="*/ 0 w 570"/>
                  <a:gd name="T3" fmla="*/ 66 h 66"/>
                </a:gdLst>
                <a:ahLst/>
                <a:cxnLst>
                  <a:cxn ang="0">
                    <a:pos x="T0" y="T1"/>
                  </a:cxn>
                  <a:cxn ang="0">
                    <a:pos x="T2" y="T3"/>
                  </a:cxn>
                </a:cxnLst>
                <a:rect l="0" t="0" r="r" b="b"/>
                <a:pathLst>
                  <a:path w="570" h="66">
                    <a:moveTo>
                      <a:pt x="570" y="66"/>
                    </a:moveTo>
                    <a:cubicBezTo>
                      <a:pt x="420" y="0"/>
                      <a:pt x="37" y="26"/>
                      <a:pt x="0" y="6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86" name="Freeform 64"/>
              <p:cNvSpPr>
                <a:spLocks/>
              </p:cNvSpPr>
              <p:nvPr/>
            </p:nvSpPr>
            <p:spPr bwMode="auto">
              <a:xfrm rot="10800000">
                <a:off x="480446" y="3627028"/>
                <a:ext cx="525629" cy="0"/>
              </a:xfrm>
              <a:custGeom>
                <a:avLst/>
                <a:gdLst>
                  <a:gd name="T0" fmla="*/ 570 w 570"/>
                  <a:gd name="T1" fmla="*/ 0 w 570"/>
                </a:gdLst>
                <a:ahLst/>
                <a:cxnLst>
                  <a:cxn ang="0">
                    <a:pos x="T0" y="0"/>
                  </a:cxn>
                  <a:cxn ang="0">
                    <a:pos x="T1" y="0"/>
                  </a:cxn>
                </a:cxnLst>
                <a:rect l="0" t="0" r="r" b="b"/>
                <a:pathLst>
                  <a:path w="570">
                    <a:moveTo>
                      <a:pt x="570" y="0"/>
                    </a:moveTo>
                    <a:cubicBezTo>
                      <a:pt x="360" y="0"/>
                      <a:pt x="90" y="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87" name="Freeform 65"/>
              <p:cNvSpPr>
                <a:spLocks/>
              </p:cNvSpPr>
              <p:nvPr/>
            </p:nvSpPr>
            <p:spPr bwMode="auto">
              <a:xfrm rot="10800000">
                <a:off x="770925" y="3615008"/>
                <a:ext cx="21210" cy="49002"/>
              </a:xfrm>
              <a:custGeom>
                <a:avLst/>
                <a:gdLst>
                  <a:gd name="T0" fmla="*/ 23 w 23"/>
                  <a:gd name="T1" fmla="*/ 0 h 53"/>
                  <a:gd name="T2" fmla="*/ 0 w 23"/>
                  <a:gd name="T3" fmla="*/ 53 h 53"/>
                </a:gdLst>
                <a:ahLst/>
                <a:cxnLst>
                  <a:cxn ang="0">
                    <a:pos x="T0" y="T1"/>
                  </a:cxn>
                  <a:cxn ang="0">
                    <a:pos x="T2" y="T3"/>
                  </a:cxn>
                </a:cxnLst>
                <a:rect l="0" t="0" r="r" b="b"/>
                <a:pathLst>
                  <a:path w="23" h="53">
                    <a:moveTo>
                      <a:pt x="23" y="0"/>
                    </a:moveTo>
                    <a:cubicBezTo>
                      <a:pt x="15" y="13"/>
                      <a:pt x="0" y="40"/>
                      <a:pt x="0" y="5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88" name="Freeform 66"/>
              <p:cNvSpPr>
                <a:spLocks/>
              </p:cNvSpPr>
              <p:nvPr/>
            </p:nvSpPr>
            <p:spPr bwMode="auto">
              <a:xfrm rot="10800000">
                <a:off x="736805" y="3615008"/>
                <a:ext cx="13832" cy="49002"/>
              </a:xfrm>
              <a:custGeom>
                <a:avLst/>
                <a:gdLst>
                  <a:gd name="T0" fmla="*/ 15 w 15"/>
                  <a:gd name="T1" fmla="*/ 0 h 53"/>
                  <a:gd name="T2" fmla="*/ 0 w 15"/>
                  <a:gd name="T3" fmla="*/ 53 h 53"/>
                </a:gdLst>
                <a:ahLst/>
                <a:cxnLst>
                  <a:cxn ang="0">
                    <a:pos x="T0" y="T1"/>
                  </a:cxn>
                  <a:cxn ang="0">
                    <a:pos x="T2" y="T3"/>
                  </a:cxn>
                </a:cxnLst>
                <a:rect l="0" t="0" r="r" b="b"/>
                <a:pathLst>
                  <a:path w="15" h="53">
                    <a:moveTo>
                      <a:pt x="15" y="0"/>
                    </a:moveTo>
                    <a:cubicBezTo>
                      <a:pt x="15" y="13"/>
                      <a:pt x="8" y="40"/>
                      <a:pt x="0" y="5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89" name="Freeform 67"/>
              <p:cNvSpPr>
                <a:spLocks/>
              </p:cNvSpPr>
              <p:nvPr/>
            </p:nvSpPr>
            <p:spPr bwMode="auto">
              <a:xfrm rot="10800000">
                <a:off x="757092" y="3590970"/>
                <a:ext cx="27665" cy="73040"/>
              </a:xfrm>
              <a:custGeom>
                <a:avLst/>
                <a:gdLst>
                  <a:gd name="T0" fmla="*/ 30 w 30"/>
                  <a:gd name="T1" fmla="*/ 0 h 79"/>
                  <a:gd name="T2" fmla="*/ 0 w 30"/>
                  <a:gd name="T3" fmla="*/ 79 h 79"/>
                </a:gdLst>
                <a:ahLst/>
                <a:cxnLst>
                  <a:cxn ang="0">
                    <a:pos x="T0" y="T1"/>
                  </a:cxn>
                  <a:cxn ang="0">
                    <a:pos x="T2" y="T3"/>
                  </a:cxn>
                </a:cxnLst>
                <a:rect l="0" t="0" r="r" b="b"/>
                <a:pathLst>
                  <a:path w="30" h="79">
                    <a:moveTo>
                      <a:pt x="30" y="0"/>
                    </a:moveTo>
                    <a:cubicBezTo>
                      <a:pt x="22" y="26"/>
                      <a:pt x="7" y="66"/>
                      <a:pt x="0" y="7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90" name="Freeform 92"/>
              <p:cNvSpPr>
                <a:spLocks/>
              </p:cNvSpPr>
              <p:nvPr/>
            </p:nvSpPr>
            <p:spPr bwMode="auto">
              <a:xfrm rot="10800000">
                <a:off x="487823" y="3979678"/>
                <a:ext cx="525629" cy="61021"/>
              </a:xfrm>
              <a:custGeom>
                <a:avLst/>
                <a:gdLst>
                  <a:gd name="T0" fmla="*/ 570 w 570"/>
                  <a:gd name="T1" fmla="*/ 0 h 66"/>
                  <a:gd name="T2" fmla="*/ 0 w 570"/>
                  <a:gd name="T3" fmla="*/ 0 h 66"/>
                </a:gdLst>
                <a:ahLst/>
                <a:cxnLst>
                  <a:cxn ang="0">
                    <a:pos x="T0" y="T1"/>
                  </a:cxn>
                  <a:cxn ang="0">
                    <a:pos x="T2" y="T3"/>
                  </a:cxn>
                </a:cxnLst>
                <a:rect l="0" t="0" r="r" b="b"/>
                <a:pathLst>
                  <a:path w="570" h="66">
                    <a:moveTo>
                      <a:pt x="570" y="0"/>
                    </a:moveTo>
                    <a:cubicBezTo>
                      <a:pt x="420" y="66"/>
                      <a:pt x="38" y="3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91" name="Freeform 93"/>
              <p:cNvSpPr>
                <a:spLocks/>
              </p:cNvSpPr>
              <p:nvPr/>
            </p:nvSpPr>
            <p:spPr bwMode="auto">
              <a:xfrm rot="10800000">
                <a:off x="487823" y="4043079"/>
                <a:ext cx="525629" cy="0"/>
              </a:xfrm>
              <a:custGeom>
                <a:avLst/>
                <a:gdLst>
                  <a:gd name="T0" fmla="*/ 570 w 570"/>
                  <a:gd name="T1" fmla="*/ 0 w 570"/>
                </a:gdLst>
                <a:ahLst/>
                <a:cxnLst>
                  <a:cxn ang="0">
                    <a:pos x="T0" y="0"/>
                  </a:cxn>
                  <a:cxn ang="0">
                    <a:pos x="T1" y="0"/>
                  </a:cxn>
                </a:cxnLst>
                <a:rect l="0" t="0" r="r" b="b"/>
                <a:pathLst>
                  <a:path w="570">
                    <a:moveTo>
                      <a:pt x="570" y="0"/>
                    </a:moveTo>
                    <a:cubicBezTo>
                      <a:pt x="360" y="0"/>
                      <a:pt x="90" y="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92" name="Freeform 94"/>
              <p:cNvSpPr>
                <a:spLocks/>
              </p:cNvSpPr>
              <p:nvPr/>
            </p:nvSpPr>
            <p:spPr bwMode="auto">
              <a:xfrm rot="10800000">
                <a:off x="778302" y="4006097"/>
                <a:ext cx="20287" cy="49002"/>
              </a:xfrm>
              <a:custGeom>
                <a:avLst/>
                <a:gdLst>
                  <a:gd name="T0" fmla="*/ 22 w 22"/>
                  <a:gd name="T1" fmla="*/ 53 h 53"/>
                  <a:gd name="T2" fmla="*/ 0 w 22"/>
                  <a:gd name="T3" fmla="*/ 0 h 53"/>
                </a:gdLst>
                <a:ahLst/>
                <a:cxnLst>
                  <a:cxn ang="0">
                    <a:pos x="T0" y="T1"/>
                  </a:cxn>
                  <a:cxn ang="0">
                    <a:pos x="T2" y="T3"/>
                  </a:cxn>
                </a:cxnLst>
                <a:rect l="0" t="0" r="r" b="b"/>
                <a:pathLst>
                  <a:path w="22" h="53">
                    <a:moveTo>
                      <a:pt x="22" y="53"/>
                    </a:moveTo>
                    <a:cubicBezTo>
                      <a:pt x="15" y="33"/>
                      <a:pt x="0" y="1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93" name="Freeform 95"/>
              <p:cNvSpPr>
                <a:spLocks/>
              </p:cNvSpPr>
              <p:nvPr/>
            </p:nvSpPr>
            <p:spPr bwMode="auto">
              <a:xfrm rot="10800000">
                <a:off x="743260" y="4006097"/>
                <a:ext cx="13832" cy="49002"/>
              </a:xfrm>
              <a:custGeom>
                <a:avLst/>
                <a:gdLst>
                  <a:gd name="T0" fmla="*/ 15 w 15"/>
                  <a:gd name="T1" fmla="*/ 53 h 53"/>
                  <a:gd name="T2" fmla="*/ 0 w 15"/>
                  <a:gd name="T3" fmla="*/ 0 h 53"/>
                </a:gdLst>
                <a:ahLst/>
                <a:cxnLst>
                  <a:cxn ang="0">
                    <a:pos x="T0" y="T1"/>
                  </a:cxn>
                  <a:cxn ang="0">
                    <a:pos x="T2" y="T3"/>
                  </a:cxn>
                </a:cxnLst>
                <a:rect l="0" t="0" r="r" b="b"/>
                <a:pathLst>
                  <a:path w="15" h="53">
                    <a:moveTo>
                      <a:pt x="15" y="53"/>
                    </a:moveTo>
                    <a:cubicBezTo>
                      <a:pt x="15" y="33"/>
                      <a:pt x="7" y="1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94" name="Freeform 96"/>
              <p:cNvSpPr>
                <a:spLocks/>
              </p:cNvSpPr>
              <p:nvPr/>
            </p:nvSpPr>
            <p:spPr bwMode="auto">
              <a:xfrm rot="10800000">
                <a:off x="762089" y="4006466"/>
                <a:ext cx="27665" cy="72000"/>
              </a:xfrm>
              <a:custGeom>
                <a:avLst/>
                <a:gdLst>
                  <a:gd name="T0" fmla="*/ 30 w 30"/>
                  <a:gd name="T1" fmla="*/ 86 h 86"/>
                  <a:gd name="T2" fmla="*/ 0 w 30"/>
                  <a:gd name="T3" fmla="*/ 0 h 86"/>
                </a:gdLst>
                <a:ahLst/>
                <a:cxnLst>
                  <a:cxn ang="0">
                    <a:pos x="T0" y="T1"/>
                  </a:cxn>
                  <a:cxn ang="0">
                    <a:pos x="T2" y="T3"/>
                  </a:cxn>
                </a:cxnLst>
                <a:rect l="0" t="0" r="r" b="b"/>
                <a:pathLst>
                  <a:path w="30" h="86">
                    <a:moveTo>
                      <a:pt x="30" y="86"/>
                    </a:moveTo>
                    <a:cubicBezTo>
                      <a:pt x="23" y="60"/>
                      <a:pt x="8" y="1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95" name="Freeform 121"/>
              <p:cNvSpPr>
                <a:spLocks/>
              </p:cNvSpPr>
              <p:nvPr/>
            </p:nvSpPr>
            <p:spPr bwMode="auto">
              <a:xfrm rot="10800000">
                <a:off x="840086" y="3639971"/>
                <a:ext cx="193653" cy="36058"/>
              </a:xfrm>
              <a:custGeom>
                <a:avLst/>
                <a:gdLst>
                  <a:gd name="T0" fmla="*/ 0 w 210"/>
                  <a:gd name="T1" fmla="*/ 39 h 39"/>
                  <a:gd name="T2" fmla="*/ 210 w 210"/>
                  <a:gd name="T3" fmla="*/ 0 h 39"/>
                </a:gdLst>
                <a:ahLst/>
                <a:cxnLst>
                  <a:cxn ang="0">
                    <a:pos x="T0" y="T1"/>
                  </a:cxn>
                  <a:cxn ang="0">
                    <a:pos x="T2" y="T3"/>
                  </a:cxn>
                </a:cxnLst>
                <a:rect l="0" t="0" r="r" b="b"/>
                <a:pathLst>
                  <a:path w="210" h="39">
                    <a:moveTo>
                      <a:pt x="0" y="39"/>
                    </a:moveTo>
                    <a:cubicBezTo>
                      <a:pt x="60" y="26"/>
                      <a:pt x="150" y="0"/>
                      <a:pt x="21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96" name="Freeform 122"/>
              <p:cNvSpPr>
                <a:spLocks/>
              </p:cNvSpPr>
              <p:nvPr/>
            </p:nvSpPr>
            <p:spPr bwMode="auto">
              <a:xfrm rot="10800000">
                <a:off x="840086" y="3994078"/>
                <a:ext cx="193653" cy="36058"/>
              </a:xfrm>
              <a:custGeom>
                <a:avLst/>
                <a:gdLst>
                  <a:gd name="T0" fmla="*/ 0 w 210"/>
                  <a:gd name="T1" fmla="*/ 0 h 39"/>
                  <a:gd name="T2" fmla="*/ 210 w 210"/>
                  <a:gd name="T3" fmla="*/ 39 h 39"/>
                </a:gdLst>
                <a:ahLst/>
                <a:cxnLst>
                  <a:cxn ang="0">
                    <a:pos x="T0" y="T1"/>
                  </a:cxn>
                  <a:cxn ang="0">
                    <a:pos x="T2" y="T3"/>
                  </a:cxn>
                </a:cxnLst>
                <a:rect l="0" t="0" r="r" b="b"/>
                <a:pathLst>
                  <a:path w="210" h="39">
                    <a:moveTo>
                      <a:pt x="0" y="0"/>
                    </a:moveTo>
                    <a:cubicBezTo>
                      <a:pt x="60" y="13"/>
                      <a:pt x="150" y="39"/>
                      <a:pt x="210" y="3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97" name="Freeform 123"/>
              <p:cNvSpPr>
                <a:spLocks/>
              </p:cNvSpPr>
              <p:nvPr/>
            </p:nvSpPr>
            <p:spPr bwMode="auto">
              <a:xfrm rot="10800000">
                <a:off x="964577" y="3553987"/>
                <a:ext cx="41497" cy="55474"/>
              </a:xfrm>
              <a:custGeom>
                <a:avLst/>
                <a:gdLst>
                  <a:gd name="T0" fmla="*/ 45 w 45"/>
                  <a:gd name="T1" fmla="*/ 53 h 60"/>
                  <a:gd name="T2" fmla="*/ 0 w 45"/>
                  <a:gd name="T3" fmla="*/ 0 h 60"/>
                </a:gdLst>
                <a:ahLst/>
                <a:cxnLst>
                  <a:cxn ang="0">
                    <a:pos x="T0" y="T1"/>
                  </a:cxn>
                  <a:cxn ang="0">
                    <a:pos x="T2" y="T3"/>
                  </a:cxn>
                </a:cxnLst>
                <a:rect l="0" t="0" r="r" b="b"/>
                <a:pathLst>
                  <a:path w="45" h="60">
                    <a:moveTo>
                      <a:pt x="45" y="53"/>
                    </a:moveTo>
                    <a:cubicBezTo>
                      <a:pt x="30" y="60"/>
                      <a:pt x="7" y="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98" name="Freeform 124"/>
              <p:cNvSpPr>
                <a:spLocks/>
              </p:cNvSpPr>
              <p:nvPr/>
            </p:nvSpPr>
            <p:spPr bwMode="auto">
              <a:xfrm rot="10800000">
                <a:off x="964577" y="3560459"/>
                <a:ext cx="41497" cy="73040"/>
              </a:xfrm>
              <a:custGeom>
                <a:avLst/>
                <a:gdLst>
                  <a:gd name="T0" fmla="*/ 0 w 45"/>
                  <a:gd name="T1" fmla="*/ 26 h 79"/>
                  <a:gd name="T2" fmla="*/ 45 w 45"/>
                  <a:gd name="T3" fmla="*/ 79 h 79"/>
                </a:gdLst>
                <a:ahLst/>
                <a:cxnLst>
                  <a:cxn ang="0">
                    <a:pos x="T0" y="T1"/>
                  </a:cxn>
                  <a:cxn ang="0">
                    <a:pos x="T2" y="T3"/>
                  </a:cxn>
                </a:cxnLst>
                <a:rect l="0" t="0" r="r" b="b"/>
                <a:pathLst>
                  <a:path w="45" h="79">
                    <a:moveTo>
                      <a:pt x="0" y="26"/>
                    </a:moveTo>
                    <a:cubicBezTo>
                      <a:pt x="30" y="0"/>
                      <a:pt x="45" y="73"/>
                      <a:pt x="45" y="7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99" name="Freeform 125"/>
              <p:cNvSpPr>
                <a:spLocks/>
              </p:cNvSpPr>
              <p:nvPr/>
            </p:nvSpPr>
            <p:spPr bwMode="auto">
              <a:xfrm rot="10800000">
                <a:off x="950745" y="3560459"/>
                <a:ext cx="41497" cy="73040"/>
              </a:xfrm>
              <a:custGeom>
                <a:avLst/>
                <a:gdLst>
                  <a:gd name="T0" fmla="*/ 0 w 45"/>
                  <a:gd name="T1" fmla="*/ 13 h 79"/>
                  <a:gd name="T2" fmla="*/ 30 w 45"/>
                  <a:gd name="T3" fmla="*/ 79 h 79"/>
                </a:gdLst>
                <a:ahLst/>
                <a:cxnLst>
                  <a:cxn ang="0">
                    <a:pos x="T0" y="T1"/>
                  </a:cxn>
                  <a:cxn ang="0">
                    <a:pos x="T2" y="T3"/>
                  </a:cxn>
                </a:cxnLst>
                <a:rect l="0" t="0" r="r" b="b"/>
                <a:pathLst>
                  <a:path w="45" h="79">
                    <a:moveTo>
                      <a:pt x="0" y="13"/>
                    </a:moveTo>
                    <a:cubicBezTo>
                      <a:pt x="15" y="0"/>
                      <a:pt x="45" y="79"/>
                      <a:pt x="30" y="7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00" name="Freeform 126"/>
              <p:cNvSpPr>
                <a:spLocks/>
              </p:cNvSpPr>
              <p:nvPr/>
            </p:nvSpPr>
            <p:spPr bwMode="auto">
              <a:xfrm rot="10800000">
                <a:off x="964577" y="4055099"/>
                <a:ext cx="41497" cy="61021"/>
              </a:xfrm>
              <a:custGeom>
                <a:avLst/>
                <a:gdLst>
                  <a:gd name="T0" fmla="*/ 45 w 45"/>
                  <a:gd name="T1" fmla="*/ 13 h 66"/>
                  <a:gd name="T2" fmla="*/ 0 w 45"/>
                  <a:gd name="T3" fmla="*/ 66 h 66"/>
                </a:gdLst>
                <a:ahLst/>
                <a:cxnLst>
                  <a:cxn ang="0">
                    <a:pos x="T0" y="T1"/>
                  </a:cxn>
                  <a:cxn ang="0">
                    <a:pos x="T2" y="T3"/>
                  </a:cxn>
                </a:cxnLst>
                <a:rect l="0" t="0" r="r" b="b"/>
                <a:pathLst>
                  <a:path w="45" h="66">
                    <a:moveTo>
                      <a:pt x="45" y="13"/>
                    </a:moveTo>
                    <a:cubicBezTo>
                      <a:pt x="30" y="0"/>
                      <a:pt x="7" y="66"/>
                      <a:pt x="0" y="6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01" name="Freeform 127"/>
              <p:cNvSpPr>
                <a:spLocks/>
              </p:cNvSpPr>
              <p:nvPr/>
            </p:nvSpPr>
            <p:spPr bwMode="auto">
              <a:xfrm rot="10800000">
                <a:off x="964577" y="4030136"/>
                <a:ext cx="41497" cy="73965"/>
              </a:xfrm>
              <a:custGeom>
                <a:avLst/>
                <a:gdLst>
                  <a:gd name="T0" fmla="*/ 0 w 45"/>
                  <a:gd name="T1" fmla="*/ 53 h 80"/>
                  <a:gd name="T2" fmla="*/ 45 w 45"/>
                  <a:gd name="T3" fmla="*/ 0 h 80"/>
                </a:gdLst>
                <a:ahLst/>
                <a:cxnLst>
                  <a:cxn ang="0">
                    <a:pos x="T0" y="T1"/>
                  </a:cxn>
                  <a:cxn ang="0">
                    <a:pos x="T2" y="T3"/>
                  </a:cxn>
                </a:cxnLst>
                <a:rect l="0" t="0" r="r" b="b"/>
                <a:pathLst>
                  <a:path w="45" h="80">
                    <a:moveTo>
                      <a:pt x="0" y="53"/>
                    </a:moveTo>
                    <a:cubicBezTo>
                      <a:pt x="30" y="80"/>
                      <a:pt x="45" y="0"/>
                      <a:pt x="4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02" name="Freeform 128"/>
              <p:cNvSpPr>
                <a:spLocks/>
              </p:cNvSpPr>
              <p:nvPr/>
            </p:nvSpPr>
            <p:spPr bwMode="auto">
              <a:xfrm rot="10800000">
                <a:off x="950745" y="4030136"/>
                <a:ext cx="41497" cy="73965"/>
              </a:xfrm>
              <a:custGeom>
                <a:avLst/>
                <a:gdLst>
                  <a:gd name="T0" fmla="*/ 0 w 45"/>
                  <a:gd name="T1" fmla="*/ 60 h 80"/>
                  <a:gd name="T2" fmla="*/ 30 w 45"/>
                  <a:gd name="T3" fmla="*/ 0 h 80"/>
                </a:gdLst>
                <a:ahLst/>
                <a:cxnLst>
                  <a:cxn ang="0">
                    <a:pos x="T0" y="T1"/>
                  </a:cxn>
                  <a:cxn ang="0">
                    <a:pos x="T2" y="T3"/>
                  </a:cxn>
                </a:cxnLst>
                <a:rect l="0" t="0" r="r" b="b"/>
                <a:pathLst>
                  <a:path w="45" h="80">
                    <a:moveTo>
                      <a:pt x="0" y="60"/>
                    </a:moveTo>
                    <a:cubicBezTo>
                      <a:pt x="15" y="80"/>
                      <a:pt x="45" y="0"/>
                      <a:pt x="3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03" name="Rectangle 69"/>
              <p:cNvSpPr>
                <a:spLocks noChangeArrowheads="1"/>
              </p:cNvSpPr>
              <p:nvPr/>
            </p:nvSpPr>
            <p:spPr bwMode="auto">
              <a:xfrm rot="10800000">
                <a:off x="788249" y="4063770"/>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04" name="Rectangle 69"/>
              <p:cNvSpPr>
                <a:spLocks noChangeArrowheads="1"/>
              </p:cNvSpPr>
              <p:nvPr/>
            </p:nvSpPr>
            <p:spPr bwMode="auto">
              <a:xfrm rot="10800000">
                <a:off x="816174" y="4063770"/>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05" name="Rectangle 69"/>
              <p:cNvSpPr>
                <a:spLocks noChangeArrowheads="1"/>
              </p:cNvSpPr>
              <p:nvPr/>
            </p:nvSpPr>
            <p:spPr bwMode="auto">
              <a:xfrm rot="10800000">
                <a:off x="788265" y="3592348"/>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06" name="Rectangle 69"/>
              <p:cNvSpPr>
                <a:spLocks noChangeArrowheads="1"/>
              </p:cNvSpPr>
              <p:nvPr/>
            </p:nvSpPr>
            <p:spPr bwMode="auto">
              <a:xfrm rot="10800000">
                <a:off x="816190" y="3592348"/>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07" name="Rectangle 69"/>
              <p:cNvSpPr>
                <a:spLocks noChangeArrowheads="1"/>
              </p:cNvSpPr>
              <p:nvPr/>
            </p:nvSpPr>
            <p:spPr bwMode="auto">
              <a:xfrm rot="10800000">
                <a:off x="535879" y="4059024"/>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08" name="Rectangle 69"/>
              <p:cNvSpPr>
                <a:spLocks noChangeArrowheads="1"/>
              </p:cNvSpPr>
              <p:nvPr/>
            </p:nvSpPr>
            <p:spPr bwMode="auto">
              <a:xfrm rot="10800000">
                <a:off x="563804" y="4059024"/>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09" name="Rectangle 69"/>
              <p:cNvSpPr>
                <a:spLocks noChangeArrowheads="1"/>
              </p:cNvSpPr>
              <p:nvPr/>
            </p:nvSpPr>
            <p:spPr bwMode="auto">
              <a:xfrm rot="10800000">
                <a:off x="535895" y="3597126"/>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410" name="Rectangle 69"/>
              <p:cNvSpPr>
                <a:spLocks noChangeArrowheads="1"/>
              </p:cNvSpPr>
              <p:nvPr/>
            </p:nvSpPr>
            <p:spPr bwMode="auto">
              <a:xfrm rot="10800000">
                <a:off x="563820" y="3597126"/>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grpSp>
        <p:sp>
          <p:nvSpPr>
            <p:cNvPr id="256" name="流程图: 联系 403"/>
            <p:cNvSpPr/>
            <p:nvPr/>
          </p:nvSpPr>
          <p:spPr>
            <a:xfrm>
              <a:off x="1455044" y="2251534"/>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57" name="流程图: 联系 403"/>
            <p:cNvSpPr/>
            <p:nvPr/>
          </p:nvSpPr>
          <p:spPr>
            <a:xfrm>
              <a:off x="1463014" y="2185171"/>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58" name="流程图: 联系 403"/>
            <p:cNvSpPr/>
            <p:nvPr/>
          </p:nvSpPr>
          <p:spPr>
            <a:xfrm>
              <a:off x="1460684" y="2119023"/>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59" name="流程图: 联系 403"/>
            <p:cNvSpPr/>
            <p:nvPr/>
          </p:nvSpPr>
          <p:spPr>
            <a:xfrm>
              <a:off x="1445527" y="2068431"/>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60" name="矩形 259"/>
            <p:cNvSpPr/>
            <p:nvPr/>
          </p:nvSpPr>
          <p:spPr>
            <a:xfrm>
              <a:off x="740699" y="2001560"/>
              <a:ext cx="763276" cy="332133"/>
            </a:xfrm>
            <a:prstGeom prst="rect">
              <a:avLst/>
            </a:prstGeom>
            <a:noFill/>
            <a:ln w="1905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grpSp>
          <p:nvGrpSpPr>
            <p:cNvPr id="261" name="组合 260"/>
            <p:cNvGrpSpPr/>
            <p:nvPr/>
          </p:nvGrpSpPr>
          <p:grpSpPr>
            <a:xfrm>
              <a:off x="746766" y="2373017"/>
              <a:ext cx="754621" cy="297837"/>
              <a:chOff x="142014" y="3553987"/>
              <a:chExt cx="1320528" cy="562133"/>
            </a:xfrm>
          </p:grpSpPr>
          <p:sp>
            <p:nvSpPr>
              <p:cNvPr id="267" name="Freeform 5"/>
              <p:cNvSpPr>
                <a:spLocks/>
              </p:cNvSpPr>
              <p:nvPr/>
            </p:nvSpPr>
            <p:spPr bwMode="auto">
              <a:xfrm rot="10800000">
                <a:off x="1296554" y="3602989"/>
                <a:ext cx="165988" cy="464129"/>
              </a:xfrm>
              <a:custGeom>
                <a:avLst/>
                <a:gdLst>
                  <a:gd name="T0" fmla="*/ 180 w 180"/>
                  <a:gd name="T1" fmla="*/ 502 h 502"/>
                  <a:gd name="T2" fmla="*/ 180 w 180"/>
                  <a:gd name="T3" fmla="*/ 0 h 502"/>
                </a:gdLst>
                <a:ahLst/>
                <a:cxnLst>
                  <a:cxn ang="0">
                    <a:pos x="T0" y="T1"/>
                  </a:cxn>
                  <a:cxn ang="0">
                    <a:pos x="T2" y="T3"/>
                  </a:cxn>
                </a:cxnLst>
                <a:rect l="0" t="0" r="r" b="b"/>
                <a:pathLst>
                  <a:path w="180" h="502">
                    <a:moveTo>
                      <a:pt x="180" y="502"/>
                    </a:moveTo>
                    <a:cubicBezTo>
                      <a:pt x="15" y="396"/>
                      <a:pt x="0" y="132"/>
                      <a:pt x="18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68" name="Freeform 6"/>
              <p:cNvSpPr>
                <a:spLocks/>
              </p:cNvSpPr>
              <p:nvPr/>
            </p:nvSpPr>
            <p:spPr bwMode="auto">
              <a:xfrm rot="10800000">
                <a:off x="1102901" y="3578950"/>
                <a:ext cx="193653" cy="24039"/>
              </a:xfrm>
              <a:custGeom>
                <a:avLst/>
                <a:gdLst>
                  <a:gd name="T0" fmla="*/ 0 w 210"/>
                  <a:gd name="T1" fmla="*/ 0 h 26"/>
                  <a:gd name="T2" fmla="*/ 210 w 210"/>
                  <a:gd name="T3" fmla="*/ 13 h 26"/>
                </a:gdLst>
                <a:ahLst/>
                <a:cxnLst>
                  <a:cxn ang="0">
                    <a:pos x="T0" y="T1"/>
                  </a:cxn>
                  <a:cxn ang="0">
                    <a:pos x="T2" y="T3"/>
                  </a:cxn>
                </a:cxnLst>
                <a:rect l="0" t="0" r="r" b="b"/>
                <a:pathLst>
                  <a:path w="210" h="26">
                    <a:moveTo>
                      <a:pt x="0" y="0"/>
                    </a:moveTo>
                    <a:cubicBezTo>
                      <a:pt x="105" y="26"/>
                      <a:pt x="165" y="13"/>
                      <a:pt x="210" y="1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69" name="Freeform 7"/>
              <p:cNvSpPr>
                <a:spLocks/>
              </p:cNvSpPr>
              <p:nvPr/>
            </p:nvSpPr>
            <p:spPr bwMode="auto">
              <a:xfrm rot="10800000">
                <a:off x="1372170" y="3725031"/>
                <a:ext cx="48874" cy="220045"/>
              </a:xfrm>
              <a:custGeom>
                <a:avLst/>
                <a:gdLst>
                  <a:gd name="T0" fmla="*/ 53 w 53"/>
                  <a:gd name="T1" fmla="*/ 238 h 238"/>
                  <a:gd name="T2" fmla="*/ 53 w 53"/>
                  <a:gd name="T3" fmla="*/ 0 h 238"/>
                </a:gdLst>
                <a:ahLst/>
                <a:cxnLst>
                  <a:cxn ang="0">
                    <a:pos x="T0" y="T1"/>
                  </a:cxn>
                  <a:cxn ang="0">
                    <a:pos x="T2" y="T3"/>
                  </a:cxn>
                </a:cxnLst>
                <a:rect l="0" t="0" r="r" b="b"/>
                <a:pathLst>
                  <a:path w="53" h="238">
                    <a:moveTo>
                      <a:pt x="53" y="238"/>
                    </a:moveTo>
                    <a:cubicBezTo>
                      <a:pt x="0" y="185"/>
                      <a:pt x="0" y="79"/>
                      <a:pt x="53"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70" name="Freeform 8"/>
              <p:cNvSpPr>
                <a:spLocks/>
              </p:cNvSpPr>
              <p:nvPr/>
            </p:nvSpPr>
            <p:spPr bwMode="auto">
              <a:xfrm rot="10800000">
                <a:off x="1282721" y="3615008"/>
                <a:ext cx="110659" cy="122042"/>
              </a:xfrm>
              <a:custGeom>
                <a:avLst/>
                <a:gdLst>
                  <a:gd name="T0" fmla="*/ 48 w 256"/>
                  <a:gd name="T1" fmla="*/ 32 h 320"/>
                  <a:gd name="T2" fmla="*/ 96 w 256"/>
                  <a:gd name="T3" fmla="*/ 160 h 320"/>
                  <a:gd name="T4" fmla="*/ 176 w 256"/>
                  <a:gd name="T5" fmla="*/ 272 h 320"/>
                  <a:gd name="T6" fmla="*/ 192 w 256"/>
                  <a:gd name="T7" fmla="*/ 208 h 320"/>
                  <a:gd name="T8" fmla="*/ 96 w 256"/>
                  <a:gd name="T9" fmla="*/ 64 h 320"/>
                  <a:gd name="T10" fmla="*/ 48 w 256"/>
                  <a:gd name="T11" fmla="*/ 32 h 320"/>
                </a:gdLst>
                <a:ahLst/>
                <a:cxnLst>
                  <a:cxn ang="0">
                    <a:pos x="T0" y="T1"/>
                  </a:cxn>
                  <a:cxn ang="0">
                    <a:pos x="T2" y="T3"/>
                  </a:cxn>
                  <a:cxn ang="0">
                    <a:pos x="T4" y="T5"/>
                  </a:cxn>
                  <a:cxn ang="0">
                    <a:pos x="T6" y="T7"/>
                  </a:cxn>
                  <a:cxn ang="0">
                    <a:pos x="T8" y="T9"/>
                  </a:cxn>
                  <a:cxn ang="0">
                    <a:pos x="T10" y="T11"/>
                  </a:cxn>
                </a:cxnLst>
                <a:rect l="0" t="0" r="r" b="b"/>
                <a:pathLst>
                  <a:path w="256" h="320">
                    <a:moveTo>
                      <a:pt x="48" y="32"/>
                    </a:moveTo>
                    <a:cubicBezTo>
                      <a:pt x="0" y="0"/>
                      <a:pt x="80" y="128"/>
                      <a:pt x="96" y="160"/>
                    </a:cubicBezTo>
                    <a:cubicBezTo>
                      <a:pt x="96" y="208"/>
                      <a:pt x="144" y="256"/>
                      <a:pt x="176" y="272"/>
                    </a:cubicBezTo>
                    <a:cubicBezTo>
                      <a:pt x="256" y="320"/>
                      <a:pt x="208" y="224"/>
                      <a:pt x="192" y="208"/>
                    </a:cubicBezTo>
                    <a:cubicBezTo>
                      <a:pt x="160" y="160"/>
                      <a:pt x="128" y="112"/>
                      <a:pt x="96" y="64"/>
                    </a:cubicBezTo>
                    <a:cubicBezTo>
                      <a:pt x="80" y="48"/>
                      <a:pt x="64" y="48"/>
                      <a:pt x="48" y="32"/>
                    </a:cubicBezTo>
                  </a:path>
                </a:pathLst>
              </a:custGeom>
              <a:solidFill>
                <a:srgbClr val="FFFFFF"/>
              </a:solidFill>
              <a:ln w="3175">
                <a:solidFill>
                  <a:schemeClr val="tx1"/>
                </a:solidFill>
                <a:prstDash val="solid"/>
                <a:round/>
                <a:headEnd/>
                <a:tailEnd/>
              </a:ln>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71" name="Freeform 9"/>
              <p:cNvSpPr>
                <a:spLocks/>
              </p:cNvSpPr>
              <p:nvPr/>
            </p:nvSpPr>
            <p:spPr bwMode="auto">
              <a:xfrm rot="10800000">
                <a:off x="1282721" y="3615008"/>
                <a:ext cx="110659" cy="122042"/>
              </a:xfrm>
              <a:custGeom>
                <a:avLst/>
                <a:gdLst>
                  <a:gd name="T0" fmla="*/ 23 w 120"/>
                  <a:gd name="T1" fmla="*/ 13 h 132"/>
                  <a:gd name="T2" fmla="*/ 45 w 120"/>
                  <a:gd name="T3" fmla="*/ 66 h 132"/>
                  <a:gd name="T4" fmla="*/ 82 w 120"/>
                  <a:gd name="T5" fmla="*/ 112 h 132"/>
                  <a:gd name="T6" fmla="*/ 90 w 120"/>
                  <a:gd name="T7" fmla="*/ 86 h 132"/>
                  <a:gd name="T8" fmla="*/ 45 w 120"/>
                  <a:gd name="T9" fmla="*/ 26 h 132"/>
                  <a:gd name="T10" fmla="*/ 23 w 120"/>
                  <a:gd name="T11" fmla="*/ 13 h 132"/>
                </a:gdLst>
                <a:ahLst/>
                <a:cxnLst>
                  <a:cxn ang="0">
                    <a:pos x="T0" y="T1"/>
                  </a:cxn>
                  <a:cxn ang="0">
                    <a:pos x="T2" y="T3"/>
                  </a:cxn>
                  <a:cxn ang="0">
                    <a:pos x="T4" y="T5"/>
                  </a:cxn>
                  <a:cxn ang="0">
                    <a:pos x="T6" y="T7"/>
                  </a:cxn>
                  <a:cxn ang="0">
                    <a:pos x="T8" y="T9"/>
                  </a:cxn>
                  <a:cxn ang="0">
                    <a:pos x="T10" y="T11"/>
                  </a:cxn>
                </a:cxnLst>
                <a:rect l="0" t="0" r="r" b="b"/>
                <a:pathLst>
                  <a:path w="120" h="132">
                    <a:moveTo>
                      <a:pt x="23" y="13"/>
                    </a:moveTo>
                    <a:cubicBezTo>
                      <a:pt x="0" y="0"/>
                      <a:pt x="38" y="53"/>
                      <a:pt x="45" y="66"/>
                    </a:cubicBezTo>
                    <a:cubicBezTo>
                      <a:pt x="45" y="86"/>
                      <a:pt x="68" y="105"/>
                      <a:pt x="82" y="112"/>
                    </a:cubicBezTo>
                    <a:cubicBezTo>
                      <a:pt x="120" y="132"/>
                      <a:pt x="97" y="92"/>
                      <a:pt x="90" y="86"/>
                    </a:cubicBezTo>
                    <a:cubicBezTo>
                      <a:pt x="75" y="66"/>
                      <a:pt x="60" y="46"/>
                      <a:pt x="45" y="26"/>
                    </a:cubicBezTo>
                    <a:cubicBezTo>
                      <a:pt x="38" y="19"/>
                      <a:pt x="30" y="19"/>
                      <a:pt x="23" y="1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72" name="Freeform 10"/>
              <p:cNvSpPr>
                <a:spLocks/>
              </p:cNvSpPr>
              <p:nvPr/>
            </p:nvSpPr>
            <p:spPr bwMode="auto">
              <a:xfrm rot="10800000">
                <a:off x="1282721" y="3933057"/>
                <a:ext cx="110659" cy="122042"/>
              </a:xfrm>
              <a:custGeom>
                <a:avLst/>
                <a:gdLst>
                  <a:gd name="T0" fmla="*/ 48 w 256"/>
                  <a:gd name="T1" fmla="*/ 304 h 320"/>
                  <a:gd name="T2" fmla="*/ 96 w 256"/>
                  <a:gd name="T3" fmla="*/ 160 h 320"/>
                  <a:gd name="T4" fmla="*/ 176 w 256"/>
                  <a:gd name="T5" fmla="*/ 64 h 320"/>
                  <a:gd name="T6" fmla="*/ 192 w 256"/>
                  <a:gd name="T7" fmla="*/ 128 h 320"/>
                  <a:gd name="T8" fmla="*/ 96 w 256"/>
                  <a:gd name="T9" fmla="*/ 256 h 320"/>
                  <a:gd name="T10" fmla="*/ 48 w 256"/>
                  <a:gd name="T11" fmla="*/ 304 h 320"/>
                </a:gdLst>
                <a:ahLst/>
                <a:cxnLst>
                  <a:cxn ang="0">
                    <a:pos x="T0" y="T1"/>
                  </a:cxn>
                  <a:cxn ang="0">
                    <a:pos x="T2" y="T3"/>
                  </a:cxn>
                  <a:cxn ang="0">
                    <a:pos x="T4" y="T5"/>
                  </a:cxn>
                  <a:cxn ang="0">
                    <a:pos x="T6" y="T7"/>
                  </a:cxn>
                  <a:cxn ang="0">
                    <a:pos x="T8" y="T9"/>
                  </a:cxn>
                  <a:cxn ang="0">
                    <a:pos x="T10" y="T11"/>
                  </a:cxn>
                </a:cxnLst>
                <a:rect l="0" t="0" r="r" b="b"/>
                <a:pathLst>
                  <a:path w="256" h="320">
                    <a:moveTo>
                      <a:pt x="48" y="304"/>
                    </a:moveTo>
                    <a:cubicBezTo>
                      <a:pt x="0" y="320"/>
                      <a:pt x="80" y="208"/>
                      <a:pt x="96" y="160"/>
                    </a:cubicBezTo>
                    <a:cubicBezTo>
                      <a:pt x="112" y="112"/>
                      <a:pt x="144" y="80"/>
                      <a:pt x="176" y="64"/>
                    </a:cubicBezTo>
                    <a:cubicBezTo>
                      <a:pt x="256" y="0"/>
                      <a:pt x="208" y="112"/>
                      <a:pt x="192" y="128"/>
                    </a:cubicBezTo>
                    <a:cubicBezTo>
                      <a:pt x="160" y="160"/>
                      <a:pt x="128" y="224"/>
                      <a:pt x="96" y="256"/>
                    </a:cubicBezTo>
                    <a:cubicBezTo>
                      <a:pt x="80" y="288"/>
                      <a:pt x="64" y="288"/>
                      <a:pt x="48" y="304"/>
                    </a:cubicBezTo>
                  </a:path>
                </a:pathLst>
              </a:custGeom>
              <a:solidFill>
                <a:srgbClr val="FFFFFF"/>
              </a:solidFill>
              <a:ln w="3175">
                <a:solidFill>
                  <a:schemeClr val="tx1"/>
                </a:solidFill>
                <a:prstDash val="solid"/>
                <a:round/>
                <a:headEnd/>
                <a:tailEnd/>
              </a:ln>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73" name="Freeform 11"/>
              <p:cNvSpPr>
                <a:spLocks/>
              </p:cNvSpPr>
              <p:nvPr/>
            </p:nvSpPr>
            <p:spPr bwMode="auto">
              <a:xfrm rot="10800000">
                <a:off x="1282721" y="3933057"/>
                <a:ext cx="110659" cy="122042"/>
              </a:xfrm>
              <a:custGeom>
                <a:avLst/>
                <a:gdLst>
                  <a:gd name="T0" fmla="*/ 23 w 120"/>
                  <a:gd name="T1" fmla="*/ 126 h 132"/>
                  <a:gd name="T2" fmla="*/ 45 w 120"/>
                  <a:gd name="T3" fmla="*/ 66 h 132"/>
                  <a:gd name="T4" fmla="*/ 82 w 120"/>
                  <a:gd name="T5" fmla="*/ 27 h 132"/>
                  <a:gd name="T6" fmla="*/ 90 w 120"/>
                  <a:gd name="T7" fmla="*/ 53 h 132"/>
                  <a:gd name="T8" fmla="*/ 45 w 120"/>
                  <a:gd name="T9" fmla="*/ 106 h 132"/>
                  <a:gd name="T10" fmla="*/ 23 w 120"/>
                  <a:gd name="T11" fmla="*/ 126 h 132"/>
                </a:gdLst>
                <a:ahLst/>
                <a:cxnLst>
                  <a:cxn ang="0">
                    <a:pos x="T0" y="T1"/>
                  </a:cxn>
                  <a:cxn ang="0">
                    <a:pos x="T2" y="T3"/>
                  </a:cxn>
                  <a:cxn ang="0">
                    <a:pos x="T4" y="T5"/>
                  </a:cxn>
                  <a:cxn ang="0">
                    <a:pos x="T6" y="T7"/>
                  </a:cxn>
                  <a:cxn ang="0">
                    <a:pos x="T8" y="T9"/>
                  </a:cxn>
                  <a:cxn ang="0">
                    <a:pos x="T10" y="T11"/>
                  </a:cxn>
                </a:cxnLst>
                <a:rect l="0" t="0" r="r" b="b"/>
                <a:pathLst>
                  <a:path w="120" h="132">
                    <a:moveTo>
                      <a:pt x="23" y="126"/>
                    </a:moveTo>
                    <a:cubicBezTo>
                      <a:pt x="0" y="132"/>
                      <a:pt x="38" y="86"/>
                      <a:pt x="45" y="66"/>
                    </a:cubicBezTo>
                    <a:cubicBezTo>
                      <a:pt x="53" y="46"/>
                      <a:pt x="68" y="33"/>
                      <a:pt x="82" y="27"/>
                    </a:cubicBezTo>
                    <a:cubicBezTo>
                      <a:pt x="120" y="0"/>
                      <a:pt x="97" y="46"/>
                      <a:pt x="90" y="53"/>
                    </a:cubicBezTo>
                    <a:cubicBezTo>
                      <a:pt x="75" y="66"/>
                      <a:pt x="60" y="93"/>
                      <a:pt x="45" y="106"/>
                    </a:cubicBezTo>
                    <a:cubicBezTo>
                      <a:pt x="38" y="119"/>
                      <a:pt x="30" y="119"/>
                      <a:pt x="23" y="12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74" name="Freeform 12"/>
              <p:cNvSpPr>
                <a:spLocks/>
              </p:cNvSpPr>
              <p:nvPr/>
            </p:nvSpPr>
            <p:spPr bwMode="auto">
              <a:xfrm rot="10800000">
                <a:off x="1144398" y="3676029"/>
                <a:ext cx="248982" cy="73965"/>
              </a:xfrm>
              <a:custGeom>
                <a:avLst/>
                <a:gdLst>
                  <a:gd name="T0" fmla="*/ 270 w 270"/>
                  <a:gd name="T1" fmla="*/ 80 h 80"/>
                  <a:gd name="T2" fmla="*/ 0 w 270"/>
                  <a:gd name="T3" fmla="*/ 0 h 80"/>
                </a:gdLst>
                <a:ahLst/>
                <a:cxnLst>
                  <a:cxn ang="0">
                    <a:pos x="T0" y="T1"/>
                  </a:cxn>
                  <a:cxn ang="0">
                    <a:pos x="T2" y="T3"/>
                  </a:cxn>
                </a:cxnLst>
                <a:rect l="0" t="0" r="r" b="b"/>
                <a:pathLst>
                  <a:path w="270" h="80">
                    <a:moveTo>
                      <a:pt x="270" y="80"/>
                    </a:moveTo>
                    <a:cubicBezTo>
                      <a:pt x="180" y="53"/>
                      <a:pt x="60" y="5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75" name="Freeform 13"/>
              <p:cNvSpPr>
                <a:spLocks/>
              </p:cNvSpPr>
              <p:nvPr/>
            </p:nvSpPr>
            <p:spPr bwMode="auto">
              <a:xfrm rot="10800000">
                <a:off x="1144398" y="3920113"/>
                <a:ext cx="248982" cy="73965"/>
              </a:xfrm>
              <a:custGeom>
                <a:avLst/>
                <a:gdLst>
                  <a:gd name="T0" fmla="*/ 270 w 270"/>
                  <a:gd name="T1" fmla="*/ 0 h 80"/>
                  <a:gd name="T2" fmla="*/ 0 w 270"/>
                  <a:gd name="T3" fmla="*/ 80 h 80"/>
                </a:gdLst>
                <a:ahLst/>
                <a:cxnLst>
                  <a:cxn ang="0">
                    <a:pos x="T0" y="T1"/>
                  </a:cxn>
                  <a:cxn ang="0">
                    <a:pos x="T2" y="T3"/>
                  </a:cxn>
                </a:cxnLst>
                <a:rect l="0" t="0" r="r" b="b"/>
                <a:pathLst>
                  <a:path w="270" h="80">
                    <a:moveTo>
                      <a:pt x="270" y="0"/>
                    </a:moveTo>
                    <a:cubicBezTo>
                      <a:pt x="180" y="27"/>
                      <a:pt x="60" y="27"/>
                      <a:pt x="0" y="8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76" name="Oval 17"/>
              <p:cNvSpPr>
                <a:spLocks noChangeArrowheads="1"/>
              </p:cNvSpPr>
              <p:nvPr/>
            </p:nvSpPr>
            <p:spPr bwMode="auto">
              <a:xfrm rot="10800000">
                <a:off x="1390765" y="3804543"/>
                <a:ext cx="13832" cy="61021"/>
              </a:xfrm>
              <a:prstGeom prst="ellipse">
                <a:avLst/>
              </a:pr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77" name="Freeform 18"/>
              <p:cNvSpPr>
                <a:spLocks/>
              </p:cNvSpPr>
              <p:nvPr/>
            </p:nvSpPr>
            <p:spPr bwMode="auto">
              <a:xfrm rot="10800000">
                <a:off x="1365715" y="3737050"/>
                <a:ext cx="27665" cy="208026"/>
              </a:xfrm>
              <a:custGeom>
                <a:avLst/>
                <a:gdLst>
                  <a:gd name="T0" fmla="*/ 30 w 30"/>
                  <a:gd name="T1" fmla="*/ 225 h 225"/>
                  <a:gd name="T2" fmla="*/ 30 w 30"/>
                  <a:gd name="T3" fmla="*/ 0 h 225"/>
                </a:gdLst>
                <a:ahLst/>
                <a:cxnLst>
                  <a:cxn ang="0">
                    <a:pos x="T0" y="T1"/>
                  </a:cxn>
                  <a:cxn ang="0">
                    <a:pos x="T2" y="T3"/>
                  </a:cxn>
                </a:cxnLst>
                <a:rect l="0" t="0" r="r" b="b"/>
                <a:pathLst>
                  <a:path w="30" h="225">
                    <a:moveTo>
                      <a:pt x="30" y="225"/>
                    </a:moveTo>
                    <a:cubicBezTo>
                      <a:pt x="0" y="165"/>
                      <a:pt x="0" y="106"/>
                      <a:pt x="3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78" name="Freeform 19"/>
              <p:cNvSpPr>
                <a:spLocks/>
              </p:cNvSpPr>
              <p:nvPr/>
            </p:nvSpPr>
            <p:spPr bwMode="auto">
              <a:xfrm rot="10800000">
                <a:off x="1075236" y="3627028"/>
                <a:ext cx="235150" cy="24963"/>
              </a:xfrm>
              <a:custGeom>
                <a:avLst/>
                <a:gdLst>
                  <a:gd name="T0" fmla="*/ 0 w 255"/>
                  <a:gd name="T1" fmla="*/ 0 h 27"/>
                  <a:gd name="T2" fmla="*/ 255 w 255"/>
                  <a:gd name="T3" fmla="*/ 0 h 27"/>
                </a:gdLst>
                <a:ahLst/>
                <a:cxnLst>
                  <a:cxn ang="0">
                    <a:pos x="T0" y="T1"/>
                  </a:cxn>
                  <a:cxn ang="0">
                    <a:pos x="T2" y="T3"/>
                  </a:cxn>
                </a:cxnLst>
                <a:rect l="0" t="0" r="r" b="b"/>
                <a:pathLst>
                  <a:path w="255" h="27">
                    <a:moveTo>
                      <a:pt x="0" y="0"/>
                    </a:moveTo>
                    <a:cubicBezTo>
                      <a:pt x="90" y="0"/>
                      <a:pt x="195" y="27"/>
                      <a:pt x="25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79" name="Freeform 20"/>
              <p:cNvSpPr>
                <a:spLocks/>
              </p:cNvSpPr>
              <p:nvPr/>
            </p:nvSpPr>
            <p:spPr bwMode="auto">
              <a:xfrm rot="10800000">
                <a:off x="1075236" y="4018116"/>
                <a:ext cx="235150" cy="24963"/>
              </a:xfrm>
              <a:custGeom>
                <a:avLst/>
                <a:gdLst>
                  <a:gd name="T0" fmla="*/ 0 w 255"/>
                  <a:gd name="T1" fmla="*/ 27 h 27"/>
                  <a:gd name="T2" fmla="*/ 255 w 255"/>
                  <a:gd name="T3" fmla="*/ 27 h 27"/>
                </a:gdLst>
                <a:ahLst/>
                <a:cxnLst>
                  <a:cxn ang="0">
                    <a:pos x="T0" y="T1"/>
                  </a:cxn>
                  <a:cxn ang="0">
                    <a:pos x="T2" y="T3"/>
                  </a:cxn>
                </a:cxnLst>
                <a:rect l="0" t="0" r="r" b="b"/>
                <a:pathLst>
                  <a:path w="255" h="27">
                    <a:moveTo>
                      <a:pt x="0" y="27"/>
                    </a:moveTo>
                    <a:cubicBezTo>
                      <a:pt x="90" y="27"/>
                      <a:pt x="195" y="0"/>
                      <a:pt x="255" y="2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80" name="Freeform 21"/>
              <p:cNvSpPr>
                <a:spLocks/>
              </p:cNvSpPr>
              <p:nvPr/>
            </p:nvSpPr>
            <p:spPr bwMode="auto">
              <a:xfrm rot="10800000">
                <a:off x="1033739" y="3615008"/>
                <a:ext cx="262814" cy="24963"/>
              </a:xfrm>
              <a:custGeom>
                <a:avLst/>
                <a:gdLst>
                  <a:gd name="T0" fmla="*/ 0 w 285"/>
                  <a:gd name="T1" fmla="*/ 0 h 27"/>
                  <a:gd name="T2" fmla="*/ 285 w 285"/>
                  <a:gd name="T3" fmla="*/ 0 h 27"/>
                </a:gdLst>
                <a:ahLst/>
                <a:cxnLst>
                  <a:cxn ang="0">
                    <a:pos x="T0" y="T1"/>
                  </a:cxn>
                  <a:cxn ang="0">
                    <a:pos x="T2" y="T3"/>
                  </a:cxn>
                </a:cxnLst>
                <a:rect l="0" t="0" r="r" b="b"/>
                <a:pathLst>
                  <a:path w="285" h="27">
                    <a:moveTo>
                      <a:pt x="0" y="0"/>
                    </a:moveTo>
                    <a:cubicBezTo>
                      <a:pt x="105" y="0"/>
                      <a:pt x="217" y="27"/>
                      <a:pt x="28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81" name="Freeform 22"/>
              <p:cNvSpPr>
                <a:spLocks/>
              </p:cNvSpPr>
              <p:nvPr/>
            </p:nvSpPr>
            <p:spPr bwMode="auto">
              <a:xfrm rot="10800000">
                <a:off x="1033739" y="4030136"/>
                <a:ext cx="262814" cy="24963"/>
              </a:xfrm>
              <a:custGeom>
                <a:avLst/>
                <a:gdLst>
                  <a:gd name="T0" fmla="*/ 0 w 285"/>
                  <a:gd name="T1" fmla="*/ 27 h 27"/>
                  <a:gd name="T2" fmla="*/ 285 w 285"/>
                  <a:gd name="T3" fmla="*/ 27 h 27"/>
                </a:gdLst>
                <a:ahLst/>
                <a:cxnLst>
                  <a:cxn ang="0">
                    <a:pos x="T0" y="T1"/>
                  </a:cxn>
                  <a:cxn ang="0">
                    <a:pos x="T2" y="T3"/>
                  </a:cxn>
                </a:cxnLst>
                <a:rect l="0" t="0" r="r" b="b"/>
                <a:pathLst>
                  <a:path w="285" h="27">
                    <a:moveTo>
                      <a:pt x="0" y="27"/>
                    </a:moveTo>
                    <a:cubicBezTo>
                      <a:pt x="105" y="27"/>
                      <a:pt x="217" y="0"/>
                      <a:pt x="285" y="2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82" name="Freeform 26"/>
              <p:cNvSpPr>
                <a:spLocks/>
              </p:cNvSpPr>
              <p:nvPr/>
            </p:nvSpPr>
            <p:spPr bwMode="auto">
              <a:xfrm rot="10800000">
                <a:off x="1061404" y="4060646"/>
                <a:ext cx="90371" cy="12944"/>
              </a:xfrm>
              <a:custGeom>
                <a:avLst/>
                <a:gdLst>
                  <a:gd name="T0" fmla="*/ 0 w 98"/>
                  <a:gd name="T1" fmla="*/ 7 h 14"/>
                  <a:gd name="T2" fmla="*/ 53 w 98"/>
                  <a:gd name="T3" fmla="*/ 0 h 14"/>
                  <a:gd name="T4" fmla="*/ 98 w 98"/>
                  <a:gd name="T5" fmla="*/ 7 h 14"/>
                  <a:gd name="T6" fmla="*/ 53 w 98"/>
                  <a:gd name="T7" fmla="*/ 14 h 14"/>
                  <a:gd name="T8" fmla="*/ 0 w 98"/>
                  <a:gd name="T9" fmla="*/ 7 h 14"/>
                </a:gdLst>
                <a:ahLst/>
                <a:cxnLst>
                  <a:cxn ang="0">
                    <a:pos x="T0" y="T1"/>
                  </a:cxn>
                  <a:cxn ang="0">
                    <a:pos x="T2" y="T3"/>
                  </a:cxn>
                  <a:cxn ang="0">
                    <a:pos x="T4" y="T5"/>
                  </a:cxn>
                  <a:cxn ang="0">
                    <a:pos x="T6" y="T7"/>
                  </a:cxn>
                  <a:cxn ang="0">
                    <a:pos x="T8" y="T9"/>
                  </a:cxn>
                </a:cxnLst>
                <a:rect l="0" t="0" r="r" b="b"/>
                <a:pathLst>
                  <a:path w="98" h="14">
                    <a:moveTo>
                      <a:pt x="0" y="7"/>
                    </a:moveTo>
                    <a:cubicBezTo>
                      <a:pt x="0" y="0"/>
                      <a:pt x="23" y="0"/>
                      <a:pt x="53" y="0"/>
                    </a:cubicBezTo>
                    <a:cubicBezTo>
                      <a:pt x="75" y="0"/>
                      <a:pt x="98" y="0"/>
                      <a:pt x="98" y="7"/>
                    </a:cubicBezTo>
                    <a:cubicBezTo>
                      <a:pt x="98" y="7"/>
                      <a:pt x="75" y="14"/>
                      <a:pt x="53" y="14"/>
                    </a:cubicBezTo>
                    <a:cubicBezTo>
                      <a:pt x="23" y="14"/>
                      <a:pt x="0" y="7"/>
                      <a:pt x="0" y="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83" name="Freeform 30"/>
              <p:cNvSpPr>
                <a:spLocks/>
              </p:cNvSpPr>
              <p:nvPr/>
            </p:nvSpPr>
            <p:spPr bwMode="auto">
              <a:xfrm rot="10800000">
                <a:off x="1061404" y="3596517"/>
                <a:ext cx="90371" cy="12944"/>
              </a:xfrm>
              <a:custGeom>
                <a:avLst/>
                <a:gdLst>
                  <a:gd name="T0" fmla="*/ 0 w 98"/>
                  <a:gd name="T1" fmla="*/ 7 h 14"/>
                  <a:gd name="T2" fmla="*/ 53 w 98"/>
                  <a:gd name="T3" fmla="*/ 0 h 14"/>
                  <a:gd name="T4" fmla="*/ 98 w 98"/>
                  <a:gd name="T5" fmla="*/ 7 h 14"/>
                  <a:gd name="T6" fmla="*/ 53 w 98"/>
                  <a:gd name="T7" fmla="*/ 14 h 14"/>
                  <a:gd name="T8" fmla="*/ 0 w 98"/>
                  <a:gd name="T9" fmla="*/ 7 h 14"/>
                </a:gdLst>
                <a:ahLst/>
                <a:cxnLst>
                  <a:cxn ang="0">
                    <a:pos x="T0" y="T1"/>
                  </a:cxn>
                  <a:cxn ang="0">
                    <a:pos x="T2" y="T3"/>
                  </a:cxn>
                  <a:cxn ang="0">
                    <a:pos x="T4" y="T5"/>
                  </a:cxn>
                  <a:cxn ang="0">
                    <a:pos x="T6" y="T7"/>
                  </a:cxn>
                  <a:cxn ang="0">
                    <a:pos x="T8" y="T9"/>
                  </a:cxn>
                </a:cxnLst>
                <a:rect l="0" t="0" r="r" b="b"/>
                <a:pathLst>
                  <a:path w="98" h="14">
                    <a:moveTo>
                      <a:pt x="0" y="7"/>
                    </a:moveTo>
                    <a:cubicBezTo>
                      <a:pt x="0" y="0"/>
                      <a:pt x="23" y="0"/>
                      <a:pt x="53" y="0"/>
                    </a:cubicBezTo>
                    <a:cubicBezTo>
                      <a:pt x="75" y="0"/>
                      <a:pt x="98" y="0"/>
                      <a:pt x="98" y="7"/>
                    </a:cubicBezTo>
                    <a:cubicBezTo>
                      <a:pt x="98" y="7"/>
                      <a:pt x="75" y="14"/>
                      <a:pt x="53" y="14"/>
                    </a:cubicBezTo>
                    <a:cubicBezTo>
                      <a:pt x="23" y="14"/>
                      <a:pt x="0" y="7"/>
                      <a:pt x="0" y="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84" name="Freeform 31"/>
              <p:cNvSpPr>
                <a:spLocks/>
              </p:cNvSpPr>
              <p:nvPr/>
            </p:nvSpPr>
            <p:spPr bwMode="auto">
              <a:xfrm rot="10800000">
                <a:off x="1089069" y="3651991"/>
                <a:ext cx="62707" cy="366126"/>
              </a:xfrm>
              <a:custGeom>
                <a:avLst/>
                <a:gdLst>
                  <a:gd name="T0" fmla="*/ 68 w 68"/>
                  <a:gd name="T1" fmla="*/ 396 h 396"/>
                  <a:gd name="T2" fmla="*/ 68 w 68"/>
                  <a:gd name="T3" fmla="*/ 0 h 396"/>
                </a:gdLst>
                <a:ahLst/>
                <a:cxnLst>
                  <a:cxn ang="0">
                    <a:pos x="T0" y="T1"/>
                  </a:cxn>
                  <a:cxn ang="0">
                    <a:pos x="T2" y="T3"/>
                  </a:cxn>
                </a:cxnLst>
                <a:rect l="0" t="0" r="r" b="b"/>
                <a:pathLst>
                  <a:path w="68" h="396">
                    <a:moveTo>
                      <a:pt x="68" y="396"/>
                    </a:moveTo>
                    <a:cubicBezTo>
                      <a:pt x="8" y="290"/>
                      <a:pt x="0" y="132"/>
                      <a:pt x="68"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85" name="Freeform 32"/>
              <p:cNvSpPr>
                <a:spLocks/>
              </p:cNvSpPr>
              <p:nvPr/>
            </p:nvSpPr>
            <p:spPr bwMode="auto">
              <a:xfrm rot="10800000">
                <a:off x="1075236" y="3651991"/>
                <a:ext cx="41497" cy="366126"/>
              </a:xfrm>
              <a:custGeom>
                <a:avLst/>
                <a:gdLst>
                  <a:gd name="T0" fmla="*/ 45 w 45"/>
                  <a:gd name="T1" fmla="*/ 396 h 396"/>
                  <a:gd name="T2" fmla="*/ 45 w 45"/>
                  <a:gd name="T3" fmla="*/ 0 h 396"/>
                </a:gdLst>
                <a:ahLst/>
                <a:cxnLst>
                  <a:cxn ang="0">
                    <a:pos x="T0" y="T1"/>
                  </a:cxn>
                  <a:cxn ang="0">
                    <a:pos x="T2" y="T3"/>
                  </a:cxn>
                </a:cxnLst>
                <a:rect l="0" t="0" r="r" b="b"/>
                <a:pathLst>
                  <a:path w="45" h="396">
                    <a:moveTo>
                      <a:pt x="45" y="396"/>
                    </a:moveTo>
                    <a:cubicBezTo>
                      <a:pt x="0" y="290"/>
                      <a:pt x="0" y="132"/>
                      <a:pt x="4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86" name="Freeform 33"/>
              <p:cNvSpPr>
                <a:spLocks/>
              </p:cNvSpPr>
              <p:nvPr/>
            </p:nvSpPr>
            <p:spPr bwMode="auto">
              <a:xfrm rot="10800000">
                <a:off x="895416" y="3627028"/>
                <a:ext cx="179820" cy="49002"/>
              </a:xfrm>
              <a:custGeom>
                <a:avLst/>
                <a:gdLst>
                  <a:gd name="T0" fmla="*/ 0 w 195"/>
                  <a:gd name="T1" fmla="*/ 26 h 53"/>
                  <a:gd name="T2" fmla="*/ 195 w 195"/>
                  <a:gd name="T3" fmla="*/ 0 h 53"/>
                </a:gdLst>
                <a:ahLst/>
                <a:cxnLst>
                  <a:cxn ang="0">
                    <a:pos x="T0" y="T1"/>
                  </a:cxn>
                  <a:cxn ang="0">
                    <a:pos x="T2" y="T3"/>
                  </a:cxn>
                </a:cxnLst>
                <a:rect l="0" t="0" r="r" b="b"/>
                <a:pathLst>
                  <a:path w="195" h="53">
                    <a:moveTo>
                      <a:pt x="0" y="26"/>
                    </a:moveTo>
                    <a:cubicBezTo>
                      <a:pt x="15" y="53"/>
                      <a:pt x="135" y="0"/>
                      <a:pt x="19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87" name="Freeform 34"/>
              <p:cNvSpPr>
                <a:spLocks/>
              </p:cNvSpPr>
              <p:nvPr/>
            </p:nvSpPr>
            <p:spPr bwMode="auto">
              <a:xfrm rot="10800000">
                <a:off x="895416" y="3994078"/>
                <a:ext cx="179820" cy="49002"/>
              </a:xfrm>
              <a:custGeom>
                <a:avLst/>
                <a:gdLst>
                  <a:gd name="T0" fmla="*/ 0 w 195"/>
                  <a:gd name="T1" fmla="*/ 27 h 53"/>
                  <a:gd name="T2" fmla="*/ 195 w 195"/>
                  <a:gd name="T3" fmla="*/ 53 h 53"/>
                </a:gdLst>
                <a:ahLst/>
                <a:cxnLst>
                  <a:cxn ang="0">
                    <a:pos x="T0" y="T1"/>
                  </a:cxn>
                  <a:cxn ang="0">
                    <a:pos x="T2" y="T3"/>
                  </a:cxn>
                </a:cxnLst>
                <a:rect l="0" t="0" r="r" b="b"/>
                <a:pathLst>
                  <a:path w="195" h="53">
                    <a:moveTo>
                      <a:pt x="0" y="27"/>
                    </a:moveTo>
                    <a:cubicBezTo>
                      <a:pt x="15" y="0"/>
                      <a:pt x="135" y="53"/>
                      <a:pt x="195" y="5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88" name="Freeform 35"/>
              <p:cNvSpPr>
                <a:spLocks/>
              </p:cNvSpPr>
              <p:nvPr/>
            </p:nvSpPr>
            <p:spPr bwMode="auto">
              <a:xfrm rot="10800000">
                <a:off x="895416" y="3676029"/>
                <a:ext cx="27665" cy="318049"/>
              </a:xfrm>
              <a:custGeom>
                <a:avLst/>
                <a:gdLst>
                  <a:gd name="T0" fmla="*/ 30 w 30"/>
                  <a:gd name="T1" fmla="*/ 344 h 344"/>
                  <a:gd name="T2" fmla="*/ 30 w 30"/>
                  <a:gd name="T3" fmla="*/ 0 h 344"/>
                </a:gdLst>
                <a:ahLst/>
                <a:cxnLst>
                  <a:cxn ang="0">
                    <a:pos x="T0" y="T1"/>
                  </a:cxn>
                  <a:cxn ang="0">
                    <a:pos x="T2" y="T3"/>
                  </a:cxn>
                </a:cxnLst>
                <a:rect l="0" t="0" r="r" b="b"/>
                <a:pathLst>
                  <a:path w="30" h="344">
                    <a:moveTo>
                      <a:pt x="30" y="344"/>
                    </a:moveTo>
                    <a:cubicBezTo>
                      <a:pt x="30" y="291"/>
                      <a:pt x="0" y="185"/>
                      <a:pt x="3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89" name="Freeform 36"/>
              <p:cNvSpPr>
                <a:spLocks/>
              </p:cNvSpPr>
              <p:nvPr/>
            </p:nvSpPr>
            <p:spPr bwMode="auto">
              <a:xfrm rot="10800000">
                <a:off x="218553" y="3578950"/>
                <a:ext cx="884348" cy="73040"/>
              </a:xfrm>
              <a:custGeom>
                <a:avLst/>
                <a:gdLst>
                  <a:gd name="T0" fmla="*/ 0 w 959"/>
                  <a:gd name="T1" fmla="*/ 66 h 79"/>
                  <a:gd name="T2" fmla="*/ 959 w 959"/>
                  <a:gd name="T3" fmla="*/ 0 h 79"/>
                </a:gdLst>
                <a:ahLst/>
                <a:cxnLst>
                  <a:cxn ang="0">
                    <a:pos x="T0" y="T1"/>
                  </a:cxn>
                  <a:cxn ang="0">
                    <a:pos x="T2" y="T3"/>
                  </a:cxn>
                </a:cxnLst>
                <a:rect l="0" t="0" r="r" b="b"/>
                <a:pathLst>
                  <a:path w="959" h="79">
                    <a:moveTo>
                      <a:pt x="0" y="66"/>
                    </a:moveTo>
                    <a:cubicBezTo>
                      <a:pt x="225" y="66"/>
                      <a:pt x="839" y="79"/>
                      <a:pt x="959"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90" name="Freeform 37"/>
              <p:cNvSpPr>
                <a:spLocks/>
              </p:cNvSpPr>
              <p:nvPr/>
            </p:nvSpPr>
            <p:spPr bwMode="auto">
              <a:xfrm rot="10800000">
                <a:off x="218553" y="4018116"/>
                <a:ext cx="884348" cy="73040"/>
              </a:xfrm>
              <a:custGeom>
                <a:avLst/>
                <a:gdLst>
                  <a:gd name="T0" fmla="*/ 0 w 959"/>
                  <a:gd name="T1" fmla="*/ 13 h 79"/>
                  <a:gd name="T2" fmla="*/ 959 w 959"/>
                  <a:gd name="T3" fmla="*/ 79 h 79"/>
                </a:gdLst>
                <a:ahLst/>
                <a:cxnLst>
                  <a:cxn ang="0">
                    <a:pos x="T0" y="T1"/>
                  </a:cxn>
                  <a:cxn ang="0">
                    <a:pos x="T2" y="T3"/>
                  </a:cxn>
                </a:cxnLst>
                <a:rect l="0" t="0" r="r" b="b"/>
                <a:pathLst>
                  <a:path w="959" h="79">
                    <a:moveTo>
                      <a:pt x="0" y="13"/>
                    </a:moveTo>
                    <a:cubicBezTo>
                      <a:pt x="232" y="26"/>
                      <a:pt x="839" y="0"/>
                      <a:pt x="959" y="7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91" name="Freeform 38"/>
              <p:cNvSpPr>
                <a:spLocks/>
              </p:cNvSpPr>
              <p:nvPr/>
            </p:nvSpPr>
            <p:spPr bwMode="auto">
              <a:xfrm rot="10800000">
                <a:off x="1102901" y="4067118"/>
                <a:ext cx="193653" cy="24039"/>
              </a:xfrm>
              <a:custGeom>
                <a:avLst/>
                <a:gdLst>
                  <a:gd name="T0" fmla="*/ 0 w 210"/>
                  <a:gd name="T1" fmla="*/ 26 h 26"/>
                  <a:gd name="T2" fmla="*/ 210 w 210"/>
                  <a:gd name="T3" fmla="*/ 13 h 26"/>
                </a:gdLst>
                <a:ahLst/>
                <a:cxnLst>
                  <a:cxn ang="0">
                    <a:pos x="T0" y="T1"/>
                  </a:cxn>
                  <a:cxn ang="0">
                    <a:pos x="T2" y="T3"/>
                  </a:cxn>
                </a:cxnLst>
                <a:rect l="0" t="0" r="r" b="b"/>
                <a:pathLst>
                  <a:path w="210" h="26">
                    <a:moveTo>
                      <a:pt x="0" y="26"/>
                    </a:moveTo>
                    <a:cubicBezTo>
                      <a:pt x="105" y="0"/>
                      <a:pt x="165" y="13"/>
                      <a:pt x="210" y="1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92" name="Freeform 39"/>
              <p:cNvSpPr>
                <a:spLocks/>
              </p:cNvSpPr>
              <p:nvPr/>
            </p:nvSpPr>
            <p:spPr bwMode="auto">
              <a:xfrm rot="10800000">
                <a:off x="238841" y="3651991"/>
                <a:ext cx="656575" cy="79512"/>
              </a:xfrm>
              <a:custGeom>
                <a:avLst/>
                <a:gdLst>
                  <a:gd name="T0" fmla="*/ 0 w 712"/>
                  <a:gd name="T1" fmla="*/ 60 h 86"/>
                  <a:gd name="T2" fmla="*/ 712 w 712"/>
                  <a:gd name="T3" fmla="*/ 47 h 86"/>
                </a:gdLst>
                <a:ahLst/>
                <a:cxnLst>
                  <a:cxn ang="0">
                    <a:pos x="T0" y="T1"/>
                  </a:cxn>
                  <a:cxn ang="0">
                    <a:pos x="T2" y="T3"/>
                  </a:cxn>
                </a:cxnLst>
                <a:rect l="0" t="0" r="r" b="b"/>
                <a:pathLst>
                  <a:path w="712" h="86">
                    <a:moveTo>
                      <a:pt x="0" y="60"/>
                    </a:moveTo>
                    <a:cubicBezTo>
                      <a:pt x="345" y="0"/>
                      <a:pt x="570" y="86"/>
                      <a:pt x="712" y="4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93" name="Freeform 40"/>
              <p:cNvSpPr>
                <a:spLocks/>
              </p:cNvSpPr>
              <p:nvPr/>
            </p:nvSpPr>
            <p:spPr bwMode="auto">
              <a:xfrm rot="10800000">
                <a:off x="238841" y="3945076"/>
                <a:ext cx="656575" cy="67493"/>
              </a:xfrm>
              <a:custGeom>
                <a:avLst/>
                <a:gdLst>
                  <a:gd name="T0" fmla="*/ 0 w 712"/>
                  <a:gd name="T1" fmla="*/ 20 h 73"/>
                  <a:gd name="T2" fmla="*/ 712 w 712"/>
                  <a:gd name="T3" fmla="*/ 33 h 73"/>
                </a:gdLst>
                <a:ahLst/>
                <a:cxnLst>
                  <a:cxn ang="0">
                    <a:pos x="T0" y="T1"/>
                  </a:cxn>
                  <a:cxn ang="0">
                    <a:pos x="T2" y="T3"/>
                  </a:cxn>
                </a:cxnLst>
                <a:rect l="0" t="0" r="r" b="b"/>
                <a:pathLst>
                  <a:path w="712" h="73">
                    <a:moveTo>
                      <a:pt x="0" y="20"/>
                    </a:moveTo>
                    <a:cubicBezTo>
                      <a:pt x="330" y="73"/>
                      <a:pt x="502" y="0"/>
                      <a:pt x="712" y="3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94" name="Freeform 41"/>
              <p:cNvSpPr>
                <a:spLocks/>
              </p:cNvSpPr>
              <p:nvPr/>
            </p:nvSpPr>
            <p:spPr bwMode="auto">
              <a:xfrm rot="10800000">
                <a:off x="342122" y="3566007"/>
                <a:ext cx="221317" cy="49002"/>
              </a:xfrm>
              <a:custGeom>
                <a:avLst/>
                <a:gdLst>
                  <a:gd name="T0" fmla="*/ 0 w 240"/>
                  <a:gd name="T1" fmla="*/ 26 h 53"/>
                  <a:gd name="T2" fmla="*/ 232 w 240"/>
                  <a:gd name="T3" fmla="*/ 0 h 53"/>
                </a:gdLst>
                <a:ahLst/>
                <a:cxnLst>
                  <a:cxn ang="0">
                    <a:pos x="T0" y="T1"/>
                  </a:cxn>
                  <a:cxn ang="0">
                    <a:pos x="T2" y="T3"/>
                  </a:cxn>
                </a:cxnLst>
                <a:rect l="0" t="0" r="r" b="b"/>
                <a:pathLst>
                  <a:path w="240" h="53">
                    <a:moveTo>
                      <a:pt x="0" y="26"/>
                    </a:moveTo>
                    <a:cubicBezTo>
                      <a:pt x="150" y="53"/>
                      <a:pt x="240" y="0"/>
                      <a:pt x="232"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95" name="Freeform 42"/>
              <p:cNvSpPr>
                <a:spLocks/>
              </p:cNvSpPr>
              <p:nvPr/>
            </p:nvSpPr>
            <p:spPr bwMode="auto">
              <a:xfrm rot="10800000">
                <a:off x="355955" y="4055099"/>
                <a:ext cx="214862" cy="36058"/>
              </a:xfrm>
              <a:custGeom>
                <a:avLst/>
                <a:gdLst>
                  <a:gd name="T0" fmla="*/ 0 w 233"/>
                  <a:gd name="T1" fmla="*/ 26 h 39"/>
                  <a:gd name="T2" fmla="*/ 233 w 233"/>
                  <a:gd name="T3" fmla="*/ 39 h 39"/>
                </a:gdLst>
                <a:ahLst/>
                <a:cxnLst>
                  <a:cxn ang="0">
                    <a:pos x="T0" y="T1"/>
                  </a:cxn>
                  <a:cxn ang="0">
                    <a:pos x="T2" y="T3"/>
                  </a:cxn>
                </a:cxnLst>
                <a:rect l="0" t="0" r="r" b="b"/>
                <a:pathLst>
                  <a:path w="233" h="39">
                    <a:moveTo>
                      <a:pt x="0" y="26"/>
                    </a:moveTo>
                    <a:cubicBezTo>
                      <a:pt x="83" y="0"/>
                      <a:pt x="203" y="13"/>
                      <a:pt x="233" y="3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96" name="Freeform 43"/>
              <p:cNvSpPr>
                <a:spLocks/>
              </p:cNvSpPr>
              <p:nvPr/>
            </p:nvSpPr>
            <p:spPr bwMode="auto">
              <a:xfrm rot="10800000">
                <a:off x="142014" y="3651991"/>
                <a:ext cx="76539" cy="366126"/>
              </a:xfrm>
              <a:custGeom>
                <a:avLst/>
                <a:gdLst>
                  <a:gd name="T0" fmla="*/ 0 w 83"/>
                  <a:gd name="T1" fmla="*/ 396 h 396"/>
                  <a:gd name="T2" fmla="*/ 0 w 83"/>
                  <a:gd name="T3" fmla="*/ 0 h 396"/>
                </a:gdLst>
                <a:ahLst/>
                <a:cxnLst>
                  <a:cxn ang="0">
                    <a:pos x="T0" y="T1"/>
                  </a:cxn>
                  <a:cxn ang="0">
                    <a:pos x="T2" y="T3"/>
                  </a:cxn>
                </a:cxnLst>
                <a:rect l="0" t="0" r="r" b="b"/>
                <a:pathLst>
                  <a:path w="83" h="396">
                    <a:moveTo>
                      <a:pt x="0" y="396"/>
                    </a:moveTo>
                    <a:cubicBezTo>
                      <a:pt x="83" y="317"/>
                      <a:pt x="60" y="26"/>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97" name="Freeform 44"/>
              <p:cNvSpPr>
                <a:spLocks/>
              </p:cNvSpPr>
              <p:nvPr/>
            </p:nvSpPr>
            <p:spPr bwMode="auto">
              <a:xfrm rot="10800000">
                <a:off x="260050" y="3590970"/>
                <a:ext cx="967342" cy="61021"/>
              </a:xfrm>
              <a:custGeom>
                <a:avLst/>
                <a:gdLst>
                  <a:gd name="T0" fmla="*/ 0 w 1049"/>
                  <a:gd name="T1" fmla="*/ 40 h 66"/>
                  <a:gd name="T2" fmla="*/ 1049 w 1049"/>
                  <a:gd name="T3" fmla="*/ 0 h 66"/>
                </a:gdLst>
                <a:ahLst/>
                <a:cxnLst>
                  <a:cxn ang="0">
                    <a:pos x="T0" y="T1"/>
                  </a:cxn>
                  <a:cxn ang="0">
                    <a:pos x="T2" y="T3"/>
                  </a:cxn>
                </a:cxnLst>
                <a:rect l="0" t="0" r="r" b="b"/>
                <a:pathLst>
                  <a:path w="1049" h="66">
                    <a:moveTo>
                      <a:pt x="0" y="40"/>
                    </a:moveTo>
                    <a:cubicBezTo>
                      <a:pt x="270" y="40"/>
                      <a:pt x="907" y="66"/>
                      <a:pt x="1049"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98" name="Freeform 45"/>
              <p:cNvSpPr>
                <a:spLocks/>
              </p:cNvSpPr>
              <p:nvPr/>
            </p:nvSpPr>
            <p:spPr bwMode="auto">
              <a:xfrm rot="10800000">
                <a:off x="260050" y="4015735"/>
                <a:ext cx="967342" cy="61021"/>
              </a:xfrm>
              <a:custGeom>
                <a:avLst/>
                <a:gdLst>
                  <a:gd name="T0" fmla="*/ 0 w 1049"/>
                  <a:gd name="T1" fmla="*/ 26 h 66"/>
                  <a:gd name="T2" fmla="*/ 1049 w 1049"/>
                  <a:gd name="T3" fmla="*/ 66 h 66"/>
                </a:gdLst>
                <a:ahLst/>
                <a:cxnLst>
                  <a:cxn ang="0">
                    <a:pos x="T0" y="T1"/>
                  </a:cxn>
                  <a:cxn ang="0">
                    <a:pos x="T2" y="T3"/>
                  </a:cxn>
                </a:cxnLst>
                <a:rect l="0" t="0" r="r" b="b"/>
                <a:pathLst>
                  <a:path w="1049" h="66">
                    <a:moveTo>
                      <a:pt x="0" y="26"/>
                    </a:moveTo>
                    <a:cubicBezTo>
                      <a:pt x="270" y="26"/>
                      <a:pt x="900" y="0"/>
                      <a:pt x="1049" y="6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99" name="Freeform 46"/>
              <p:cNvSpPr>
                <a:spLocks/>
              </p:cNvSpPr>
              <p:nvPr/>
            </p:nvSpPr>
            <p:spPr bwMode="auto">
              <a:xfrm rot="10800000">
                <a:off x="315380" y="3676029"/>
                <a:ext cx="26743" cy="318049"/>
              </a:xfrm>
              <a:custGeom>
                <a:avLst/>
                <a:gdLst>
                  <a:gd name="T0" fmla="*/ 0 w 29"/>
                  <a:gd name="T1" fmla="*/ 344 h 344"/>
                  <a:gd name="T2" fmla="*/ 0 w 29"/>
                  <a:gd name="T3" fmla="*/ 0 h 344"/>
                </a:gdLst>
                <a:ahLst/>
                <a:cxnLst>
                  <a:cxn ang="0">
                    <a:pos x="T0" y="T1"/>
                  </a:cxn>
                  <a:cxn ang="0">
                    <a:pos x="T2" y="T3"/>
                  </a:cxn>
                </a:cxnLst>
                <a:rect l="0" t="0" r="r" b="b"/>
                <a:pathLst>
                  <a:path w="29" h="344">
                    <a:moveTo>
                      <a:pt x="0" y="344"/>
                    </a:moveTo>
                    <a:cubicBezTo>
                      <a:pt x="29" y="264"/>
                      <a:pt x="29" y="8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00" name="Freeform 47"/>
              <p:cNvSpPr>
                <a:spLocks/>
              </p:cNvSpPr>
              <p:nvPr/>
            </p:nvSpPr>
            <p:spPr bwMode="auto">
              <a:xfrm rot="10800000">
                <a:off x="211176" y="3688048"/>
                <a:ext cx="27665" cy="294010"/>
              </a:xfrm>
              <a:custGeom>
                <a:avLst/>
                <a:gdLst>
                  <a:gd name="T0" fmla="*/ 0 w 30"/>
                  <a:gd name="T1" fmla="*/ 318 h 318"/>
                  <a:gd name="T2" fmla="*/ 0 w 30"/>
                  <a:gd name="T3" fmla="*/ 0 h 318"/>
                </a:gdLst>
                <a:ahLst/>
                <a:cxnLst>
                  <a:cxn ang="0">
                    <a:pos x="T0" y="T1"/>
                  </a:cxn>
                  <a:cxn ang="0">
                    <a:pos x="T2" y="T3"/>
                  </a:cxn>
                </a:cxnLst>
                <a:rect l="0" t="0" r="r" b="b"/>
                <a:pathLst>
                  <a:path w="30" h="318">
                    <a:moveTo>
                      <a:pt x="0" y="318"/>
                    </a:moveTo>
                    <a:cubicBezTo>
                      <a:pt x="30" y="225"/>
                      <a:pt x="22" y="67"/>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01" name="Freeform 48"/>
              <p:cNvSpPr>
                <a:spLocks/>
              </p:cNvSpPr>
              <p:nvPr/>
            </p:nvSpPr>
            <p:spPr bwMode="auto">
              <a:xfrm rot="10800000">
                <a:off x="177056" y="3645519"/>
                <a:ext cx="55329" cy="384617"/>
              </a:xfrm>
              <a:custGeom>
                <a:avLst/>
                <a:gdLst>
                  <a:gd name="T0" fmla="*/ 0 w 60"/>
                  <a:gd name="T1" fmla="*/ 416 h 416"/>
                  <a:gd name="T2" fmla="*/ 0 w 60"/>
                  <a:gd name="T3" fmla="*/ 0 h 416"/>
                </a:gdLst>
                <a:ahLst/>
                <a:cxnLst>
                  <a:cxn ang="0">
                    <a:pos x="T0" y="T1"/>
                  </a:cxn>
                  <a:cxn ang="0">
                    <a:pos x="T2" y="T3"/>
                  </a:cxn>
                </a:cxnLst>
                <a:rect l="0" t="0" r="r" b="b"/>
                <a:pathLst>
                  <a:path w="60" h="416">
                    <a:moveTo>
                      <a:pt x="0" y="416"/>
                    </a:moveTo>
                    <a:cubicBezTo>
                      <a:pt x="60" y="277"/>
                      <a:pt x="30" y="66"/>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02" name="Freeform 49"/>
              <p:cNvSpPr>
                <a:spLocks/>
              </p:cNvSpPr>
              <p:nvPr/>
            </p:nvSpPr>
            <p:spPr bwMode="auto">
              <a:xfrm rot="10800000">
                <a:off x="238841" y="3627028"/>
                <a:ext cx="35042" cy="61021"/>
              </a:xfrm>
              <a:custGeom>
                <a:avLst/>
                <a:gdLst>
                  <a:gd name="T0" fmla="*/ 0 w 38"/>
                  <a:gd name="T1" fmla="*/ 66 h 66"/>
                  <a:gd name="T2" fmla="*/ 38 w 38"/>
                  <a:gd name="T3" fmla="*/ 0 h 66"/>
                </a:gdLst>
                <a:ahLst/>
                <a:cxnLst>
                  <a:cxn ang="0">
                    <a:pos x="T0" y="T1"/>
                  </a:cxn>
                  <a:cxn ang="0">
                    <a:pos x="T2" y="T3"/>
                  </a:cxn>
                </a:cxnLst>
                <a:rect l="0" t="0" r="r" b="b"/>
                <a:pathLst>
                  <a:path w="38" h="66">
                    <a:moveTo>
                      <a:pt x="0" y="66"/>
                    </a:moveTo>
                    <a:cubicBezTo>
                      <a:pt x="0" y="66"/>
                      <a:pt x="38" y="26"/>
                      <a:pt x="38"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03" name="Freeform 50"/>
              <p:cNvSpPr>
                <a:spLocks/>
              </p:cNvSpPr>
              <p:nvPr/>
            </p:nvSpPr>
            <p:spPr bwMode="auto">
              <a:xfrm rot="10800000">
                <a:off x="238841" y="3982059"/>
                <a:ext cx="35042" cy="61021"/>
              </a:xfrm>
              <a:custGeom>
                <a:avLst/>
                <a:gdLst>
                  <a:gd name="T0" fmla="*/ 0 w 38"/>
                  <a:gd name="T1" fmla="*/ 0 h 66"/>
                  <a:gd name="T2" fmla="*/ 38 w 38"/>
                  <a:gd name="T3" fmla="*/ 66 h 66"/>
                </a:gdLst>
                <a:ahLst/>
                <a:cxnLst>
                  <a:cxn ang="0">
                    <a:pos x="T0" y="T1"/>
                  </a:cxn>
                  <a:cxn ang="0">
                    <a:pos x="T2" y="T3"/>
                  </a:cxn>
                </a:cxnLst>
                <a:rect l="0" t="0" r="r" b="b"/>
                <a:pathLst>
                  <a:path w="38" h="66">
                    <a:moveTo>
                      <a:pt x="0" y="0"/>
                    </a:moveTo>
                    <a:cubicBezTo>
                      <a:pt x="0" y="0"/>
                      <a:pt x="38" y="40"/>
                      <a:pt x="38" y="6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04" name="Freeform 51"/>
              <p:cNvSpPr>
                <a:spLocks/>
              </p:cNvSpPr>
              <p:nvPr/>
            </p:nvSpPr>
            <p:spPr bwMode="auto">
              <a:xfrm rot="10800000">
                <a:off x="155847" y="3700992"/>
                <a:ext cx="55329" cy="268122"/>
              </a:xfrm>
              <a:custGeom>
                <a:avLst/>
                <a:gdLst>
                  <a:gd name="T0" fmla="*/ 0 w 60"/>
                  <a:gd name="T1" fmla="*/ 290 h 290"/>
                  <a:gd name="T2" fmla="*/ 0 w 60"/>
                  <a:gd name="T3" fmla="*/ 0 h 290"/>
                </a:gdLst>
                <a:ahLst/>
                <a:cxnLst>
                  <a:cxn ang="0">
                    <a:pos x="T0" y="T1"/>
                  </a:cxn>
                  <a:cxn ang="0">
                    <a:pos x="T2" y="T3"/>
                  </a:cxn>
                </a:cxnLst>
                <a:rect l="0" t="0" r="r" b="b"/>
                <a:pathLst>
                  <a:path w="60" h="290">
                    <a:moveTo>
                      <a:pt x="0" y="290"/>
                    </a:moveTo>
                    <a:cubicBezTo>
                      <a:pt x="37" y="290"/>
                      <a:pt x="60" y="26"/>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05" name="Freeform 52"/>
              <p:cNvSpPr>
                <a:spLocks/>
              </p:cNvSpPr>
              <p:nvPr/>
            </p:nvSpPr>
            <p:spPr bwMode="auto">
              <a:xfrm rot="10800000">
                <a:off x="211176" y="3676029"/>
                <a:ext cx="130946" cy="24963"/>
              </a:xfrm>
              <a:custGeom>
                <a:avLst/>
                <a:gdLst>
                  <a:gd name="T0" fmla="*/ 0 w 142"/>
                  <a:gd name="T1" fmla="*/ 27 h 27"/>
                  <a:gd name="T2" fmla="*/ 142 w 142"/>
                  <a:gd name="T3" fmla="*/ 0 h 27"/>
                </a:gdLst>
                <a:ahLst/>
                <a:cxnLst>
                  <a:cxn ang="0">
                    <a:pos x="T0" y="T1"/>
                  </a:cxn>
                  <a:cxn ang="0">
                    <a:pos x="T2" y="T3"/>
                  </a:cxn>
                </a:cxnLst>
                <a:rect l="0" t="0" r="r" b="b"/>
                <a:pathLst>
                  <a:path w="142" h="27">
                    <a:moveTo>
                      <a:pt x="0" y="27"/>
                    </a:moveTo>
                    <a:cubicBezTo>
                      <a:pt x="0" y="27"/>
                      <a:pt x="142" y="27"/>
                      <a:pt x="142"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06" name="Freeform 53"/>
              <p:cNvSpPr>
                <a:spLocks/>
              </p:cNvSpPr>
              <p:nvPr/>
            </p:nvSpPr>
            <p:spPr bwMode="auto">
              <a:xfrm rot="10800000">
                <a:off x="211176" y="3969115"/>
                <a:ext cx="130946" cy="24963"/>
              </a:xfrm>
              <a:custGeom>
                <a:avLst/>
                <a:gdLst>
                  <a:gd name="T0" fmla="*/ 0 w 142"/>
                  <a:gd name="T1" fmla="*/ 0 h 27"/>
                  <a:gd name="T2" fmla="*/ 142 w 142"/>
                  <a:gd name="T3" fmla="*/ 27 h 27"/>
                </a:gdLst>
                <a:ahLst/>
                <a:cxnLst>
                  <a:cxn ang="0">
                    <a:pos x="T0" y="T1"/>
                  </a:cxn>
                  <a:cxn ang="0">
                    <a:pos x="T2" y="T3"/>
                  </a:cxn>
                </a:cxnLst>
                <a:rect l="0" t="0" r="r" b="b"/>
                <a:pathLst>
                  <a:path w="142" h="27">
                    <a:moveTo>
                      <a:pt x="0" y="0"/>
                    </a:moveTo>
                    <a:cubicBezTo>
                      <a:pt x="0" y="0"/>
                      <a:pt x="142" y="0"/>
                      <a:pt x="142" y="27"/>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07" name="Freeform 57"/>
              <p:cNvSpPr>
                <a:spLocks/>
              </p:cNvSpPr>
              <p:nvPr/>
            </p:nvSpPr>
            <p:spPr bwMode="auto">
              <a:xfrm rot="10800000">
                <a:off x="180677" y="3825415"/>
                <a:ext cx="13832" cy="24039"/>
              </a:xfrm>
              <a:custGeom>
                <a:avLst/>
                <a:gdLst>
                  <a:gd name="T0" fmla="*/ 7 w 15"/>
                  <a:gd name="T1" fmla="*/ 26 h 26"/>
                  <a:gd name="T2" fmla="*/ 0 w 15"/>
                  <a:gd name="T3" fmla="*/ 13 h 26"/>
                  <a:gd name="T4" fmla="*/ 7 w 15"/>
                  <a:gd name="T5" fmla="*/ 0 h 26"/>
                  <a:gd name="T6" fmla="*/ 15 w 15"/>
                  <a:gd name="T7" fmla="*/ 13 h 26"/>
                  <a:gd name="T8" fmla="*/ 7 w 15"/>
                  <a:gd name="T9" fmla="*/ 26 h 26"/>
                </a:gdLst>
                <a:ahLst/>
                <a:cxnLst>
                  <a:cxn ang="0">
                    <a:pos x="T0" y="T1"/>
                  </a:cxn>
                  <a:cxn ang="0">
                    <a:pos x="T2" y="T3"/>
                  </a:cxn>
                  <a:cxn ang="0">
                    <a:pos x="T4" y="T5"/>
                  </a:cxn>
                  <a:cxn ang="0">
                    <a:pos x="T6" y="T7"/>
                  </a:cxn>
                  <a:cxn ang="0">
                    <a:pos x="T8" y="T9"/>
                  </a:cxn>
                </a:cxnLst>
                <a:rect l="0" t="0" r="r" b="b"/>
                <a:pathLst>
                  <a:path w="15" h="26">
                    <a:moveTo>
                      <a:pt x="7" y="26"/>
                    </a:moveTo>
                    <a:cubicBezTo>
                      <a:pt x="0" y="26"/>
                      <a:pt x="0" y="20"/>
                      <a:pt x="0" y="13"/>
                    </a:cubicBezTo>
                    <a:cubicBezTo>
                      <a:pt x="0" y="6"/>
                      <a:pt x="0" y="0"/>
                      <a:pt x="7" y="0"/>
                    </a:cubicBezTo>
                    <a:cubicBezTo>
                      <a:pt x="7" y="0"/>
                      <a:pt x="15" y="6"/>
                      <a:pt x="15" y="13"/>
                    </a:cubicBezTo>
                    <a:cubicBezTo>
                      <a:pt x="15" y="20"/>
                      <a:pt x="7" y="26"/>
                      <a:pt x="7" y="2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08" name="Freeform 58"/>
              <p:cNvSpPr>
                <a:spLocks/>
              </p:cNvSpPr>
              <p:nvPr/>
            </p:nvSpPr>
            <p:spPr bwMode="auto">
              <a:xfrm rot="10800000">
                <a:off x="535775" y="3688048"/>
                <a:ext cx="13832" cy="294010"/>
              </a:xfrm>
              <a:custGeom>
                <a:avLst/>
                <a:gdLst>
                  <a:gd name="T0" fmla="*/ 0 w 15"/>
                  <a:gd name="T1" fmla="*/ 318 h 318"/>
                  <a:gd name="T2" fmla="*/ 0 w 15"/>
                  <a:gd name="T3" fmla="*/ 0 h 318"/>
                </a:gdLst>
                <a:ahLst/>
                <a:cxnLst>
                  <a:cxn ang="0">
                    <a:pos x="T0" y="T1"/>
                  </a:cxn>
                  <a:cxn ang="0">
                    <a:pos x="T2" y="T3"/>
                  </a:cxn>
                </a:cxnLst>
                <a:rect l="0" t="0" r="r" b="b"/>
                <a:pathLst>
                  <a:path w="15" h="318">
                    <a:moveTo>
                      <a:pt x="0" y="318"/>
                    </a:moveTo>
                    <a:cubicBezTo>
                      <a:pt x="15" y="271"/>
                      <a:pt x="15" y="4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09" name="Freeform 59"/>
              <p:cNvSpPr>
                <a:spLocks/>
              </p:cNvSpPr>
              <p:nvPr/>
            </p:nvSpPr>
            <p:spPr bwMode="auto">
              <a:xfrm rot="10800000">
                <a:off x="452781" y="3590970"/>
                <a:ext cx="588335" cy="110023"/>
              </a:xfrm>
              <a:custGeom>
                <a:avLst/>
                <a:gdLst>
                  <a:gd name="T0" fmla="*/ 638 w 638"/>
                  <a:gd name="T1" fmla="*/ 80 h 119"/>
                  <a:gd name="T2" fmla="*/ 0 w 638"/>
                  <a:gd name="T3" fmla="*/ 119 h 119"/>
                </a:gdLst>
                <a:ahLst/>
                <a:cxnLst>
                  <a:cxn ang="0">
                    <a:pos x="T0" y="T1"/>
                  </a:cxn>
                  <a:cxn ang="0">
                    <a:pos x="T2" y="T3"/>
                  </a:cxn>
                </a:cxnLst>
                <a:rect l="0" t="0" r="r" b="b"/>
                <a:pathLst>
                  <a:path w="638" h="119">
                    <a:moveTo>
                      <a:pt x="638" y="80"/>
                    </a:moveTo>
                    <a:cubicBezTo>
                      <a:pt x="518" y="14"/>
                      <a:pt x="0" y="0"/>
                      <a:pt x="0" y="11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10" name="Freeform 60"/>
              <p:cNvSpPr>
                <a:spLocks/>
              </p:cNvSpPr>
              <p:nvPr/>
            </p:nvSpPr>
            <p:spPr bwMode="auto">
              <a:xfrm rot="10800000">
                <a:off x="446326" y="3966734"/>
                <a:ext cx="594791" cy="110023"/>
              </a:xfrm>
              <a:custGeom>
                <a:avLst/>
                <a:gdLst>
                  <a:gd name="T0" fmla="*/ 645 w 645"/>
                  <a:gd name="T1" fmla="*/ 39 h 119"/>
                  <a:gd name="T2" fmla="*/ 0 w 645"/>
                  <a:gd name="T3" fmla="*/ 0 h 119"/>
                </a:gdLst>
                <a:ahLst/>
                <a:cxnLst>
                  <a:cxn ang="0">
                    <a:pos x="T0" y="T1"/>
                  </a:cxn>
                  <a:cxn ang="0">
                    <a:pos x="T2" y="T3"/>
                  </a:cxn>
                </a:cxnLst>
                <a:rect l="0" t="0" r="r" b="b"/>
                <a:pathLst>
                  <a:path w="645" h="119">
                    <a:moveTo>
                      <a:pt x="645" y="39"/>
                    </a:moveTo>
                    <a:cubicBezTo>
                      <a:pt x="525" y="105"/>
                      <a:pt x="0" y="119"/>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11" name="Freeform 61"/>
              <p:cNvSpPr>
                <a:spLocks/>
              </p:cNvSpPr>
              <p:nvPr/>
            </p:nvSpPr>
            <p:spPr bwMode="auto">
              <a:xfrm rot="10800000">
                <a:off x="452781" y="3615008"/>
                <a:ext cx="580958" cy="12019"/>
              </a:xfrm>
              <a:custGeom>
                <a:avLst/>
                <a:gdLst>
                  <a:gd name="T0" fmla="*/ 630 w 630"/>
                  <a:gd name="T1" fmla="*/ 0 h 13"/>
                  <a:gd name="T2" fmla="*/ 0 w 630"/>
                  <a:gd name="T3" fmla="*/ 13 h 13"/>
                </a:gdLst>
                <a:ahLst/>
                <a:cxnLst>
                  <a:cxn ang="0">
                    <a:pos x="T0" y="T1"/>
                  </a:cxn>
                  <a:cxn ang="0">
                    <a:pos x="T2" y="T3"/>
                  </a:cxn>
                </a:cxnLst>
                <a:rect l="0" t="0" r="r" b="b"/>
                <a:pathLst>
                  <a:path w="630" h="13">
                    <a:moveTo>
                      <a:pt x="630" y="0"/>
                    </a:moveTo>
                    <a:cubicBezTo>
                      <a:pt x="510" y="13"/>
                      <a:pt x="270" y="13"/>
                      <a:pt x="0" y="1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12" name="Freeform 62"/>
              <p:cNvSpPr>
                <a:spLocks/>
              </p:cNvSpPr>
              <p:nvPr/>
            </p:nvSpPr>
            <p:spPr bwMode="auto">
              <a:xfrm rot="10800000">
                <a:off x="446326" y="4043079"/>
                <a:ext cx="580958" cy="12019"/>
              </a:xfrm>
              <a:custGeom>
                <a:avLst/>
                <a:gdLst>
                  <a:gd name="T0" fmla="*/ 630 w 630"/>
                  <a:gd name="T1" fmla="*/ 13 h 13"/>
                  <a:gd name="T2" fmla="*/ 0 w 630"/>
                  <a:gd name="T3" fmla="*/ 0 h 13"/>
                </a:gdLst>
                <a:ahLst/>
                <a:cxnLst>
                  <a:cxn ang="0">
                    <a:pos x="T0" y="T1"/>
                  </a:cxn>
                  <a:cxn ang="0">
                    <a:pos x="T2" y="T3"/>
                  </a:cxn>
                </a:cxnLst>
                <a:rect l="0" t="0" r="r" b="b"/>
                <a:pathLst>
                  <a:path w="630" h="13">
                    <a:moveTo>
                      <a:pt x="630" y="13"/>
                    </a:moveTo>
                    <a:cubicBezTo>
                      <a:pt x="510" y="0"/>
                      <a:pt x="270" y="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13" name="Freeform 63"/>
              <p:cNvSpPr>
                <a:spLocks/>
              </p:cNvSpPr>
              <p:nvPr/>
            </p:nvSpPr>
            <p:spPr bwMode="auto">
              <a:xfrm rot="10800000">
                <a:off x="480446" y="3627028"/>
                <a:ext cx="525629" cy="61021"/>
              </a:xfrm>
              <a:custGeom>
                <a:avLst/>
                <a:gdLst>
                  <a:gd name="T0" fmla="*/ 570 w 570"/>
                  <a:gd name="T1" fmla="*/ 66 h 66"/>
                  <a:gd name="T2" fmla="*/ 0 w 570"/>
                  <a:gd name="T3" fmla="*/ 66 h 66"/>
                </a:gdLst>
                <a:ahLst/>
                <a:cxnLst>
                  <a:cxn ang="0">
                    <a:pos x="T0" y="T1"/>
                  </a:cxn>
                  <a:cxn ang="0">
                    <a:pos x="T2" y="T3"/>
                  </a:cxn>
                </a:cxnLst>
                <a:rect l="0" t="0" r="r" b="b"/>
                <a:pathLst>
                  <a:path w="570" h="66">
                    <a:moveTo>
                      <a:pt x="570" y="66"/>
                    </a:moveTo>
                    <a:cubicBezTo>
                      <a:pt x="420" y="0"/>
                      <a:pt x="37" y="26"/>
                      <a:pt x="0" y="6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14" name="Freeform 64"/>
              <p:cNvSpPr>
                <a:spLocks/>
              </p:cNvSpPr>
              <p:nvPr/>
            </p:nvSpPr>
            <p:spPr bwMode="auto">
              <a:xfrm rot="10800000">
                <a:off x="480446" y="3627028"/>
                <a:ext cx="525629" cy="0"/>
              </a:xfrm>
              <a:custGeom>
                <a:avLst/>
                <a:gdLst>
                  <a:gd name="T0" fmla="*/ 570 w 570"/>
                  <a:gd name="T1" fmla="*/ 0 w 570"/>
                </a:gdLst>
                <a:ahLst/>
                <a:cxnLst>
                  <a:cxn ang="0">
                    <a:pos x="T0" y="0"/>
                  </a:cxn>
                  <a:cxn ang="0">
                    <a:pos x="T1" y="0"/>
                  </a:cxn>
                </a:cxnLst>
                <a:rect l="0" t="0" r="r" b="b"/>
                <a:pathLst>
                  <a:path w="570">
                    <a:moveTo>
                      <a:pt x="570" y="0"/>
                    </a:moveTo>
                    <a:cubicBezTo>
                      <a:pt x="360" y="0"/>
                      <a:pt x="90" y="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15" name="Freeform 65"/>
              <p:cNvSpPr>
                <a:spLocks/>
              </p:cNvSpPr>
              <p:nvPr/>
            </p:nvSpPr>
            <p:spPr bwMode="auto">
              <a:xfrm rot="10800000">
                <a:off x="770925" y="3615008"/>
                <a:ext cx="21210" cy="49002"/>
              </a:xfrm>
              <a:custGeom>
                <a:avLst/>
                <a:gdLst>
                  <a:gd name="T0" fmla="*/ 23 w 23"/>
                  <a:gd name="T1" fmla="*/ 0 h 53"/>
                  <a:gd name="T2" fmla="*/ 0 w 23"/>
                  <a:gd name="T3" fmla="*/ 53 h 53"/>
                </a:gdLst>
                <a:ahLst/>
                <a:cxnLst>
                  <a:cxn ang="0">
                    <a:pos x="T0" y="T1"/>
                  </a:cxn>
                  <a:cxn ang="0">
                    <a:pos x="T2" y="T3"/>
                  </a:cxn>
                </a:cxnLst>
                <a:rect l="0" t="0" r="r" b="b"/>
                <a:pathLst>
                  <a:path w="23" h="53">
                    <a:moveTo>
                      <a:pt x="23" y="0"/>
                    </a:moveTo>
                    <a:cubicBezTo>
                      <a:pt x="15" y="13"/>
                      <a:pt x="0" y="40"/>
                      <a:pt x="0" y="5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16" name="Freeform 66"/>
              <p:cNvSpPr>
                <a:spLocks/>
              </p:cNvSpPr>
              <p:nvPr/>
            </p:nvSpPr>
            <p:spPr bwMode="auto">
              <a:xfrm rot="10800000">
                <a:off x="736805" y="3615008"/>
                <a:ext cx="13832" cy="49002"/>
              </a:xfrm>
              <a:custGeom>
                <a:avLst/>
                <a:gdLst>
                  <a:gd name="T0" fmla="*/ 15 w 15"/>
                  <a:gd name="T1" fmla="*/ 0 h 53"/>
                  <a:gd name="T2" fmla="*/ 0 w 15"/>
                  <a:gd name="T3" fmla="*/ 53 h 53"/>
                </a:gdLst>
                <a:ahLst/>
                <a:cxnLst>
                  <a:cxn ang="0">
                    <a:pos x="T0" y="T1"/>
                  </a:cxn>
                  <a:cxn ang="0">
                    <a:pos x="T2" y="T3"/>
                  </a:cxn>
                </a:cxnLst>
                <a:rect l="0" t="0" r="r" b="b"/>
                <a:pathLst>
                  <a:path w="15" h="53">
                    <a:moveTo>
                      <a:pt x="15" y="0"/>
                    </a:moveTo>
                    <a:cubicBezTo>
                      <a:pt x="15" y="13"/>
                      <a:pt x="8" y="40"/>
                      <a:pt x="0" y="53"/>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17" name="Freeform 67"/>
              <p:cNvSpPr>
                <a:spLocks/>
              </p:cNvSpPr>
              <p:nvPr/>
            </p:nvSpPr>
            <p:spPr bwMode="auto">
              <a:xfrm rot="10800000">
                <a:off x="757092" y="3590970"/>
                <a:ext cx="27665" cy="73040"/>
              </a:xfrm>
              <a:custGeom>
                <a:avLst/>
                <a:gdLst>
                  <a:gd name="T0" fmla="*/ 30 w 30"/>
                  <a:gd name="T1" fmla="*/ 0 h 79"/>
                  <a:gd name="T2" fmla="*/ 0 w 30"/>
                  <a:gd name="T3" fmla="*/ 79 h 79"/>
                </a:gdLst>
                <a:ahLst/>
                <a:cxnLst>
                  <a:cxn ang="0">
                    <a:pos x="T0" y="T1"/>
                  </a:cxn>
                  <a:cxn ang="0">
                    <a:pos x="T2" y="T3"/>
                  </a:cxn>
                </a:cxnLst>
                <a:rect l="0" t="0" r="r" b="b"/>
                <a:pathLst>
                  <a:path w="30" h="79">
                    <a:moveTo>
                      <a:pt x="30" y="0"/>
                    </a:moveTo>
                    <a:cubicBezTo>
                      <a:pt x="22" y="26"/>
                      <a:pt x="7" y="66"/>
                      <a:pt x="0" y="7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18" name="Freeform 92"/>
              <p:cNvSpPr>
                <a:spLocks/>
              </p:cNvSpPr>
              <p:nvPr/>
            </p:nvSpPr>
            <p:spPr bwMode="auto">
              <a:xfrm rot="10800000">
                <a:off x="487823" y="3979678"/>
                <a:ext cx="525629" cy="61021"/>
              </a:xfrm>
              <a:custGeom>
                <a:avLst/>
                <a:gdLst>
                  <a:gd name="T0" fmla="*/ 570 w 570"/>
                  <a:gd name="T1" fmla="*/ 0 h 66"/>
                  <a:gd name="T2" fmla="*/ 0 w 570"/>
                  <a:gd name="T3" fmla="*/ 0 h 66"/>
                </a:gdLst>
                <a:ahLst/>
                <a:cxnLst>
                  <a:cxn ang="0">
                    <a:pos x="T0" y="T1"/>
                  </a:cxn>
                  <a:cxn ang="0">
                    <a:pos x="T2" y="T3"/>
                  </a:cxn>
                </a:cxnLst>
                <a:rect l="0" t="0" r="r" b="b"/>
                <a:pathLst>
                  <a:path w="570" h="66">
                    <a:moveTo>
                      <a:pt x="570" y="0"/>
                    </a:moveTo>
                    <a:cubicBezTo>
                      <a:pt x="420" y="66"/>
                      <a:pt x="38" y="3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19" name="Freeform 93"/>
              <p:cNvSpPr>
                <a:spLocks/>
              </p:cNvSpPr>
              <p:nvPr/>
            </p:nvSpPr>
            <p:spPr bwMode="auto">
              <a:xfrm rot="10800000">
                <a:off x="487823" y="4043079"/>
                <a:ext cx="525629" cy="0"/>
              </a:xfrm>
              <a:custGeom>
                <a:avLst/>
                <a:gdLst>
                  <a:gd name="T0" fmla="*/ 570 w 570"/>
                  <a:gd name="T1" fmla="*/ 0 w 570"/>
                </a:gdLst>
                <a:ahLst/>
                <a:cxnLst>
                  <a:cxn ang="0">
                    <a:pos x="T0" y="0"/>
                  </a:cxn>
                  <a:cxn ang="0">
                    <a:pos x="T1" y="0"/>
                  </a:cxn>
                </a:cxnLst>
                <a:rect l="0" t="0" r="r" b="b"/>
                <a:pathLst>
                  <a:path w="570">
                    <a:moveTo>
                      <a:pt x="570" y="0"/>
                    </a:moveTo>
                    <a:cubicBezTo>
                      <a:pt x="360" y="0"/>
                      <a:pt x="90" y="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20" name="Freeform 94"/>
              <p:cNvSpPr>
                <a:spLocks/>
              </p:cNvSpPr>
              <p:nvPr/>
            </p:nvSpPr>
            <p:spPr bwMode="auto">
              <a:xfrm rot="10800000">
                <a:off x="778302" y="4006097"/>
                <a:ext cx="20287" cy="49002"/>
              </a:xfrm>
              <a:custGeom>
                <a:avLst/>
                <a:gdLst>
                  <a:gd name="T0" fmla="*/ 22 w 22"/>
                  <a:gd name="T1" fmla="*/ 53 h 53"/>
                  <a:gd name="T2" fmla="*/ 0 w 22"/>
                  <a:gd name="T3" fmla="*/ 0 h 53"/>
                </a:gdLst>
                <a:ahLst/>
                <a:cxnLst>
                  <a:cxn ang="0">
                    <a:pos x="T0" y="T1"/>
                  </a:cxn>
                  <a:cxn ang="0">
                    <a:pos x="T2" y="T3"/>
                  </a:cxn>
                </a:cxnLst>
                <a:rect l="0" t="0" r="r" b="b"/>
                <a:pathLst>
                  <a:path w="22" h="53">
                    <a:moveTo>
                      <a:pt x="22" y="53"/>
                    </a:moveTo>
                    <a:cubicBezTo>
                      <a:pt x="15" y="33"/>
                      <a:pt x="0" y="1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21" name="Freeform 95"/>
              <p:cNvSpPr>
                <a:spLocks/>
              </p:cNvSpPr>
              <p:nvPr/>
            </p:nvSpPr>
            <p:spPr bwMode="auto">
              <a:xfrm rot="10800000">
                <a:off x="743260" y="4006097"/>
                <a:ext cx="13832" cy="49002"/>
              </a:xfrm>
              <a:custGeom>
                <a:avLst/>
                <a:gdLst>
                  <a:gd name="T0" fmla="*/ 15 w 15"/>
                  <a:gd name="T1" fmla="*/ 53 h 53"/>
                  <a:gd name="T2" fmla="*/ 0 w 15"/>
                  <a:gd name="T3" fmla="*/ 0 h 53"/>
                </a:gdLst>
                <a:ahLst/>
                <a:cxnLst>
                  <a:cxn ang="0">
                    <a:pos x="T0" y="T1"/>
                  </a:cxn>
                  <a:cxn ang="0">
                    <a:pos x="T2" y="T3"/>
                  </a:cxn>
                </a:cxnLst>
                <a:rect l="0" t="0" r="r" b="b"/>
                <a:pathLst>
                  <a:path w="15" h="53">
                    <a:moveTo>
                      <a:pt x="15" y="53"/>
                    </a:moveTo>
                    <a:cubicBezTo>
                      <a:pt x="15" y="33"/>
                      <a:pt x="7" y="1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22" name="Freeform 96"/>
              <p:cNvSpPr>
                <a:spLocks/>
              </p:cNvSpPr>
              <p:nvPr/>
            </p:nvSpPr>
            <p:spPr bwMode="auto">
              <a:xfrm rot="10800000">
                <a:off x="762089" y="4006466"/>
                <a:ext cx="27665" cy="72000"/>
              </a:xfrm>
              <a:custGeom>
                <a:avLst/>
                <a:gdLst>
                  <a:gd name="T0" fmla="*/ 30 w 30"/>
                  <a:gd name="T1" fmla="*/ 86 h 86"/>
                  <a:gd name="T2" fmla="*/ 0 w 30"/>
                  <a:gd name="T3" fmla="*/ 0 h 86"/>
                </a:gdLst>
                <a:ahLst/>
                <a:cxnLst>
                  <a:cxn ang="0">
                    <a:pos x="T0" y="T1"/>
                  </a:cxn>
                  <a:cxn ang="0">
                    <a:pos x="T2" y="T3"/>
                  </a:cxn>
                </a:cxnLst>
                <a:rect l="0" t="0" r="r" b="b"/>
                <a:pathLst>
                  <a:path w="30" h="86">
                    <a:moveTo>
                      <a:pt x="30" y="86"/>
                    </a:moveTo>
                    <a:cubicBezTo>
                      <a:pt x="23" y="60"/>
                      <a:pt x="8" y="13"/>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23" name="Freeform 121"/>
              <p:cNvSpPr>
                <a:spLocks/>
              </p:cNvSpPr>
              <p:nvPr/>
            </p:nvSpPr>
            <p:spPr bwMode="auto">
              <a:xfrm rot="10800000">
                <a:off x="840086" y="3639971"/>
                <a:ext cx="193653" cy="36058"/>
              </a:xfrm>
              <a:custGeom>
                <a:avLst/>
                <a:gdLst>
                  <a:gd name="T0" fmla="*/ 0 w 210"/>
                  <a:gd name="T1" fmla="*/ 39 h 39"/>
                  <a:gd name="T2" fmla="*/ 210 w 210"/>
                  <a:gd name="T3" fmla="*/ 0 h 39"/>
                </a:gdLst>
                <a:ahLst/>
                <a:cxnLst>
                  <a:cxn ang="0">
                    <a:pos x="T0" y="T1"/>
                  </a:cxn>
                  <a:cxn ang="0">
                    <a:pos x="T2" y="T3"/>
                  </a:cxn>
                </a:cxnLst>
                <a:rect l="0" t="0" r="r" b="b"/>
                <a:pathLst>
                  <a:path w="210" h="39">
                    <a:moveTo>
                      <a:pt x="0" y="39"/>
                    </a:moveTo>
                    <a:cubicBezTo>
                      <a:pt x="60" y="26"/>
                      <a:pt x="150" y="0"/>
                      <a:pt x="21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24" name="Freeform 122"/>
              <p:cNvSpPr>
                <a:spLocks/>
              </p:cNvSpPr>
              <p:nvPr/>
            </p:nvSpPr>
            <p:spPr bwMode="auto">
              <a:xfrm rot="10800000">
                <a:off x="840086" y="3994078"/>
                <a:ext cx="193653" cy="36058"/>
              </a:xfrm>
              <a:custGeom>
                <a:avLst/>
                <a:gdLst>
                  <a:gd name="T0" fmla="*/ 0 w 210"/>
                  <a:gd name="T1" fmla="*/ 0 h 39"/>
                  <a:gd name="T2" fmla="*/ 210 w 210"/>
                  <a:gd name="T3" fmla="*/ 39 h 39"/>
                </a:gdLst>
                <a:ahLst/>
                <a:cxnLst>
                  <a:cxn ang="0">
                    <a:pos x="T0" y="T1"/>
                  </a:cxn>
                  <a:cxn ang="0">
                    <a:pos x="T2" y="T3"/>
                  </a:cxn>
                </a:cxnLst>
                <a:rect l="0" t="0" r="r" b="b"/>
                <a:pathLst>
                  <a:path w="210" h="39">
                    <a:moveTo>
                      <a:pt x="0" y="0"/>
                    </a:moveTo>
                    <a:cubicBezTo>
                      <a:pt x="60" y="13"/>
                      <a:pt x="150" y="39"/>
                      <a:pt x="210" y="3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25" name="Freeform 123"/>
              <p:cNvSpPr>
                <a:spLocks/>
              </p:cNvSpPr>
              <p:nvPr/>
            </p:nvSpPr>
            <p:spPr bwMode="auto">
              <a:xfrm rot="10800000">
                <a:off x="964577" y="3553987"/>
                <a:ext cx="41497" cy="55474"/>
              </a:xfrm>
              <a:custGeom>
                <a:avLst/>
                <a:gdLst>
                  <a:gd name="T0" fmla="*/ 45 w 45"/>
                  <a:gd name="T1" fmla="*/ 53 h 60"/>
                  <a:gd name="T2" fmla="*/ 0 w 45"/>
                  <a:gd name="T3" fmla="*/ 0 h 60"/>
                </a:gdLst>
                <a:ahLst/>
                <a:cxnLst>
                  <a:cxn ang="0">
                    <a:pos x="T0" y="T1"/>
                  </a:cxn>
                  <a:cxn ang="0">
                    <a:pos x="T2" y="T3"/>
                  </a:cxn>
                </a:cxnLst>
                <a:rect l="0" t="0" r="r" b="b"/>
                <a:pathLst>
                  <a:path w="45" h="60">
                    <a:moveTo>
                      <a:pt x="45" y="53"/>
                    </a:moveTo>
                    <a:cubicBezTo>
                      <a:pt x="30" y="60"/>
                      <a:pt x="7" y="0"/>
                      <a:pt x="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26" name="Freeform 124"/>
              <p:cNvSpPr>
                <a:spLocks/>
              </p:cNvSpPr>
              <p:nvPr/>
            </p:nvSpPr>
            <p:spPr bwMode="auto">
              <a:xfrm rot="10800000">
                <a:off x="964577" y="3560459"/>
                <a:ext cx="41497" cy="73040"/>
              </a:xfrm>
              <a:custGeom>
                <a:avLst/>
                <a:gdLst>
                  <a:gd name="T0" fmla="*/ 0 w 45"/>
                  <a:gd name="T1" fmla="*/ 26 h 79"/>
                  <a:gd name="T2" fmla="*/ 45 w 45"/>
                  <a:gd name="T3" fmla="*/ 79 h 79"/>
                </a:gdLst>
                <a:ahLst/>
                <a:cxnLst>
                  <a:cxn ang="0">
                    <a:pos x="T0" y="T1"/>
                  </a:cxn>
                  <a:cxn ang="0">
                    <a:pos x="T2" y="T3"/>
                  </a:cxn>
                </a:cxnLst>
                <a:rect l="0" t="0" r="r" b="b"/>
                <a:pathLst>
                  <a:path w="45" h="79">
                    <a:moveTo>
                      <a:pt x="0" y="26"/>
                    </a:moveTo>
                    <a:cubicBezTo>
                      <a:pt x="30" y="0"/>
                      <a:pt x="45" y="73"/>
                      <a:pt x="45" y="7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27" name="Freeform 125"/>
              <p:cNvSpPr>
                <a:spLocks/>
              </p:cNvSpPr>
              <p:nvPr/>
            </p:nvSpPr>
            <p:spPr bwMode="auto">
              <a:xfrm rot="10800000">
                <a:off x="950745" y="3560459"/>
                <a:ext cx="41497" cy="73040"/>
              </a:xfrm>
              <a:custGeom>
                <a:avLst/>
                <a:gdLst>
                  <a:gd name="T0" fmla="*/ 0 w 45"/>
                  <a:gd name="T1" fmla="*/ 13 h 79"/>
                  <a:gd name="T2" fmla="*/ 30 w 45"/>
                  <a:gd name="T3" fmla="*/ 79 h 79"/>
                </a:gdLst>
                <a:ahLst/>
                <a:cxnLst>
                  <a:cxn ang="0">
                    <a:pos x="T0" y="T1"/>
                  </a:cxn>
                  <a:cxn ang="0">
                    <a:pos x="T2" y="T3"/>
                  </a:cxn>
                </a:cxnLst>
                <a:rect l="0" t="0" r="r" b="b"/>
                <a:pathLst>
                  <a:path w="45" h="79">
                    <a:moveTo>
                      <a:pt x="0" y="13"/>
                    </a:moveTo>
                    <a:cubicBezTo>
                      <a:pt x="15" y="0"/>
                      <a:pt x="45" y="79"/>
                      <a:pt x="30" y="79"/>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28" name="Freeform 126"/>
              <p:cNvSpPr>
                <a:spLocks/>
              </p:cNvSpPr>
              <p:nvPr/>
            </p:nvSpPr>
            <p:spPr bwMode="auto">
              <a:xfrm rot="10800000">
                <a:off x="964577" y="4055099"/>
                <a:ext cx="41497" cy="61021"/>
              </a:xfrm>
              <a:custGeom>
                <a:avLst/>
                <a:gdLst>
                  <a:gd name="T0" fmla="*/ 45 w 45"/>
                  <a:gd name="T1" fmla="*/ 13 h 66"/>
                  <a:gd name="T2" fmla="*/ 0 w 45"/>
                  <a:gd name="T3" fmla="*/ 66 h 66"/>
                </a:gdLst>
                <a:ahLst/>
                <a:cxnLst>
                  <a:cxn ang="0">
                    <a:pos x="T0" y="T1"/>
                  </a:cxn>
                  <a:cxn ang="0">
                    <a:pos x="T2" y="T3"/>
                  </a:cxn>
                </a:cxnLst>
                <a:rect l="0" t="0" r="r" b="b"/>
                <a:pathLst>
                  <a:path w="45" h="66">
                    <a:moveTo>
                      <a:pt x="45" y="13"/>
                    </a:moveTo>
                    <a:cubicBezTo>
                      <a:pt x="30" y="0"/>
                      <a:pt x="7" y="66"/>
                      <a:pt x="0" y="66"/>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29" name="Freeform 127"/>
              <p:cNvSpPr>
                <a:spLocks/>
              </p:cNvSpPr>
              <p:nvPr/>
            </p:nvSpPr>
            <p:spPr bwMode="auto">
              <a:xfrm rot="10800000">
                <a:off x="964577" y="4030136"/>
                <a:ext cx="41497" cy="73965"/>
              </a:xfrm>
              <a:custGeom>
                <a:avLst/>
                <a:gdLst>
                  <a:gd name="T0" fmla="*/ 0 w 45"/>
                  <a:gd name="T1" fmla="*/ 53 h 80"/>
                  <a:gd name="T2" fmla="*/ 45 w 45"/>
                  <a:gd name="T3" fmla="*/ 0 h 80"/>
                </a:gdLst>
                <a:ahLst/>
                <a:cxnLst>
                  <a:cxn ang="0">
                    <a:pos x="T0" y="T1"/>
                  </a:cxn>
                  <a:cxn ang="0">
                    <a:pos x="T2" y="T3"/>
                  </a:cxn>
                </a:cxnLst>
                <a:rect l="0" t="0" r="r" b="b"/>
                <a:pathLst>
                  <a:path w="45" h="80">
                    <a:moveTo>
                      <a:pt x="0" y="53"/>
                    </a:moveTo>
                    <a:cubicBezTo>
                      <a:pt x="30" y="80"/>
                      <a:pt x="45" y="0"/>
                      <a:pt x="45"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30" name="Freeform 128"/>
              <p:cNvSpPr>
                <a:spLocks/>
              </p:cNvSpPr>
              <p:nvPr/>
            </p:nvSpPr>
            <p:spPr bwMode="auto">
              <a:xfrm rot="10800000">
                <a:off x="950745" y="4030136"/>
                <a:ext cx="41497" cy="73965"/>
              </a:xfrm>
              <a:custGeom>
                <a:avLst/>
                <a:gdLst>
                  <a:gd name="T0" fmla="*/ 0 w 45"/>
                  <a:gd name="T1" fmla="*/ 60 h 80"/>
                  <a:gd name="T2" fmla="*/ 30 w 45"/>
                  <a:gd name="T3" fmla="*/ 0 h 80"/>
                </a:gdLst>
                <a:ahLst/>
                <a:cxnLst>
                  <a:cxn ang="0">
                    <a:pos x="T0" y="T1"/>
                  </a:cxn>
                  <a:cxn ang="0">
                    <a:pos x="T2" y="T3"/>
                  </a:cxn>
                </a:cxnLst>
                <a:rect l="0" t="0" r="r" b="b"/>
                <a:pathLst>
                  <a:path w="45" h="80">
                    <a:moveTo>
                      <a:pt x="0" y="60"/>
                    </a:moveTo>
                    <a:cubicBezTo>
                      <a:pt x="15" y="80"/>
                      <a:pt x="45" y="0"/>
                      <a:pt x="30" y="0"/>
                    </a:cubicBezTo>
                  </a:path>
                </a:pathLst>
              </a:custGeom>
              <a:noFill/>
              <a:ln w="3175" cap="flat">
                <a:solidFill>
                  <a:schemeClr val="tx1"/>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31" name="Rectangle 69"/>
              <p:cNvSpPr>
                <a:spLocks noChangeArrowheads="1"/>
              </p:cNvSpPr>
              <p:nvPr/>
            </p:nvSpPr>
            <p:spPr bwMode="auto">
              <a:xfrm rot="10800000">
                <a:off x="788249" y="4063770"/>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32" name="Rectangle 69"/>
              <p:cNvSpPr>
                <a:spLocks noChangeArrowheads="1"/>
              </p:cNvSpPr>
              <p:nvPr/>
            </p:nvSpPr>
            <p:spPr bwMode="auto">
              <a:xfrm rot="10800000">
                <a:off x="816174" y="4063770"/>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33" name="Rectangle 69"/>
              <p:cNvSpPr>
                <a:spLocks noChangeArrowheads="1"/>
              </p:cNvSpPr>
              <p:nvPr/>
            </p:nvSpPr>
            <p:spPr bwMode="auto">
              <a:xfrm rot="10800000">
                <a:off x="788265" y="3592348"/>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34" name="Rectangle 69"/>
              <p:cNvSpPr>
                <a:spLocks noChangeArrowheads="1"/>
              </p:cNvSpPr>
              <p:nvPr/>
            </p:nvSpPr>
            <p:spPr bwMode="auto">
              <a:xfrm rot="10800000">
                <a:off x="816190" y="3592348"/>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35" name="Rectangle 69"/>
              <p:cNvSpPr>
                <a:spLocks noChangeArrowheads="1"/>
              </p:cNvSpPr>
              <p:nvPr/>
            </p:nvSpPr>
            <p:spPr bwMode="auto">
              <a:xfrm rot="10800000">
                <a:off x="535879" y="4059024"/>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36" name="Rectangle 69"/>
              <p:cNvSpPr>
                <a:spLocks noChangeArrowheads="1"/>
              </p:cNvSpPr>
              <p:nvPr/>
            </p:nvSpPr>
            <p:spPr bwMode="auto">
              <a:xfrm rot="10800000">
                <a:off x="563804" y="4059024"/>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37" name="Rectangle 69"/>
              <p:cNvSpPr>
                <a:spLocks noChangeArrowheads="1"/>
              </p:cNvSpPr>
              <p:nvPr/>
            </p:nvSpPr>
            <p:spPr bwMode="auto">
              <a:xfrm rot="10800000">
                <a:off x="535895" y="3597126"/>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338" name="Rectangle 69"/>
              <p:cNvSpPr>
                <a:spLocks noChangeArrowheads="1"/>
              </p:cNvSpPr>
              <p:nvPr/>
            </p:nvSpPr>
            <p:spPr bwMode="auto">
              <a:xfrm rot="10800000">
                <a:off x="563820" y="3597126"/>
                <a:ext cx="28800" cy="10800"/>
              </a:xfrm>
              <a:prstGeom prst="rect">
                <a:avLst/>
              </a:prstGeom>
              <a:solidFill>
                <a:srgbClr val="F9F9F9"/>
              </a:solidFill>
              <a:ln w="3175">
                <a:solidFill>
                  <a:schemeClr val="tx1"/>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grpSp>
        <p:sp>
          <p:nvSpPr>
            <p:cNvPr id="262" name="流程图: 联系 403"/>
            <p:cNvSpPr/>
            <p:nvPr/>
          </p:nvSpPr>
          <p:spPr>
            <a:xfrm>
              <a:off x="1455044" y="2590647"/>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63" name="流程图: 联系 403"/>
            <p:cNvSpPr/>
            <p:nvPr/>
          </p:nvSpPr>
          <p:spPr>
            <a:xfrm>
              <a:off x="1463014" y="2524284"/>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64" name="流程图: 联系 403"/>
            <p:cNvSpPr/>
            <p:nvPr/>
          </p:nvSpPr>
          <p:spPr>
            <a:xfrm>
              <a:off x="1460684" y="2458136"/>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65" name="流程图: 联系 403"/>
            <p:cNvSpPr/>
            <p:nvPr/>
          </p:nvSpPr>
          <p:spPr>
            <a:xfrm>
              <a:off x="1445527" y="2407543"/>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266" name="矩形 265"/>
            <p:cNvSpPr/>
            <p:nvPr/>
          </p:nvSpPr>
          <p:spPr>
            <a:xfrm>
              <a:off x="740699" y="2340673"/>
              <a:ext cx="763276" cy="332133"/>
            </a:xfrm>
            <a:prstGeom prst="rect">
              <a:avLst/>
            </a:prstGeom>
            <a:noFill/>
            <a:ln w="1905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grpSp>
          <p:nvGrpSpPr>
            <p:cNvPr id="133" name="组合 132"/>
            <p:cNvGrpSpPr/>
            <p:nvPr/>
          </p:nvGrpSpPr>
          <p:grpSpPr>
            <a:xfrm rot="15066619">
              <a:off x="4183612" y="1644367"/>
              <a:ext cx="688862" cy="309513"/>
              <a:chOff x="2888780" y="1949025"/>
              <a:chExt cx="1320528" cy="562133"/>
            </a:xfrm>
          </p:grpSpPr>
          <p:sp>
            <p:nvSpPr>
              <p:cNvPr id="162" name="Freeform 5"/>
              <p:cNvSpPr>
                <a:spLocks/>
              </p:cNvSpPr>
              <p:nvPr/>
            </p:nvSpPr>
            <p:spPr bwMode="auto">
              <a:xfrm rot="10800000">
                <a:off x="4043320" y="1998027"/>
                <a:ext cx="165988" cy="464129"/>
              </a:xfrm>
              <a:custGeom>
                <a:avLst/>
                <a:gdLst>
                  <a:gd name="T0" fmla="*/ 180 w 180"/>
                  <a:gd name="T1" fmla="*/ 502 h 502"/>
                  <a:gd name="T2" fmla="*/ 180 w 180"/>
                  <a:gd name="T3" fmla="*/ 0 h 502"/>
                </a:gdLst>
                <a:ahLst/>
                <a:cxnLst>
                  <a:cxn ang="0">
                    <a:pos x="T0" y="T1"/>
                  </a:cxn>
                  <a:cxn ang="0">
                    <a:pos x="T2" y="T3"/>
                  </a:cxn>
                </a:cxnLst>
                <a:rect l="0" t="0" r="r" b="b"/>
                <a:pathLst>
                  <a:path w="180" h="502">
                    <a:moveTo>
                      <a:pt x="180" y="502"/>
                    </a:moveTo>
                    <a:cubicBezTo>
                      <a:pt x="15" y="396"/>
                      <a:pt x="0" y="132"/>
                      <a:pt x="18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63" name="Freeform 6"/>
              <p:cNvSpPr>
                <a:spLocks/>
              </p:cNvSpPr>
              <p:nvPr/>
            </p:nvSpPr>
            <p:spPr bwMode="auto">
              <a:xfrm rot="10800000">
                <a:off x="3849667" y="1973988"/>
                <a:ext cx="193653" cy="24039"/>
              </a:xfrm>
              <a:custGeom>
                <a:avLst/>
                <a:gdLst>
                  <a:gd name="T0" fmla="*/ 0 w 210"/>
                  <a:gd name="T1" fmla="*/ 0 h 26"/>
                  <a:gd name="T2" fmla="*/ 210 w 210"/>
                  <a:gd name="T3" fmla="*/ 13 h 26"/>
                </a:gdLst>
                <a:ahLst/>
                <a:cxnLst>
                  <a:cxn ang="0">
                    <a:pos x="T0" y="T1"/>
                  </a:cxn>
                  <a:cxn ang="0">
                    <a:pos x="T2" y="T3"/>
                  </a:cxn>
                </a:cxnLst>
                <a:rect l="0" t="0" r="r" b="b"/>
                <a:pathLst>
                  <a:path w="210" h="26">
                    <a:moveTo>
                      <a:pt x="0" y="0"/>
                    </a:moveTo>
                    <a:cubicBezTo>
                      <a:pt x="105" y="26"/>
                      <a:pt x="165" y="13"/>
                      <a:pt x="210" y="1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64" name="Freeform 7"/>
              <p:cNvSpPr>
                <a:spLocks/>
              </p:cNvSpPr>
              <p:nvPr/>
            </p:nvSpPr>
            <p:spPr bwMode="auto">
              <a:xfrm rot="10800000">
                <a:off x="4118936" y="2120069"/>
                <a:ext cx="48874" cy="220045"/>
              </a:xfrm>
              <a:custGeom>
                <a:avLst/>
                <a:gdLst>
                  <a:gd name="T0" fmla="*/ 53 w 53"/>
                  <a:gd name="T1" fmla="*/ 238 h 238"/>
                  <a:gd name="T2" fmla="*/ 53 w 53"/>
                  <a:gd name="T3" fmla="*/ 0 h 238"/>
                </a:gdLst>
                <a:ahLst/>
                <a:cxnLst>
                  <a:cxn ang="0">
                    <a:pos x="T0" y="T1"/>
                  </a:cxn>
                  <a:cxn ang="0">
                    <a:pos x="T2" y="T3"/>
                  </a:cxn>
                </a:cxnLst>
                <a:rect l="0" t="0" r="r" b="b"/>
                <a:pathLst>
                  <a:path w="53" h="238">
                    <a:moveTo>
                      <a:pt x="53" y="238"/>
                    </a:moveTo>
                    <a:cubicBezTo>
                      <a:pt x="0" y="185"/>
                      <a:pt x="0" y="79"/>
                      <a:pt x="53"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65" name="Freeform 8"/>
              <p:cNvSpPr>
                <a:spLocks/>
              </p:cNvSpPr>
              <p:nvPr/>
            </p:nvSpPr>
            <p:spPr bwMode="auto">
              <a:xfrm rot="10800000">
                <a:off x="4029487" y="2010046"/>
                <a:ext cx="110659" cy="122042"/>
              </a:xfrm>
              <a:custGeom>
                <a:avLst/>
                <a:gdLst>
                  <a:gd name="T0" fmla="*/ 48 w 256"/>
                  <a:gd name="T1" fmla="*/ 32 h 320"/>
                  <a:gd name="T2" fmla="*/ 96 w 256"/>
                  <a:gd name="T3" fmla="*/ 160 h 320"/>
                  <a:gd name="T4" fmla="*/ 176 w 256"/>
                  <a:gd name="T5" fmla="*/ 272 h 320"/>
                  <a:gd name="T6" fmla="*/ 192 w 256"/>
                  <a:gd name="T7" fmla="*/ 208 h 320"/>
                  <a:gd name="T8" fmla="*/ 96 w 256"/>
                  <a:gd name="T9" fmla="*/ 64 h 320"/>
                  <a:gd name="T10" fmla="*/ 48 w 256"/>
                  <a:gd name="T11" fmla="*/ 32 h 320"/>
                </a:gdLst>
                <a:ahLst/>
                <a:cxnLst>
                  <a:cxn ang="0">
                    <a:pos x="T0" y="T1"/>
                  </a:cxn>
                  <a:cxn ang="0">
                    <a:pos x="T2" y="T3"/>
                  </a:cxn>
                  <a:cxn ang="0">
                    <a:pos x="T4" y="T5"/>
                  </a:cxn>
                  <a:cxn ang="0">
                    <a:pos x="T6" y="T7"/>
                  </a:cxn>
                  <a:cxn ang="0">
                    <a:pos x="T8" y="T9"/>
                  </a:cxn>
                  <a:cxn ang="0">
                    <a:pos x="T10" y="T11"/>
                  </a:cxn>
                </a:cxnLst>
                <a:rect l="0" t="0" r="r" b="b"/>
                <a:pathLst>
                  <a:path w="256" h="320">
                    <a:moveTo>
                      <a:pt x="48" y="32"/>
                    </a:moveTo>
                    <a:cubicBezTo>
                      <a:pt x="0" y="0"/>
                      <a:pt x="80" y="128"/>
                      <a:pt x="96" y="160"/>
                    </a:cubicBezTo>
                    <a:cubicBezTo>
                      <a:pt x="96" y="208"/>
                      <a:pt x="144" y="256"/>
                      <a:pt x="176" y="272"/>
                    </a:cubicBezTo>
                    <a:cubicBezTo>
                      <a:pt x="256" y="320"/>
                      <a:pt x="208" y="224"/>
                      <a:pt x="192" y="208"/>
                    </a:cubicBezTo>
                    <a:cubicBezTo>
                      <a:pt x="160" y="160"/>
                      <a:pt x="128" y="112"/>
                      <a:pt x="96" y="64"/>
                    </a:cubicBezTo>
                    <a:cubicBezTo>
                      <a:pt x="80" y="48"/>
                      <a:pt x="64" y="48"/>
                      <a:pt x="48" y="32"/>
                    </a:cubicBezTo>
                  </a:path>
                </a:pathLst>
              </a:custGeom>
              <a:solidFill>
                <a:srgbClr val="FFFFFF"/>
              </a:solidFill>
              <a:ln w="3175">
                <a:solidFill>
                  <a:srgbClr val="5757FF"/>
                </a:solidFill>
                <a:prstDash val="solid"/>
                <a:round/>
                <a:headEnd/>
                <a:tailEnd/>
              </a:ln>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66" name="Freeform 9"/>
              <p:cNvSpPr>
                <a:spLocks/>
              </p:cNvSpPr>
              <p:nvPr/>
            </p:nvSpPr>
            <p:spPr bwMode="auto">
              <a:xfrm rot="10800000">
                <a:off x="4029487" y="2010046"/>
                <a:ext cx="110659" cy="122042"/>
              </a:xfrm>
              <a:custGeom>
                <a:avLst/>
                <a:gdLst>
                  <a:gd name="T0" fmla="*/ 23 w 120"/>
                  <a:gd name="T1" fmla="*/ 13 h 132"/>
                  <a:gd name="T2" fmla="*/ 45 w 120"/>
                  <a:gd name="T3" fmla="*/ 66 h 132"/>
                  <a:gd name="T4" fmla="*/ 82 w 120"/>
                  <a:gd name="T5" fmla="*/ 112 h 132"/>
                  <a:gd name="T6" fmla="*/ 90 w 120"/>
                  <a:gd name="T7" fmla="*/ 86 h 132"/>
                  <a:gd name="T8" fmla="*/ 45 w 120"/>
                  <a:gd name="T9" fmla="*/ 26 h 132"/>
                  <a:gd name="T10" fmla="*/ 23 w 120"/>
                  <a:gd name="T11" fmla="*/ 13 h 132"/>
                </a:gdLst>
                <a:ahLst/>
                <a:cxnLst>
                  <a:cxn ang="0">
                    <a:pos x="T0" y="T1"/>
                  </a:cxn>
                  <a:cxn ang="0">
                    <a:pos x="T2" y="T3"/>
                  </a:cxn>
                  <a:cxn ang="0">
                    <a:pos x="T4" y="T5"/>
                  </a:cxn>
                  <a:cxn ang="0">
                    <a:pos x="T6" y="T7"/>
                  </a:cxn>
                  <a:cxn ang="0">
                    <a:pos x="T8" y="T9"/>
                  </a:cxn>
                  <a:cxn ang="0">
                    <a:pos x="T10" y="T11"/>
                  </a:cxn>
                </a:cxnLst>
                <a:rect l="0" t="0" r="r" b="b"/>
                <a:pathLst>
                  <a:path w="120" h="132">
                    <a:moveTo>
                      <a:pt x="23" y="13"/>
                    </a:moveTo>
                    <a:cubicBezTo>
                      <a:pt x="0" y="0"/>
                      <a:pt x="38" y="53"/>
                      <a:pt x="45" y="66"/>
                    </a:cubicBezTo>
                    <a:cubicBezTo>
                      <a:pt x="45" y="86"/>
                      <a:pt x="68" y="105"/>
                      <a:pt x="82" y="112"/>
                    </a:cubicBezTo>
                    <a:cubicBezTo>
                      <a:pt x="120" y="132"/>
                      <a:pt x="97" y="92"/>
                      <a:pt x="90" y="86"/>
                    </a:cubicBezTo>
                    <a:cubicBezTo>
                      <a:pt x="75" y="66"/>
                      <a:pt x="60" y="46"/>
                      <a:pt x="45" y="26"/>
                    </a:cubicBezTo>
                    <a:cubicBezTo>
                      <a:pt x="38" y="19"/>
                      <a:pt x="30" y="19"/>
                      <a:pt x="23" y="1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67" name="Freeform 10"/>
              <p:cNvSpPr>
                <a:spLocks/>
              </p:cNvSpPr>
              <p:nvPr/>
            </p:nvSpPr>
            <p:spPr bwMode="auto">
              <a:xfrm rot="10800000">
                <a:off x="4029487" y="2328095"/>
                <a:ext cx="110659" cy="122042"/>
              </a:xfrm>
              <a:custGeom>
                <a:avLst/>
                <a:gdLst>
                  <a:gd name="T0" fmla="*/ 48 w 256"/>
                  <a:gd name="T1" fmla="*/ 304 h 320"/>
                  <a:gd name="T2" fmla="*/ 96 w 256"/>
                  <a:gd name="T3" fmla="*/ 160 h 320"/>
                  <a:gd name="T4" fmla="*/ 176 w 256"/>
                  <a:gd name="T5" fmla="*/ 64 h 320"/>
                  <a:gd name="T6" fmla="*/ 192 w 256"/>
                  <a:gd name="T7" fmla="*/ 128 h 320"/>
                  <a:gd name="T8" fmla="*/ 96 w 256"/>
                  <a:gd name="T9" fmla="*/ 256 h 320"/>
                  <a:gd name="T10" fmla="*/ 48 w 256"/>
                  <a:gd name="T11" fmla="*/ 304 h 320"/>
                </a:gdLst>
                <a:ahLst/>
                <a:cxnLst>
                  <a:cxn ang="0">
                    <a:pos x="T0" y="T1"/>
                  </a:cxn>
                  <a:cxn ang="0">
                    <a:pos x="T2" y="T3"/>
                  </a:cxn>
                  <a:cxn ang="0">
                    <a:pos x="T4" y="T5"/>
                  </a:cxn>
                  <a:cxn ang="0">
                    <a:pos x="T6" y="T7"/>
                  </a:cxn>
                  <a:cxn ang="0">
                    <a:pos x="T8" y="T9"/>
                  </a:cxn>
                  <a:cxn ang="0">
                    <a:pos x="T10" y="T11"/>
                  </a:cxn>
                </a:cxnLst>
                <a:rect l="0" t="0" r="r" b="b"/>
                <a:pathLst>
                  <a:path w="256" h="320">
                    <a:moveTo>
                      <a:pt x="48" y="304"/>
                    </a:moveTo>
                    <a:cubicBezTo>
                      <a:pt x="0" y="320"/>
                      <a:pt x="80" y="208"/>
                      <a:pt x="96" y="160"/>
                    </a:cubicBezTo>
                    <a:cubicBezTo>
                      <a:pt x="112" y="112"/>
                      <a:pt x="144" y="80"/>
                      <a:pt x="176" y="64"/>
                    </a:cubicBezTo>
                    <a:cubicBezTo>
                      <a:pt x="256" y="0"/>
                      <a:pt x="208" y="112"/>
                      <a:pt x="192" y="128"/>
                    </a:cubicBezTo>
                    <a:cubicBezTo>
                      <a:pt x="160" y="160"/>
                      <a:pt x="128" y="224"/>
                      <a:pt x="96" y="256"/>
                    </a:cubicBezTo>
                    <a:cubicBezTo>
                      <a:pt x="80" y="288"/>
                      <a:pt x="64" y="288"/>
                      <a:pt x="48" y="304"/>
                    </a:cubicBezTo>
                  </a:path>
                </a:pathLst>
              </a:custGeom>
              <a:solidFill>
                <a:srgbClr val="FFFFFF"/>
              </a:solidFill>
              <a:ln w="3175">
                <a:solidFill>
                  <a:srgbClr val="5757FF"/>
                </a:solidFill>
                <a:prstDash val="solid"/>
                <a:round/>
                <a:headEnd/>
                <a:tailEnd/>
              </a:ln>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68" name="Freeform 11"/>
              <p:cNvSpPr>
                <a:spLocks/>
              </p:cNvSpPr>
              <p:nvPr/>
            </p:nvSpPr>
            <p:spPr bwMode="auto">
              <a:xfrm rot="10800000">
                <a:off x="4029487" y="2328095"/>
                <a:ext cx="110659" cy="122042"/>
              </a:xfrm>
              <a:custGeom>
                <a:avLst/>
                <a:gdLst>
                  <a:gd name="T0" fmla="*/ 23 w 120"/>
                  <a:gd name="T1" fmla="*/ 126 h 132"/>
                  <a:gd name="T2" fmla="*/ 45 w 120"/>
                  <a:gd name="T3" fmla="*/ 66 h 132"/>
                  <a:gd name="T4" fmla="*/ 82 w 120"/>
                  <a:gd name="T5" fmla="*/ 27 h 132"/>
                  <a:gd name="T6" fmla="*/ 90 w 120"/>
                  <a:gd name="T7" fmla="*/ 53 h 132"/>
                  <a:gd name="T8" fmla="*/ 45 w 120"/>
                  <a:gd name="T9" fmla="*/ 106 h 132"/>
                  <a:gd name="T10" fmla="*/ 23 w 120"/>
                  <a:gd name="T11" fmla="*/ 126 h 132"/>
                </a:gdLst>
                <a:ahLst/>
                <a:cxnLst>
                  <a:cxn ang="0">
                    <a:pos x="T0" y="T1"/>
                  </a:cxn>
                  <a:cxn ang="0">
                    <a:pos x="T2" y="T3"/>
                  </a:cxn>
                  <a:cxn ang="0">
                    <a:pos x="T4" y="T5"/>
                  </a:cxn>
                  <a:cxn ang="0">
                    <a:pos x="T6" y="T7"/>
                  </a:cxn>
                  <a:cxn ang="0">
                    <a:pos x="T8" y="T9"/>
                  </a:cxn>
                  <a:cxn ang="0">
                    <a:pos x="T10" y="T11"/>
                  </a:cxn>
                </a:cxnLst>
                <a:rect l="0" t="0" r="r" b="b"/>
                <a:pathLst>
                  <a:path w="120" h="132">
                    <a:moveTo>
                      <a:pt x="23" y="126"/>
                    </a:moveTo>
                    <a:cubicBezTo>
                      <a:pt x="0" y="132"/>
                      <a:pt x="38" y="86"/>
                      <a:pt x="45" y="66"/>
                    </a:cubicBezTo>
                    <a:cubicBezTo>
                      <a:pt x="53" y="46"/>
                      <a:pt x="68" y="33"/>
                      <a:pt x="82" y="27"/>
                    </a:cubicBezTo>
                    <a:cubicBezTo>
                      <a:pt x="120" y="0"/>
                      <a:pt x="97" y="46"/>
                      <a:pt x="90" y="53"/>
                    </a:cubicBezTo>
                    <a:cubicBezTo>
                      <a:pt x="75" y="66"/>
                      <a:pt x="60" y="93"/>
                      <a:pt x="45" y="106"/>
                    </a:cubicBezTo>
                    <a:cubicBezTo>
                      <a:pt x="38" y="119"/>
                      <a:pt x="30" y="119"/>
                      <a:pt x="23" y="12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69" name="Freeform 12"/>
              <p:cNvSpPr>
                <a:spLocks/>
              </p:cNvSpPr>
              <p:nvPr/>
            </p:nvSpPr>
            <p:spPr bwMode="auto">
              <a:xfrm rot="10800000">
                <a:off x="3891164" y="2071067"/>
                <a:ext cx="248982" cy="73965"/>
              </a:xfrm>
              <a:custGeom>
                <a:avLst/>
                <a:gdLst>
                  <a:gd name="T0" fmla="*/ 270 w 270"/>
                  <a:gd name="T1" fmla="*/ 80 h 80"/>
                  <a:gd name="T2" fmla="*/ 0 w 270"/>
                  <a:gd name="T3" fmla="*/ 0 h 80"/>
                </a:gdLst>
                <a:ahLst/>
                <a:cxnLst>
                  <a:cxn ang="0">
                    <a:pos x="T0" y="T1"/>
                  </a:cxn>
                  <a:cxn ang="0">
                    <a:pos x="T2" y="T3"/>
                  </a:cxn>
                </a:cxnLst>
                <a:rect l="0" t="0" r="r" b="b"/>
                <a:pathLst>
                  <a:path w="270" h="80">
                    <a:moveTo>
                      <a:pt x="270" y="80"/>
                    </a:moveTo>
                    <a:cubicBezTo>
                      <a:pt x="180" y="53"/>
                      <a:pt x="60" y="5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70" name="Freeform 13"/>
              <p:cNvSpPr>
                <a:spLocks/>
              </p:cNvSpPr>
              <p:nvPr/>
            </p:nvSpPr>
            <p:spPr bwMode="auto">
              <a:xfrm rot="10800000">
                <a:off x="3891164" y="2315151"/>
                <a:ext cx="248982" cy="73965"/>
              </a:xfrm>
              <a:custGeom>
                <a:avLst/>
                <a:gdLst>
                  <a:gd name="T0" fmla="*/ 270 w 270"/>
                  <a:gd name="T1" fmla="*/ 0 h 80"/>
                  <a:gd name="T2" fmla="*/ 0 w 270"/>
                  <a:gd name="T3" fmla="*/ 80 h 80"/>
                </a:gdLst>
                <a:ahLst/>
                <a:cxnLst>
                  <a:cxn ang="0">
                    <a:pos x="T0" y="T1"/>
                  </a:cxn>
                  <a:cxn ang="0">
                    <a:pos x="T2" y="T3"/>
                  </a:cxn>
                </a:cxnLst>
                <a:rect l="0" t="0" r="r" b="b"/>
                <a:pathLst>
                  <a:path w="270" h="80">
                    <a:moveTo>
                      <a:pt x="270" y="0"/>
                    </a:moveTo>
                    <a:cubicBezTo>
                      <a:pt x="180" y="27"/>
                      <a:pt x="60" y="27"/>
                      <a:pt x="0" y="8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71" name="Oval 17"/>
              <p:cNvSpPr>
                <a:spLocks noChangeArrowheads="1"/>
              </p:cNvSpPr>
              <p:nvPr/>
            </p:nvSpPr>
            <p:spPr bwMode="auto">
              <a:xfrm rot="10800000">
                <a:off x="4137531" y="2199581"/>
                <a:ext cx="13832" cy="61021"/>
              </a:xfrm>
              <a:prstGeom prst="ellipse">
                <a:avLst/>
              </a:pr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72" name="Freeform 18"/>
              <p:cNvSpPr>
                <a:spLocks/>
              </p:cNvSpPr>
              <p:nvPr/>
            </p:nvSpPr>
            <p:spPr bwMode="auto">
              <a:xfrm rot="10800000">
                <a:off x="4112481" y="2132088"/>
                <a:ext cx="27665" cy="208026"/>
              </a:xfrm>
              <a:custGeom>
                <a:avLst/>
                <a:gdLst>
                  <a:gd name="T0" fmla="*/ 30 w 30"/>
                  <a:gd name="T1" fmla="*/ 225 h 225"/>
                  <a:gd name="T2" fmla="*/ 30 w 30"/>
                  <a:gd name="T3" fmla="*/ 0 h 225"/>
                </a:gdLst>
                <a:ahLst/>
                <a:cxnLst>
                  <a:cxn ang="0">
                    <a:pos x="T0" y="T1"/>
                  </a:cxn>
                  <a:cxn ang="0">
                    <a:pos x="T2" y="T3"/>
                  </a:cxn>
                </a:cxnLst>
                <a:rect l="0" t="0" r="r" b="b"/>
                <a:pathLst>
                  <a:path w="30" h="225">
                    <a:moveTo>
                      <a:pt x="30" y="225"/>
                    </a:moveTo>
                    <a:cubicBezTo>
                      <a:pt x="0" y="165"/>
                      <a:pt x="0" y="106"/>
                      <a:pt x="3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73" name="Freeform 19"/>
              <p:cNvSpPr>
                <a:spLocks/>
              </p:cNvSpPr>
              <p:nvPr/>
            </p:nvSpPr>
            <p:spPr bwMode="auto">
              <a:xfrm rot="10800000">
                <a:off x="3822002" y="2022066"/>
                <a:ext cx="235150" cy="24963"/>
              </a:xfrm>
              <a:custGeom>
                <a:avLst/>
                <a:gdLst>
                  <a:gd name="T0" fmla="*/ 0 w 255"/>
                  <a:gd name="T1" fmla="*/ 0 h 27"/>
                  <a:gd name="T2" fmla="*/ 255 w 255"/>
                  <a:gd name="T3" fmla="*/ 0 h 27"/>
                </a:gdLst>
                <a:ahLst/>
                <a:cxnLst>
                  <a:cxn ang="0">
                    <a:pos x="T0" y="T1"/>
                  </a:cxn>
                  <a:cxn ang="0">
                    <a:pos x="T2" y="T3"/>
                  </a:cxn>
                </a:cxnLst>
                <a:rect l="0" t="0" r="r" b="b"/>
                <a:pathLst>
                  <a:path w="255" h="27">
                    <a:moveTo>
                      <a:pt x="0" y="0"/>
                    </a:moveTo>
                    <a:cubicBezTo>
                      <a:pt x="90" y="0"/>
                      <a:pt x="195" y="27"/>
                      <a:pt x="25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74" name="Freeform 20"/>
              <p:cNvSpPr>
                <a:spLocks/>
              </p:cNvSpPr>
              <p:nvPr/>
            </p:nvSpPr>
            <p:spPr bwMode="auto">
              <a:xfrm rot="10800000">
                <a:off x="3822002" y="2413154"/>
                <a:ext cx="235150" cy="24963"/>
              </a:xfrm>
              <a:custGeom>
                <a:avLst/>
                <a:gdLst>
                  <a:gd name="T0" fmla="*/ 0 w 255"/>
                  <a:gd name="T1" fmla="*/ 27 h 27"/>
                  <a:gd name="T2" fmla="*/ 255 w 255"/>
                  <a:gd name="T3" fmla="*/ 27 h 27"/>
                </a:gdLst>
                <a:ahLst/>
                <a:cxnLst>
                  <a:cxn ang="0">
                    <a:pos x="T0" y="T1"/>
                  </a:cxn>
                  <a:cxn ang="0">
                    <a:pos x="T2" y="T3"/>
                  </a:cxn>
                </a:cxnLst>
                <a:rect l="0" t="0" r="r" b="b"/>
                <a:pathLst>
                  <a:path w="255" h="27">
                    <a:moveTo>
                      <a:pt x="0" y="27"/>
                    </a:moveTo>
                    <a:cubicBezTo>
                      <a:pt x="90" y="27"/>
                      <a:pt x="195" y="0"/>
                      <a:pt x="255" y="2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75" name="Freeform 21"/>
              <p:cNvSpPr>
                <a:spLocks/>
              </p:cNvSpPr>
              <p:nvPr/>
            </p:nvSpPr>
            <p:spPr bwMode="auto">
              <a:xfrm rot="10800000">
                <a:off x="3780505" y="2010046"/>
                <a:ext cx="262814" cy="24963"/>
              </a:xfrm>
              <a:custGeom>
                <a:avLst/>
                <a:gdLst>
                  <a:gd name="T0" fmla="*/ 0 w 285"/>
                  <a:gd name="T1" fmla="*/ 0 h 27"/>
                  <a:gd name="T2" fmla="*/ 285 w 285"/>
                  <a:gd name="T3" fmla="*/ 0 h 27"/>
                </a:gdLst>
                <a:ahLst/>
                <a:cxnLst>
                  <a:cxn ang="0">
                    <a:pos x="T0" y="T1"/>
                  </a:cxn>
                  <a:cxn ang="0">
                    <a:pos x="T2" y="T3"/>
                  </a:cxn>
                </a:cxnLst>
                <a:rect l="0" t="0" r="r" b="b"/>
                <a:pathLst>
                  <a:path w="285" h="27">
                    <a:moveTo>
                      <a:pt x="0" y="0"/>
                    </a:moveTo>
                    <a:cubicBezTo>
                      <a:pt x="105" y="0"/>
                      <a:pt x="217" y="27"/>
                      <a:pt x="28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76" name="Freeform 22"/>
              <p:cNvSpPr>
                <a:spLocks/>
              </p:cNvSpPr>
              <p:nvPr/>
            </p:nvSpPr>
            <p:spPr bwMode="auto">
              <a:xfrm rot="10800000">
                <a:off x="3780505" y="2425174"/>
                <a:ext cx="262814" cy="24963"/>
              </a:xfrm>
              <a:custGeom>
                <a:avLst/>
                <a:gdLst>
                  <a:gd name="T0" fmla="*/ 0 w 285"/>
                  <a:gd name="T1" fmla="*/ 27 h 27"/>
                  <a:gd name="T2" fmla="*/ 285 w 285"/>
                  <a:gd name="T3" fmla="*/ 27 h 27"/>
                </a:gdLst>
                <a:ahLst/>
                <a:cxnLst>
                  <a:cxn ang="0">
                    <a:pos x="T0" y="T1"/>
                  </a:cxn>
                  <a:cxn ang="0">
                    <a:pos x="T2" y="T3"/>
                  </a:cxn>
                </a:cxnLst>
                <a:rect l="0" t="0" r="r" b="b"/>
                <a:pathLst>
                  <a:path w="285" h="27">
                    <a:moveTo>
                      <a:pt x="0" y="27"/>
                    </a:moveTo>
                    <a:cubicBezTo>
                      <a:pt x="105" y="27"/>
                      <a:pt x="217" y="0"/>
                      <a:pt x="285" y="2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77" name="Freeform 26"/>
              <p:cNvSpPr>
                <a:spLocks/>
              </p:cNvSpPr>
              <p:nvPr/>
            </p:nvSpPr>
            <p:spPr bwMode="auto">
              <a:xfrm rot="10800000">
                <a:off x="3808170" y="2455684"/>
                <a:ext cx="90371" cy="12944"/>
              </a:xfrm>
              <a:custGeom>
                <a:avLst/>
                <a:gdLst>
                  <a:gd name="T0" fmla="*/ 0 w 98"/>
                  <a:gd name="T1" fmla="*/ 7 h 14"/>
                  <a:gd name="T2" fmla="*/ 53 w 98"/>
                  <a:gd name="T3" fmla="*/ 0 h 14"/>
                  <a:gd name="T4" fmla="*/ 98 w 98"/>
                  <a:gd name="T5" fmla="*/ 7 h 14"/>
                  <a:gd name="T6" fmla="*/ 53 w 98"/>
                  <a:gd name="T7" fmla="*/ 14 h 14"/>
                  <a:gd name="T8" fmla="*/ 0 w 98"/>
                  <a:gd name="T9" fmla="*/ 7 h 14"/>
                </a:gdLst>
                <a:ahLst/>
                <a:cxnLst>
                  <a:cxn ang="0">
                    <a:pos x="T0" y="T1"/>
                  </a:cxn>
                  <a:cxn ang="0">
                    <a:pos x="T2" y="T3"/>
                  </a:cxn>
                  <a:cxn ang="0">
                    <a:pos x="T4" y="T5"/>
                  </a:cxn>
                  <a:cxn ang="0">
                    <a:pos x="T6" y="T7"/>
                  </a:cxn>
                  <a:cxn ang="0">
                    <a:pos x="T8" y="T9"/>
                  </a:cxn>
                </a:cxnLst>
                <a:rect l="0" t="0" r="r" b="b"/>
                <a:pathLst>
                  <a:path w="98" h="14">
                    <a:moveTo>
                      <a:pt x="0" y="7"/>
                    </a:moveTo>
                    <a:cubicBezTo>
                      <a:pt x="0" y="0"/>
                      <a:pt x="23" y="0"/>
                      <a:pt x="53" y="0"/>
                    </a:cubicBezTo>
                    <a:cubicBezTo>
                      <a:pt x="75" y="0"/>
                      <a:pt x="98" y="0"/>
                      <a:pt x="98" y="7"/>
                    </a:cubicBezTo>
                    <a:cubicBezTo>
                      <a:pt x="98" y="7"/>
                      <a:pt x="75" y="14"/>
                      <a:pt x="53" y="14"/>
                    </a:cubicBezTo>
                    <a:cubicBezTo>
                      <a:pt x="23" y="14"/>
                      <a:pt x="0" y="7"/>
                      <a:pt x="0" y="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78" name="Freeform 30"/>
              <p:cNvSpPr>
                <a:spLocks/>
              </p:cNvSpPr>
              <p:nvPr/>
            </p:nvSpPr>
            <p:spPr bwMode="auto">
              <a:xfrm rot="10800000">
                <a:off x="3808170" y="1991555"/>
                <a:ext cx="90371" cy="12944"/>
              </a:xfrm>
              <a:custGeom>
                <a:avLst/>
                <a:gdLst>
                  <a:gd name="T0" fmla="*/ 0 w 98"/>
                  <a:gd name="T1" fmla="*/ 7 h 14"/>
                  <a:gd name="T2" fmla="*/ 53 w 98"/>
                  <a:gd name="T3" fmla="*/ 0 h 14"/>
                  <a:gd name="T4" fmla="*/ 98 w 98"/>
                  <a:gd name="T5" fmla="*/ 7 h 14"/>
                  <a:gd name="T6" fmla="*/ 53 w 98"/>
                  <a:gd name="T7" fmla="*/ 14 h 14"/>
                  <a:gd name="T8" fmla="*/ 0 w 98"/>
                  <a:gd name="T9" fmla="*/ 7 h 14"/>
                </a:gdLst>
                <a:ahLst/>
                <a:cxnLst>
                  <a:cxn ang="0">
                    <a:pos x="T0" y="T1"/>
                  </a:cxn>
                  <a:cxn ang="0">
                    <a:pos x="T2" y="T3"/>
                  </a:cxn>
                  <a:cxn ang="0">
                    <a:pos x="T4" y="T5"/>
                  </a:cxn>
                  <a:cxn ang="0">
                    <a:pos x="T6" y="T7"/>
                  </a:cxn>
                  <a:cxn ang="0">
                    <a:pos x="T8" y="T9"/>
                  </a:cxn>
                </a:cxnLst>
                <a:rect l="0" t="0" r="r" b="b"/>
                <a:pathLst>
                  <a:path w="98" h="14">
                    <a:moveTo>
                      <a:pt x="0" y="7"/>
                    </a:moveTo>
                    <a:cubicBezTo>
                      <a:pt x="0" y="0"/>
                      <a:pt x="23" y="0"/>
                      <a:pt x="53" y="0"/>
                    </a:cubicBezTo>
                    <a:cubicBezTo>
                      <a:pt x="75" y="0"/>
                      <a:pt x="98" y="0"/>
                      <a:pt x="98" y="7"/>
                    </a:cubicBezTo>
                    <a:cubicBezTo>
                      <a:pt x="98" y="7"/>
                      <a:pt x="75" y="14"/>
                      <a:pt x="53" y="14"/>
                    </a:cubicBezTo>
                    <a:cubicBezTo>
                      <a:pt x="23" y="14"/>
                      <a:pt x="0" y="7"/>
                      <a:pt x="0" y="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79" name="Freeform 31"/>
              <p:cNvSpPr>
                <a:spLocks/>
              </p:cNvSpPr>
              <p:nvPr/>
            </p:nvSpPr>
            <p:spPr bwMode="auto">
              <a:xfrm rot="10800000">
                <a:off x="3835835" y="2047029"/>
                <a:ext cx="62707" cy="366126"/>
              </a:xfrm>
              <a:custGeom>
                <a:avLst/>
                <a:gdLst>
                  <a:gd name="T0" fmla="*/ 68 w 68"/>
                  <a:gd name="T1" fmla="*/ 396 h 396"/>
                  <a:gd name="T2" fmla="*/ 68 w 68"/>
                  <a:gd name="T3" fmla="*/ 0 h 396"/>
                </a:gdLst>
                <a:ahLst/>
                <a:cxnLst>
                  <a:cxn ang="0">
                    <a:pos x="T0" y="T1"/>
                  </a:cxn>
                  <a:cxn ang="0">
                    <a:pos x="T2" y="T3"/>
                  </a:cxn>
                </a:cxnLst>
                <a:rect l="0" t="0" r="r" b="b"/>
                <a:pathLst>
                  <a:path w="68" h="396">
                    <a:moveTo>
                      <a:pt x="68" y="396"/>
                    </a:moveTo>
                    <a:cubicBezTo>
                      <a:pt x="8" y="290"/>
                      <a:pt x="0" y="132"/>
                      <a:pt x="68"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80" name="Freeform 32"/>
              <p:cNvSpPr>
                <a:spLocks/>
              </p:cNvSpPr>
              <p:nvPr/>
            </p:nvSpPr>
            <p:spPr bwMode="auto">
              <a:xfrm rot="10800000">
                <a:off x="3822002" y="2047029"/>
                <a:ext cx="41497" cy="366126"/>
              </a:xfrm>
              <a:custGeom>
                <a:avLst/>
                <a:gdLst>
                  <a:gd name="T0" fmla="*/ 45 w 45"/>
                  <a:gd name="T1" fmla="*/ 396 h 396"/>
                  <a:gd name="T2" fmla="*/ 45 w 45"/>
                  <a:gd name="T3" fmla="*/ 0 h 396"/>
                </a:gdLst>
                <a:ahLst/>
                <a:cxnLst>
                  <a:cxn ang="0">
                    <a:pos x="T0" y="T1"/>
                  </a:cxn>
                  <a:cxn ang="0">
                    <a:pos x="T2" y="T3"/>
                  </a:cxn>
                </a:cxnLst>
                <a:rect l="0" t="0" r="r" b="b"/>
                <a:pathLst>
                  <a:path w="45" h="396">
                    <a:moveTo>
                      <a:pt x="45" y="396"/>
                    </a:moveTo>
                    <a:cubicBezTo>
                      <a:pt x="0" y="290"/>
                      <a:pt x="0" y="132"/>
                      <a:pt x="4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81" name="Freeform 33"/>
              <p:cNvSpPr>
                <a:spLocks/>
              </p:cNvSpPr>
              <p:nvPr/>
            </p:nvSpPr>
            <p:spPr bwMode="auto">
              <a:xfrm rot="10800000">
                <a:off x="3642182" y="2022066"/>
                <a:ext cx="179820" cy="49002"/>
              </a:xfrm>
              <a:custGeom>
                <a:avLst/>
                <a:gdLst>
                  <a:gd name="T0" fmla="*/ 0 w 195"/>
                  <a:gd name="T1" fmla="*/ 26 h 53"/>
                  <a:gd name="T2" fmla="*/ 195 w 195"/>
                  <a:gd name="T3" fmla="*/ 0 h 53"/>
                </a:gdLst>
                <a:ahLst/>
                <a:cxnLst>
                  <a:cxn ang="0">
                    <a:pos x="T0" y="T1"/>
                  </a:cxn>
                  <a:cxn ang="0">
                    <a:pos x="T2" y="T3"/>
                  </a:cxn>
                </a:cxnLst>
                <a:rect l="0" t="0" r="r" b="b"/>
                <a:pathLst>
                  <a:path w="195" h="53">
                    <a:moveTo>
                      <a:pt x="0" y="26"/>
                    </a:moveTo>
                    <a:cubicBezTo>
                      <a:pt x="15" y="53"/>
                      <a:pt x="135" y="0"/>
                      <a:pt x="19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82" name="Freeform 34"/>
              <p:cNvSpPr>
                <a:spLocks/>
              </p:cNvSpPr>
              <p:nvPr/>
            </p:nvSpPr>
            <p:spPr bwMode="auto">
              <a:xfrm rot="10800000">
                <a:off x="3642182" y="2389116"/>
                <a:ext cx="179820" cy="49002"/>
              </a:xfrm>
              <a:custGeom>
                <a:avLst/>
                <a:gdLst>
                  <a:gd name="T0" fmla="*/ 0 w 195"/>
                  <a:gd name="T1" fmla="*/ 27 h 53"/>
                  <a:gd name="T2" fmla="*/ 195 w 195"/>
                  <a:gd name="T3" fmla="*/ 53 h 53"/>
                </a:gdLst>
                <a:ahLst/>
                <a:cxnLst>
                  <a:cxn ang="0">
                    <a:pos x="T0" y="T1"/>
                  </a:cxn>
                  <a:cxn ang="0">
                    <a:pos x="T2" y="T3"/>
                  </a:cxn>
                </a:cxnLst>
                <a:rect l="0" t="0" r="r" b="b"/>
                <a:pathLst>
                  <a:path w="195" h="53">
                    <a:moveTo>
                      <a:pt x="0" y="27"/>
                    </a:moveTo>
                    <a:cubicBezTo>
                      <a:pt x="15" y="0"/>
                      <a:pt x="135" y="53"/>
                      <a:pt x="195" y="5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83" name="Freeform 35"/>
              <p:cNvSpPr>
                <a:spLocks/>
              </p:cNvSpPr>
              <p:nvPr/>
            </p:nvSpPr>
            <p:spPr bwMode="auto">
              <a:xfrm rot="10800000">
                <a:off x="3642182" y="2071067"/>
                <a:ext cx="27665" cy="318049"/>
              </a:xfrm>
              <a:custGeom>
                <a:avLst/>
                <a:gdLst>
                  <a:gd name="T0" fmla="*/ 30 w 30"/>
                  <a:gd name="T1" fmla="*/ 344 h 344"/>
                  <a:gd name="T2" fmla="*/ 30 w 30"/>
                  <a:gd name="T3" fmla="*/ 0 h 344"/>
                </a:gdLst>
                <a:ahLst/>
                <a:cxnLst>
                  <a:cxn ang="0">
                    <a:pos x="T0" y="T1"/>
                  </a:cxn>
                  <a:cxn ang="0">
                    <a:pos x="T2" y="T3"/>
                  </a:cxn>
                </a:cxnLst>
                <a:rect l="0" t="0" r="r" b="b"/>
                <a:pathLst>
                  <a:path w="30" h="344">
                    <a:moveTo>
                      <a:pt x="30" y="344"/>
                    </a:moveTo>
                    <a:cubicBezTo>
                      <a:pt x="30" y="291"/>
                      <a:pt x="0" y="185"/>
                      <a:pt x="3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84" name="Freeform 36"/>
              <p:cNvSpPr>
                <a:spLocks/>
              </p:cNvSpPr>
              <p:nvPr/>
            </p:nvSpPr>
            <p:spPr bwMode="auto">
              <a:xfrm rot="10800000">
                <a:off x="2965319" y="1973988"/>
                <a:ext cx="884348" cy="73040"/>
              </a:xfrm>
              <a:custGeom>
                <a:avLst/>
                <a:gdLst>
                  <a:gd name="T0" fmla="*/ 0 w 959"/>
                  <a:gd name="T1" fmla="*/ 66 h 79"/>
                  <a:gd name="T2" fmla="*/ 959 w 959"/>
                  <a:gd name="T3" fmla="*/ 0 h 79"/>
                </a:gdLst>
                <a:ahLst/>
                <a:cxnLst>
                  <a:cxn ang="0">
                    <a:pos x="T0" y="T1"/>
                  </a:cxn>
                  <a:cxn ang="0">
                    <a:pos x="T2" y="T3"/>
                  </a:cxn>
                </a:cxnLst>
                <a:rect l="0" t="0" r="r" b="b"/>
                <a:pathLst>
                  <a:path w="959" h="79">
                    <a:moveTo>
                      <a:pt x="0" y="66"/>
                    </a:moveTo>
                    <a:cubicBezTo>
                      <a:pt x="225" y="66"/>
                      <a:pt x="839" y="79"/>
                      <a:pt x="959"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85" name="Freeform 37"/>
              <p:cNvSpPr>
                <a:spLocks/>
              </p:cNvSpPr>
              <p:nvPr/>
            </p:nvSpPr>
            <p:spPr bwMode="auto">
              <a:xfrm rot="10800000">
                <a:off x="2965319" y="2413154"/>
                <a:ext cx="884348" cy="73040"/>
              </a:xfrm>
              <a:custGeom>
                <a:avLst/>
                <a:gdLst>
                  <a:gd name="T0" fmla="*/ 0 w 959"/>
                  <a:gd name="T1" fmla="*/ 13 h 79"/>
                  <a:gd name="T2" fmla="*/ 959 w 959"/>
                  <a:gd name="T3" fmla="*/ 79 h 79"/>
                </a:gdLst>
                <a:ahLst/>
                <a:cxnLst>
                  <a:cxn ang="0">
                    <a:pos x="T0" y="T1"/>
                  </a:cxn>
                  <a:cxn ang="0">
                    <a:pos x="T2" y="T3"/>
                  </a:cxn>
                </a:cxnLst>
                <a:rect l="0" t="0" r="r" b="b"/>
                <a:pathLst>
                  <a:path w="959" h="79">
                    <a:moveTo>
                      <a:pt x="0" y="13"/>
                    </a:moveTo>
                    <a:cubicBezTo>
                      <a:pt x="232" y="26"/>
                      <a:pt x="839" y="0"/>
                      <a:pt x="959" y="7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86" name="Freeform 38"/>
              <p:cNvSpPr>
                <a:spLocks/>
              </p:cNvSpPr>
              <p:nvPr/>
            </p:nvSpPr>
            <p:spPr bwMode="auto">
              <a:xfrm rot="10800000">
                <a:off x="3849667" y="2462156"/>
                <a:ext cx="193653" cy="24039"/>
              </a:xfrm>
              <a:custGeom>
                <a:avLst/>
                <a:gdLst>
                  <a:gd name="T0" fmla="*/ 0 w 210"/>
                  <a:gd name="T1" fmla="*/ 26 h 26"/>
                  <a:gd name="T2" fmla="*/ 210 w 210"/>
                  <a:gd name="T3" fmla="*/ 13 h 26"/>
                </a:gdLst>
                <a:ahLst/>
                <a:cxnLst>
                  <a:cxn ang="0">
                    <a:pos x="T0" y="T1"/>
                  </a:cxn>
                  <a:cxn ang="0">
                    <a:pos x="T2" y="T3"/>
                  </a:cxn>
                </a:cxnLst>
                <a:rect l="0" t="0" r="r" b="b"/>
                <a:pathLst>
                  <a:path w="210" h="26">
                    <a:moveTo>
                      <a:pt x="0" y="26"/>
                    </a:moveTo>
                    <a:cubicBezTo>
                      <a:pt x="105" y="0"/>
                      <a:pt x="165" y="13"/>
                      <a:pt x="210" y="1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87" name="Freeform 39"/>
              <p:cNvSpPr>
                <a:spLocks/>
              </p:cNvSpPr>
              <p:nvPr/>
            </p:nvSpPr>
            <p:spPr bwMode="auto">
              <a:xfrm rot="10800000">
                <a:off x="2985607" y="2047029"/>
                <a:ext cx="656575" cy="79512"/>
              </a:xfrm>
              <a:custGeom>
                <a:avLst/>
                <a:gdLst>
                  <a:gd name="T0" fmla="*/ 0 w 712"/>
                  <a:gd name="T1" fmla="*/ 60 h 86"/>
                  <a:gd name="T2" fmla="*/ 712 w 712"/>
                  <a:gd name="T3" fmla="*/ 47 h 86"/>
                </a:gdLst>
                <a:ahLst/>
                <a:cxnLst>
                  <a:cxn ang="0">
                    <a:pos x="T0" y="T1"/>
                  </a:cxn>
                  <a:cxn ang="0">
                    <a:pos x="T2" y="T3"/>
                  </a:cxn>
                </a:cxnLst>
                <a:rect l="0" t="0" r="r" b="b"/>
                <a:pathLst>
                  <a:path w="712" h="86">
                    <a:moveTo>
                      <a:pt x="0" y="60"/>
                    </a:moveTo>
                    <a:cubicBezTo>
                      <a:pt x="345" y="0"/>
                      <a:pt x="570" y="86"/>
                      <a:pt x="712" y="4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88" name="Freeform 40"/>
              <p:cNvSpPr>
                <a:spLocks/>
              </p:cNvSpPr>
              <p:nvPr/>
            </p:nvSpPr>
            <p:spPr bwMode="auto">
              <a:xfrm rot="10800000">
                <a:off x="2985607" y="2340114"/>
                <a:ext cx="656575" cy="67493"/>
              </a:xfrm>
              <a:custGeom>
                <a:avLst/>
                <a:gdLst>
                  <a:gd name="T0" fmla="*/ 0 w 712"/>
                  <a:gd name="T1" fmla="*/ 20 h 73"/>
                  <a:gd name="T2" fmla="*/ 712 w 712"/>
                  <a:gd name="T3" fmla="*/ 33 h 73"/>
                </a:gdLst>
                <a:ahLst/>
                <a:cxnLst>
                  <a:cxn ang="0">
                    <a:pos x="T0" y="T1"/>
                  </a:cxn>
                  <a:cxn ang="0">
                    <a:pos x="T2" y="T3"/>
                  </a:cxn>
                </a:cxnLst>
                <a:rect l="0" t="0" r="r" b="b"/>
                <a:pathLst>
                  <a:path w="712" h="73">
                    <a:moveTo>
                      <a:pt x="0" y="20"/>
                    </a:moveTo>
                    <a:cubicBezTo>
                      <a:pt x="330" y="73"/>
                      <a:pt x="502" y="0"/>
                      <a:pt x="712" y="3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89" name="Freeform 41"/>
              <p:cNvSpPr>
                <a:spLocks/>
              </p:cNvSpPr>
              <p:nvPr/>
            </p:nvSpPr>
            <p:spPr bwMode="auto">
              <a:xfrm rot="10800000">
                <a:off x="3088888" y="1961045"/>
                <a:ext cx="221317" cy="49002"/>
              </a:xfrm>
              <a:custGeom>
                <a:avLst/>
                <a:gdLst>
                  <a:gd name="T0" fmla="*/ 0 w 240"/>
                  <a:gd name="T1" fmla="*/ 26 h 53"/>
                  <a:gd name="T2" fmla="*/ 232 w 240"/>
                  <a:gd name="T3" fmla="*/ 0 h 53"/>
                </a:gdLst>
                <a:ahLst/>
                <a:cxnLst>
                  <a:cxn ang="0">
                    <a:pos x="T0" y="T1"/>
                  </a:cxn>
                  <a:cxn ang="0">
                    <a:pos x="T2" y="T3"/>
                  </a:cxn>
                </a:cxnLst>
                <a:rect l="0" t="0" r="r" b="b"/>
                <a:pathLst>
                  <a:path w="240" h="53">
                    <a:moveTo>
                      <a:pt x="0" y="26"/>
                    </a:moveTo>
                    <a:cubicBezTo>
                      <a:pt x="150" y="53"/>
                      <a:pt x="240" y="0"/>
                      <a:pt x="232"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90" name="Freeform 42"/>
              <p:cNvSpPr>
                <a:spLocks/>
              </p:cNvSpPr>
              <p:nvPr/>
            </p:nvSpPr>
            <p:spPr bwMode="auto">
              <a:xfrm rot="10800000">
                <a:off x="3102721" y="2450137"/>
                <a:ext cx="214862" cy="36058"/>
              </a:xfrm>
              <a:custGeom>
                <a:avLst/>
                <a:gdLst>
                  <a:gd name="T0" fmla="*/ 0 w 233"/>
                  <a:gd name="T1" fmla="*/ 26 h 39"/>
                  <a:gd name="T2" fmla="*/ 233 w 233"/>
                  <a:gd name="T3" fmla="*/ 39 h 39"/>
                </a:gdLst>
                <a:ahLst/>
                <a:cxnLst>
                  <a:cxn ang="0">
                    <a:pos x="T0" y="T1"/>
                  </a:cxn>
                  <a:cxn ang="0">
                    <a:pos x="T2" y="T3"/>
                  </a:cxn>
                </a:cxnLst>
                <a:rect l="0" t="0" r="r" b="b"/>
                <a:pathLst>
                  <a:path w="233" h="39">
                    <a:moveTo>
                      <a:pt x="0" y="26"/>
                    </a:moveTo>
                    <a:cubicBezTo>
                      <a:pt x="83" y="0"/>
                      <a:pt x="203" y="13"/>
                      <a:pt x="233" y="3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91" name="Freeform 43"/>
              <p:cNvSpPr>
                <a:spLocks/>
              </p:cNvSpPr>
              <p:nvPr/>
            </p:nvSpPr>
            <p:spPr bwMode="auto">
              <a:xfrm rot="10800000">
                <a:off x="2888780" y="2047029"/>
                <a:ext cx="76539" cy="366126"/>
              </a:xfrm>
              <a:custGeom>
                <a:avLst/>
                <a:gdLst>
                  <a:gd name="T0" fmla="*/ 0 w 83"/>
                  <a:gd name="T1" fmla="*/ 396 h 396"/>
                  <a:gd name="T2" fmla="*/ 0 w 83"/>
                  <a:gd name="T3" fmla="*/ 0 h 396"/>
                </a:gdLst>
                <a:ahLst/>
                <a:cxnLst>
                  <a:cxn ang="0">
                    <a:pos x="T0" y="T1"/>
                  </a:cxn>
                  <a:cxn ang="0">
                    <a:pos x="T2" y="T3"/>
                  </a:cxn>
                </a:cxnLst>
                <a:rect l="0" t="0" r="r" b="b"/>
                <a:pathLst>
                  <a:path w="83" h="396">
                    <a:moveTo>
                      <a:pt x="0" y="396"/>
                    </a:moveTo>
                    <a:cubicBezTo>
                      <a:pt x="83" y="317"/>
                      <a:pt x="60" y="26"/>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92" name="Freeform 44"/>
              <p:cNvSpPr>
                <a:spLocks/>
              </p:cNvSpPr>
              <p:nvPr/>
            </p:nvSpPr>
            <p:spPr bwMode="auto">
              <a:xfrm rot="10800000">
                <a:off x="3006816" y="1986008"/>
                <a:ext cx="967342" cy="61021"/>
              </a:xfrm>
              <a:custGeom>
                <a:avLst/>
                <a:gdLst>
                  <a:gd name="T0" fmla="*/ 0 w 1049"/>
                  <a:gd name="T1" fmla="*/ 40 h 66"/>
                  <a:gd name="T2" fmla="*/ 1049 w 1049"/>
                  <a:gd name="T3" fmla="*/ 0 h 66"/>
                </a:gdLst>
                <a:ahLst/>
                <a:cxnLst>
                  <a:cxn ang="0">
                    <a:pos x="T0" y="T1"/>
                  </a:cxn>
                  <a:cxn ang="0">
                    <a:pos x="T2" y="T3"/>
                  </a:cxn>
                </a:cxnLst>
                <a:rect l="0" t="0" r="r" b="b"/>
                <a:pathLst>
                  <a:path w="1049" h="66">
                    <a:moveTo>
                      <a:pt x="0" y="40"/>
                    </a:moveTo>
                    <a:cubicBezTo>
                      <a:pt x="270" y="40"/>
                      <a:pt x="907" y="66"/>
                      <a:pt x="1049"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93" name="Freeform 45"/>
              <p:cNvSpPr>
                <a:spLocks/>
              </p:cNvSpPr>
              <p:nvPr/>
            </p:nvSpPr>
            <p:spPr bwMode="auto">
              <a:xfrm rot="10800000">
                <a:off x="3006816" y="2410773"/>
                <a:ext cx="967342" cy="61021"/>
              </a:xfrm>
              <a:custGeom>
                <a:avLst/>
                <a:gdLst>
                  <a:gd name="T0" fmla="*/ 0 w 1049"/>
                  <a:gd name="T1" fmla="*/ 26 h 66"/>
                  <a:gd name="T2" fmla="*/ 1049 w 1049"/>
                  <a:gd name="T3" fmla="*/ 66 h 66"/>
                </a:gdLst>
                <a:ahLst/>
                <a:cxnLst>
                  <a:cxn ang="0">
                    <a:pos x="T0" y="T1"/>
                  </a:cxn>
                  <a:cxn ang="0">
                    <a:pos x="T2" y="T3"/>
                  </a:cxn>
                </a:cxnLst>
                <a:rect l="0" t="0" r="r" b="b"/>
                <a:pathLst>
                  <a:path w="1049" h="66">
                    <a:moveTo>
                      <a:pt x="0" y="26"/>
                    </a:moveTo>
                    <a:cubicBezTo>
                      <a:pt x="270" y="26"/>
                      <a:pt x="900" y="0"/>
                      <a:pt x="1049" y="6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94" name="Freeform 46"/>
              <p:cNvSpPr>
                <a:spLocks/>
              </p:cNvSpPr>
              <p:nvPr/>
            </p:nvSpPr>
            <p:spPr bwMode="auto">
              <a:xfrm rot="10800000">
                <a:off x="3062146" y="2071067"/>
                <a:ext cx="26743" cy="318049"/>
              </a:xfrm>
              <a:custGeom>
                <a:avLst/>
                <a:gdLst>
                  <a:gd name="T0" fmla="*/ 0 w 29"/>
                  <a:gd name="T1" fmla="*/ 344 h 344"/>
                  <a:gd name="T2" fmla="*/ 0 w 29"/>
                  <a:gd name="T3" fmla="*/ 0 h 344"/>
                </a:gdLst>
                <a:ahLst/>
                <a:cxnLst>
                  <a:cxn ang="0">
                    <a:pos x="T0" y="T1"/>
                  </a:cxn>
                  <a:cxn ang="0">
                    <a:pos x="T2" y="T3"/>
                  </a:cxn>
                </a:cxnLst>
                <a:rect l="0" t="0" r="r" b="b"/>
                <a:pathLst>
                  <a:path w="29" h="344">
                    <a:moveTo>
                      <a:pt x="0" y="344"/>
                    </a:moveTo>
                    <a:cubicBezTo>
                      <a:pt x="29" y="264"/>
                      <a:pt x="29" y="8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95" name="Freeform 47"/>
              <p:cNvSpPr>
                <a:spLocks/>
              </p:cNvSpPr>
              <p:nvPr/>
            </p:nvSpPr>
            <p:spPr bwMode="auto">
              <a:xfrm rot="10800000">
                <a:off x="2957942" y="2083086"/>
                <a:ext cx="27665" cy="294010"/>
              </a:xfrm>
              <a:custGeom>
                <a:avLst/>
                <a:gdLst>
                  <a:gd name="T0" fmla="*/ 0 w 30"/>
                  <a:gd name="T1" fmla="*/ 318 h 318"/>
                  <a:gd name="T2" fmla="*/ 0 w 30"/>
                  <a:gd name="T3" fmla="*/ 0 h 318"/>
                </a:gdLst>
                <a:ahLst/>
                <a:cxnLst>
                  <a:cxn ang="0">
                    <a:pos x="T0" y="T1"/>
                  </a:cxn>
                  <a:cxn ang="0">
                    <a:pos x="T2" y="T3"/>
                  </a:cxn>
                </a:cxnLst>
                <a:rect l="0" t="0" r="r" b="b"/>
                <a:pathLst>
                  <a:path w="30" h="318">
                    <a:moveTo>
                      <a:pt x="0" y="318"/>
                    </a:moveTo>
                    <a:cubicBezTo>
                      <a:pt x="30" y="225"/>
                      <a:pt x="22" y="67"/>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96" name="Freeform 48"/>
              <p:cNvSpPr>
                <a:spLocks/>
              </p:cNvSpPr>
              <p:nvPr/>
            </p:nvSpPr>
            <p:spPr bwMode="auto">
              <a:xfrm rot="10800000">
                <a:off x="2923822" y="2040557"/>
                <a:ext cx="55329" cy="384617"/>
              </a:xfrm>
              <a:custGeom>
                <a:avLst/>
                <a:gdLst>
                  <a:gd name="T0" fmla="*/ 0 w 60"/>
                  <a:gd name="T1" fmla="*/ 416 h 416"/>
                  <a:gd name="T2" fmla="*/ 0 w 60"/>
                  <a:gd name="T3" fmla="*/ 0 h 416"/>
                </a:gdLst>
                <a:ahLst/>
                <a:cxnLst>
                  <a:cxn ang="0">
                    <a:pos x="T0" y="T1"/>
                  </a:cxn>
                  <a:cxn ang="0">
                    <a:pos x="T2" y="T3"/>
                  </a:cxn>
                </a:cxnLst>
                <a:rect l="0" t="0" r="r" b="b"/>
                <a:pathLst>
                  <a:path w="60" h="416">
                    <a:moveTo>
                      <a:pt x="0" y="416"/>
                    </a:moveTo>
                    <a:cubicBezTo>
                      <a:pt x="60" y="277"/>
                      <a:pt x="30" y="66"/>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97" name="Freeform 49"/>
              <p:cNvSpPr>
                <a:spLocks/>
              </p:cNvSpPr>
              <p:nvPr/>
            </p:nvSpPr>
            <p:spPr bwMode="auto">
              <a:xfrm rot="10800000">
                <a:off x="2985607" y="2022066"/>
                <a:ext cx="35042" cy="61021"/>
              </a:xfrm>
              <a:custGeom>
                <a:avLst/>
                <a:gdLst>
                  <a:gd name="T0" fmla="*/ 0 w 38"/>
                  <a:gd name="T1" fmla="*/ 66 h 66"/>
                  <a:gd name="T2" fmla="*/ 38 w 38"/>
                  <a:gd name="T3" fmla="*/ 0 h 66"/>
                </a:gdLst>
                <a:ahLst/>
                <a:cxnLst>
                  <a:cxn ang="0">
                    <a:pos x="T0" y="T1"/>
                  </a:cxn>
                  <a:cxn ang="0">
                    <a:pos x="T2" y="T3"/>
                  </a:cxn>
                </a:cxnLst>
                <a:rect l="0" t="0" r="r" b="b"/>
                <a:pathLst>
                  <a:path w="38" h="66">
                    <a:moveTo>
                      <a:pt x="0" y="66"/>
                    </a:moveTo>
                    <a:cubicBezTo>
                      <a:pt x="0" y="66"/>
                      <a:pt x="38" y="26"/>
                      <a:pt x="38"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98" name="Freeform 50"/>
              <p:cNvSpPr>
                <a:spLocks/>
              </p:cNvSpPr>
              <p:nvPr/>
            </p:nvSpPr>
            <p:spPr bwMode="auto">
              <a:xfrm rot="10800000">
                <a:off x="2985607" y="2377097"/>
                <a:ext cx="35042" cy="61021"/>
              </a:xfrm>
              <a:custGeom>
                <a:avLst/>
                <a:gdLst>
                  <a:gd name="T0" fmla="*/ 0 w 38"/>
                  <a:gd name="T1" fmla="*/ 0 h 66"/>
                  <a:gd name="T2" fmla="*/ 38 w 38"/>
                  <a:gd name="T3" fmla="*/ 66 h 66"/>
                </a:gdLst>
                <a:ahLst/>
                <a:cxnLst>
                  <a:cxn ang="0">
                    <a:pos x="T0" y="T1"/>
                  </a:cxn>
                  <a:cxn ang="0">
                    <a:pos x="T2" y="T3"/>
                  </a:cxn>
                </a:cxnLst>
                <a:rect l="0" t="0" r="r" b="b"/>
                <a:pathLst>
                  <a:path w="38" h="66">
                    <a:moveTo>
                      <a:pt x="0" y="0"/>
                    </a:moveTo>
                    <a:cubicBezTo>
                      <a:pt x="0" y="0"/>
                      <a:pt x="38" y="40"/>
                      <a:pt x="38" y="6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99" name="Freeform 51"/>
              <p:cNvSpPr>
                <a:spLocks/>
              </p:cNvSpPr>
              <p:nvPr/>
            </p:nvSpPr>
            <p:spPr bwMode="auto">
              <a:xfrm rot="10800000">
                <a:off x="2902613" y="2096030"/>
                <a:ext cx="55329" cy="268122"/>
              </a:xfrm>
              <a:custGeom>
                <a:avLst/>
                <a:gdLst>
                  <a:gd name="T0" fmla="*/ 0 w 60"/>
                  <a:gd name="T1" fmla="*/ 290 h 290"/>
                  <a:gd name="T2" fmla="*/ 0 w 60"/>
                  <a:gd name="T3" fmla="*/ 0 h 290"/>
                </a:gdLst>
                <a:ahLst/>
                <a:cxnLst>
                  <a:cxn ang="0">
                    <a:pos x="T0" y="T1"/>
                  </a:cxn>
                  <a:cxn ang="0">
                    <a:pos x="T2" y="T3"/>
                  </a:cxn>
                </a:cxnLst>
                <a:rect l="0" t="0" r="r" b="b"/>
                <a:pathLst>
                  <a:path w="60" h="290">
                    <a:moveTo>
                      <a:pt x="0" y="290"/>
                    </a:moveTo>
                    <a:cubicBezTo>
                      <a:pt x="37" y="290"/>
                      <a:pt x="60" y="26"/>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00" name="Freeform 52"/>
              <p:cNvSpPr>
                <a:spLocks/>
              </p:cNvSpPr>
              <p:nvPr/>
            </p:nvSpPr>
            <p:spPr bwMode="auto">
              <a:xfrm rot="10800000">
                <a:off x="2957942" y="2071067"/>
                <a:ext cx="130946" cy="24963"/>
              </a:xfrm>
              <a:custGeom>
                <a:avLst/>
                <a:gdLst>
                  <a:gd name="T0" fmla="*/ 0 w 142"/>
                  <a:gd name="T1" fmla="*/ 27 h 27"/>
                  <a:gd name="T2" fmla="*/ 142 w 142"/>
                  <a:gd name="T3" fmla="*/ 0 h 27"/>
                </a:gdLst>
                <a:ahLst/>
                <a:cxnLst>
                  <a:cxn ang="0">
                    <a:pos x="T0" y="T1"/>
                  </a:cxn>
                  <a:cxn ang="0">
                    <a:pos x="T2" y="T3"/>
                  </a:cxn>
                </a:cxnLst>
                <a:rect l="0" t="0" r="r" b="b"/>
                <a:pathLst>
                  <a:path w="142" h="27">
                    <a:moveTo>
                      <a:pt x="0" y="27"/>
                    </a:moveTo>
                    <a:cubicBezTo>
                      <a:pt x="0" y="27"/>
                      <a:pt x="142" y="27"/>
                      <a:pt x="142"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01" name="Freeform 53"/>
              <p:cNvSpPr>
                <a:spLocks/>
              </p:cNvSpPr>
              <p:nvPr/>
            </p:nvSpPr>
            <p:spPr bwMode="auto">
              <a:xfrm rot="10800000">
                <a:off x="2957942" y="2364153"/>
                <a:ext cx="130946" cy="24963"/>
              </a:xfrm>
              <a:custGeom>
                <a:avLst/>
                <a:gdLst>
                  <a:gd name="T0" fmla="*/ 0 w 142"/>
                  <a:gd name="T1" fmla="*/ 0 h 27"/>
                  <a:gd name="T2" fmla="*/ 142 w 142"/>
                  <a:gd name="T3" fmla="*/ 27 h 27"/>
                </a:gdLst>
                <a:ahLst/>
                <a:cxnLst>
                  <a:cxn ang="0">
                    <a:pos x="T0" y="T1"/>
                  </a:cxn>
                  <a:cxn ang="0">
                    <a:pos x="T2" y="T3"/>
                  </a:cxn>
                </a:cxnLst>
                <a:rect l="0" t="0" r="r" b="b"/>
                <a:pathLst>
                  <a:path w="142" h="27">
                    <a:moveTo>
                      <a:pt x="0" y="0"/>
                    </a:moveTo>
                    <a:cubicBezTo>
                      <a:pt x="0" y="0"/>
                      <a:pt x="142" y="0"/>
                      <a:pt x="142" y="2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02" name="Freeform 57"/>
              <p:cNvSpPr>
                <a:spLocks/>
              </p:cNvSpPr>
              <p:nvPr/>
            </p:nvSpPr>
            <p:spPr bwMode="auto">
              <a:xfrm rot="10800000">
                <a:off x="2927443" y="2220453"/>
                <a:ext cx="13832" cy="24039"/>
              </a:xfrm>
              <a:custGeom>
                <a:avLst/>
                <a:gdLst>
                  <a:gd name="T0" fmla="*/ 7 w 15"/>
                  <a:gd name="T1" fmla="*/ 26 h 26"/>
                  <a:gd name="T2" fmla="*/ 0 w 15"/>
                  <a:gd name="T3" fmla="*/ 13 h 26"/>
                  <a:gd name="T4" fmla="*/ 7 w 15"/>
                  <a:gd name="T5" fmla="*/ 0 h 26"/>
                  <a:gd name="T6" fmla="*/ 15 w 15"/>
                  <a:gd name="T7" fmla="*/ 13 h 26"/>
                  <a:gd name="T8" fmla="*/ 7 w 15"/>
                  <a:gd name="T9" fmla="*/ 26 h 26"/>
                </a:gdLst>
                <a:ahLst/>
                <a:cxnLst>
                  <a:cxn ang="0">
                    <a:pos x="T0" y="T1"/>
                  </a:cxn>
                  <a:cxn ang="0">
                    <a:pos x="T2" y="T3"/>
                  </a:cxn>
                  <a:cxn ang="0">
                    <a:pos x="T4" y="T5"/>
                  </a:cxn>
                  <a:cxn ang="0">
                    <a:pos x="T6" y="T7"/>
                  </a:cxn>
                  <a:cxn ang="0">
                    <a:pos x="T8" y="T9"/>
                  </a:cxn>
                </a:cxnLst>
                <a:rect l="0" t="0" r="r" b="b"/>
                <a:pathLst>
                  <a:path w="15" h="26">
                    <a:moveTo>
                      <a:pt x="7" y="26"/>
                    </a:moveTo>
                    <a:cubicBezTo>
                      <a:pt x="0" y="26"/>
                      <a:pt x="0" y="20"/>
                      <a:pt x="0" y="13"/>
                    </a:cubicBezTo>
                    <a:cubicBezTo>
                      <a:pt x="0" y="6"/>
                      <a:pt x="0" y="0"/>
                      <a:pt x="7" y="0"/>
                    </a:cubicBezTo>
                    <a:cubicBezTo>
                      <a:pt x="7" y="0"/>
                      <a:pt x="15" y="6"/>
                      <a:pt x="15" y="13"/>
                    </a:cubicBezTo>
                    <a:cubicBezTo>
                      <a:pt x="15" y="20"/>
                      <a:pt x="7" y="26"/>
                      <a:pt x="7" y="2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03" name="Freeform 58"/>
              <p:cNvSpPr>
                <a:spLocks/>
              </p:cNvSpPr>
              <p:nvPr/>
            </p:nvSpPr>
            <p:spPr bwMode="auto">
              <a:xfrm rot="10800000">
                <a:off x="3282541" y="2083086"/>
                <a:ext cx="13832" cy="294010"/>
              </a:xfrm>
              <a:custGeom>
                <a:avLst/>
                <a:gdLst>
                  <a:gd name="T0" fmla="*/ 0 w 15"/>
                  <a:gd name="T1" fmla="*/ 318 h 318"/>
                  <a:gd name="T2" fmla="*/ 0 w 15"/>
                  <a:gd name="T3" fmla="*/ 0 h 318"/>
                </a:gdLst>
                <a:ahLst/>
                <a:cxnLst>
                  <a:cxn ang="0">
                    <a:pos x="T0" y="T1"/>
                  </a:cxn>
                  <a:cxn ang="0">
                    <a:pos x="T2" y="T3"/>
                  </a:cxn>
                </a:cxnLst>
                <a:rect l="0" t="0" r="r" b="b"/>
                <a:pathLst>
                  <a:path w="15" h="318">
                    <a:moveTo>
                      <a:pt x="0" y="318"/>
                    </a:moveTo>
                    <a:cubicBezTo>
                      <a:pt x="15" y="271"/>
                      <a:pt x="15" y="4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04" name="Freeform 59"/>
              <p:cNvSpPr>
                <a:spLocks/>
              </p:cNvSpPr>
              <p:nvPr/>
            </p:nvSpPr>
            <p:spPr bwMode="auto">
              <a:xfrm rot="10800000">
                <a:off x="3199547" y="1986008"/>
                <a:ext cx="588335" cy="110023"/>
              </a:xfrm>
              <a:custGeom>
                <a:avLst/>
                <a:gdLst>
                  <a:gd name="T0" fmla="*/ 638 w 638"/>
                  <a:gd name="T1" fmla="*/ 80 h 119"/>
                  <a:gd name="T2" fmla="*/ 0 w 638"/>
                  <a:gd name="T3" fmla="*/ 119 h 119"/>
                </a:gdLst>
                <a:ahLst/>
                <a:cxnLst>
                  <a:cxn ang="0">
                    <a:pos x="T0" y="T1"/>
                  </a:cxn>
                  <a:cxn ang="0">
                    <a:pos x="T2" y="T3"/>
                  </a:cxn>
                </a:cxnLst>
                <a:rect l="0" t="0" r="r" b="b"/>
                <a:pathLst>
                  <a:path w="638" h="119">
                    <a:moveTo>
                      <a:pt x="638" y="80"/>
                    </a:moveTo>
                    <a:cubicBezTo>
                      <a:pt x="518" y="14"/>
                      <a:pt x="0" y="0"/>
                      <a:pt x="0" y="11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05" name="Freeform 60"/>
              <p:cNvSpPr>
                <a:spLocks/>
              </p:cNvSpPr>
              <p:nvPr/>
            </p:nvSpPr>
            <p:spPr bwMode="auto">
              <a:xfrm rot="10800000">
                <a:off x="3193092" y="2361772"/>
                <a:ext cx="594791" cy="110023"/>
              </a:xfrm>
              <a:custGeom>
                <a:avLst/>
                <a:gdLst>
                  <a:gd name="T0" fmla="*/ 645 w 645"/>
                  <a:gd name="T1" fmla="*/ 39 h 119"/>
                  <a:gd name="T2" fmla="*/ 0 w 645"/>
                  <a:gd name="T3" fmla="*/ 0 h 119"/>
                </a:gdLst>
                <a:ahLst/>
                <a:cxnLst>
                  <a:cxn ang="0">
                    <a:pos x="T0" y="T1"/>
                  </a:cxn>
                  <a:cxn ang="0">
                    <a:pos x="T2" y="T3"/>
                  </a:cxn>
                </a:cxnLst>
                <a:rect l="0" t="0" r="r" b="b"/>
                <a:pathLst>
                  <a:path w="645" h="119">
                    <a:moveTo>
                      <a:pt x="645" y="39"/>
                    </a:moveTo>
                    <a:cubicBezTo>
                      <a:pt x="525" y="105"/>
                      <a:pt x="0" y="119"/>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06" name="Freeform 61"/>
              <p:cNvSpPr>
                <a:spLocks/>
              </p:cNvSpPr>
              <p:nvPr/>
            </p:nvSpPr>
            <p:spPr bwMode="auto">
              <a:xfrm rot="10800000">
                <a:off x="3199547" y="2010046"/>
                <a:ext cx="580958" cy="12019"/>
              </a:xfrm>
              <a:custGeom>
                <a:avLst/>
                <a:gdLst>
                  <a:gd name="T0" fmla="*/ 630 w 630"/>
                  <a:gd name="T1" fmla="*/ 0 h 13"/>
                  <a:gd name="T2" fmla="*/ 0 w 630"/>
                  <a:gd name="T3" fmla="*/ 13 h 13"/>
                </a:gdLst>
                <a:ahLst/>
                <a:cxnLst>
                  <a:cxn ang="0">
                    <a:pos x="T0" y="T1"/>
                  </a:cxn>
                  <a:cxn ang="0">
                    <a:pos x="T2" y="T3"/>
                  </a:cxn>
                </a:cxnLst>
                <a:rect l="0" t="0" r="r" b="b"/>
                <a:pathLst>
                  <a:path w="630" h="13">
                    <a:moveTo>
                      <a:pt x="630" y="0"/>
                    </a:moveTo>
                    <a:cubicBezTo>
                      <a:pt x="510" y="13"/>
                      <a:pt x="270" y="13"/>
                      <a:pt x="0" y="1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07" name="Freeform 62"/>
              <p:cNvSpPr>
                <a:spLocks/>
              </p:cNvSpPr>
              <p:nvPr/>
            </p:nvSpPr>
            <p:spPr bwMode="auto">
              <a:xfrm rot="10800000">
                <a:off x="3193092" y="2438117"/>
                <a:ext cx="580958" cy="12019"/>
              </a:xfrm>
              <a:custGeom>
                <a:avLst/>
                <a:gdLst>
                  <a:gd name="T0" fmla="*/ 630 w 630"/>
                  <a:gd name="T1" fmla="*/ 13 h 13"/>
                  <a:gd name="T2" fmla="*/ 0 w 630"/>
                  <a:gd name="T3" fmla="*/ 0 h 13"/>
                </a:gdLst>
                <a:ahLst/>
                <a:cxnLst>
                  <a:cxn ang="0">
                    <a:pos x="T0" y="T1"/>
                  </a:cxn>
                  <a:cxn ang="0">
                    <a:pos x="T2" y="T3"/>
                  </a:cxn>
                </a:cxnLst>
                <a:rect l="0" t="0" r="r" b="b"/>
                <a:pathLst>
                  <a:path w="630" h="13">
                    <a:moveTo>
                      <a:pt x="630" y="13"/>
                    </a:moveTo>
                    <a:cubicBezTo>
                      <a:pt x="510" y="0"/>
                      <a:pt x="270" y="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08" name="Freeform 63"/>
              <p:cNvSpPr>
                <a:spLocks/>
              </p:cNvSpPr>
              <p:nvPr/>
            </p:nvSpPr>
            <p:spPr bwMode="auto">
              <a:xfrm rot="10800000">
                <a:off x="3227212" y="2022066"/>
                <a:ext cx="525629" cy="61021"/>
              </a:xfrm>
              <a:custGeom>
                <a:avLst/>
                <a:gdLst>
                  <a:gd name="T0" fmla="*/ 570 w 570"/>
                  <a:gd name="T1" fmla="*/ 66 h 66"/>
                  <a:gd name="T2" fmla="*/ 0 w 570"/>
                  <a:gd name="T3" fmla="*/ 66 h 66"/>
                </a:gdLst>
                <a:ahLst/>
                <a:cxnLst>
                  <a:cxn ang="0">
                    <a:pos x="T0" y="T1"/>
                  </a:cxn>
                  <a:cxn ang="0">
                    <a:pos x="T2" y="T3"/>
                  </a:cxn>
                </a:cxnLst>
                <a:rect l="0" t="0" r="r" b="b"/>
                <a:pathLst>
                  <a:path w="570" h="66">
                    <a:moveTo>
                      <a:pt x="570" y="66"/>
                    </a:moveTo>
                    <a:cubicBezTo>
                      <a:pt x="420" y="0"/>
                      <a:pt x="37" y="26"/>
                      <a:pt x="0" y="6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09" name="Freeform 64"/>
              <p:cNvSpPr>
                <a:spLocks/>
              </p:cNvSpPr>
              <p:nvPr/>
            </p:nvSpPr>
            <p:spPr bwMode="auto">
              <a:xfrm rot="10800000">
                <a:off x="3227212" y="2022066"/>
                <a:ext cx="525629" cy="0"/>
              </a:xfrm>
              <a:custGeom>
                <a:avLst/>
                <a:gdLst>
                  <a:gd name="T0" fmla="*/ 570 w 570"/>
                  <a:gd name="T1" fmla="*/ 0 w 570"/>
                </a:gdLst>
                <a:ahLst/>
                <a:cxnLst>
                  <a:cxn ang="0">
                    <a:pos x="T0" y="0"/>
                  </a:cxn>
                  <a:cxn ang="0">
                    <a:pos x="T1" y="0"/>
                  </a:cxn>
                </a:cxnLst>
                <a:rect l="0" t="0" r="r" b="b"/>
                <a:pathLst>
                  <a:path w="570">
                    <a:moveTo>
                      <a:pt x="570" y="0"/>
                    </a:moveTo>
                    <a:cubicBezTo>
                      <a:pt x="360" y="0"/>
                      <a:pt x="90" y="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10" name="Freeform 65"/>
              <p:cNvSpPr>
                <a:spLocks/>
              </p:cNvSpPr>
              <p:nvPr/>
            </p:nvSpPr>
            <p:spPr bwMode="auto">
              <a:xfrm rot="10800000">
                <a:off x="3517691" y="2010046"/>
                <a:ext cx="21210" cy="49002"/>
              </a:xfrm>
              <a:custGeom>
                <a:avLst/>
                <a:gdLst>
                  <a:gd name="T0" fmla="*/ 23 w 23"/>
                  <a:gd name="T1" fmla="*/ 0 h 53"/>
                  <a:gd name="T2" fmla="*/ 0 w 23"/>
                  <a:gd name="T3" fmla="*/ 53 h 53"/>
                </a:gdLst>
                <a:ahLst/>
                <a:cxnLst>
                  <a:cxn ang="0">
                    <a:pos x="T0" y="T1"/>
                  </a:cxn>
                  <a:cxn ang="0">
                    <a:pos x="T2" y="T3"/>
                  </a:cxn>
                </a:cxnLst>
                <a:rect l="0" t="0" r="r" b="b"/>
                <a:pathLst>
                  <a:path w="23" h="53">
                    <a:moveTo>
                      <a:pt x="23" y="0"/>
                    </a:moveTo>
                    <a:cubicBezTo>
                      <a:pt x="15" y="13"/>
                      <a:pt x="0" y="40"/>
                      <a:pt x="0" y="5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11" name="Freeform 66"/>
              <p:cNvSpPr>
                <a:spLocks/>
              </p:cNvSpPr>
              <p:nvPr/>
            </p:nvSpPr>
            <p:spPr bwMode="auto">
              <a:xfrm rot="10800000">
                <a:off x="3483571" y="2010046"/>
                <a:ext cx="13832" cy="49002"/>
              </a:xfrm>
              <a:custGeom>
                <a:avLst/>
                <a:gdLst>
                  <a:gd name="T0" fmla="*/ 15 w 15"/>
                  <a:gd name="T1" fmla="*/ 0 h 53"/>
                  <a:gd name="T2" fmla="*/ 0 w 15"/>
                  <a:gd name="T3" fmla="*/ 53 h 53"/>
                </a:gdLst>
                <a:ahLst/>
                <a:cxnLst>
                  <a:cxn ang="0">
                    <a:pos x="T0" y="T1"/>
                  </a:cxn>
                  <a:cxn ang="0">
                    <a:pos x="T2" y="T3"/>
                  </a:cxn>
                </a:cxnLst>
                <a:rect l="0" t="0" r="r" b="b"/>
                <a:pathLst>
                  <a:path w="15" h="53">
                    <a:moveTo>
                      <a:pt x="15" y="0"/>
                    </a:moveTo>
                    <a:cubicBezTo>
                      <a:pt x="15" y="13"/>
                      <a:pt x="8" y="40"/>
                      <a:pt x="0" y="5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12" name="Freeform 67"/>
              <p:cNvSpPr>
                <a:spLocks/>
              </p:cNvSpPr>
              <p:nvPr/>
            </p:nvSpPr>
            <p:spPr bwMode="auto">
              <a:xfrm rot="10800000">
                <a:off x="3503858" y="1986008"/>
                <a:ext cx="27665" cy="73040"/>
              </a:xfrm>
              <a:custGeom>
                <a:avLst/>
                <a:gdLst>
                  <a:gd name="T0" fmla="*/ 30 w 30"/>
                  <a:gd name="T1" fmla="*/ 0 h 79"/>
                  <a:gd name="T2" fmla="*/ 0 w 30"/>
                  <a:gd name="T3" fmla="*/ 79 h 79"/>
                </a:gdLst>
                <a:ahLst/>
                <a:cxnLst>
                  <a:cxn ang="0">
                    <a:pos x="T0" y="T1"/>
                  </a:cxn>
                  <a:cxn ang="0">
                    <a:pos x="T2" y="T3"/>
                  </a:cxn>
                </a:cxnLst>
                <a:rect l="0" t="0" r="r" b="b"/>
                <a:pathLst>
                  <a:path w="30" h="79">
                    <a:moveTo>
                      <a:pt x="30" y="0"/>
                    </a:moveTo>
                    <a:cubicBezTo>
                      <a:pt x="22" y="26"/>
                      <a:pt x="7" y="66"/>
                      <a:pt x="0" y="7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13" name="Freeform 92"/>
              <p:cNvSpPr>
                <a:spLocks/>
              </p:cNvSpPr>
              <p:nvPr/>
            </p:nvSpPr>
            <p:spPr bwMode="auto">
              <a:xfrm rot="10800000">
                <a:off x="3234589" y="2374716"/>
                <a:ext cx="525629" cy="61021"/>
              </a:xfrm>
              <a:custGeom>
                <a:avLst/>
                <a:gdLst>
                  <a:gd name="T0" fmla="*/ 570 w 570"/>
                  <a:gd name="T1" fmla="*/ 0 h 66"/>
                  <a:gd name="T2" fmla="*/ 0 w 570"/>
                  <a:gd name="T3" fmla="*/ 0 h 66"/>
                </a:gdLst>
                <a:ahLst/>
                <a:cxnLst>
                  <a:cxn ang="0">
                    <a:pos x="T0" y="T1"/>
                  </a:cxn>
                  <a:cxn ang="0">
                    <a:pos x="T2" y="T3"/>
                  </a:cxn>
                </a:cxnLst>
                <a:rect l="0" t="0" r="r" b="b"/>
                <a:pathLst>
                  <a:path w="570" h="66">
                    <a:moveTo>
                      <a:pt x="570" y="0"/>
                    </a:moveTo>
                    <a:cubicBezTo>
                      <a:pt x="420" y="66"/>
                      <a:pt x="38" y="3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14" name="Freeform 93"/>
              <p:cNvSpPr>
                <a:spLocks/>
              </p:cNvSpPr>
              <p:nvPr/>
            </p:nvSpPr>
            <p:spPr bwMode="auto">
              <a:xfrm rot="10800000">
                <a:off x="3234589" y="2438117"/>
                <a:ext cx="525629" cy="0"/>
              </a:xfrm>
              <a:custGeom>
                <a:avLst/>
                <a:gdLst>
                  <a:gd name="T0" fmla="*/ 570 w 570"/>
                  <a:gd name="T1" fmla="*/ 0 w 570"/>
                </a:gdLst>
                <a:ahLst/>
                <a:cxnLst>
                  <a:cxn ang="0">
                    <a:pos x="T0" y="0"/>
                  </a:cxn>
                  <a:cxn ang="0">
                    <a:pos x="T1" y="0"/>
                  </a:cxn>
                </a:cxnLst>
                <a:rect l="0" t="0" r="r" b="b"/>
                <a:pathLst>
                  <a:path w="570">
                    <a:moveTo>
                      <a:pt x="570" y="0"/>
                    </a:moveTo>
                    <a:cubicBezTo>
                      <a:pt x="360" y="0"/>
                      <a:pt x="90" y="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15" name="Freeform 94"/>
              <p:cNvSpPr>
                <a:spLocks/>
              </p:cNvSpPr>
              <p:nvPr/>
            </p:nvSpPr>
            <p:spPr bwMode="auto">
              <a:xfrm rot="10800000">
                <a:off x="3525068" y="2401135"/>
                <a:ext cx="20287" cy="49002"/>
              </a:xfrm>
              <a:custGeom>
                <a:avLst/>
                <a:gdLst>
                  <a:gd name="T0" fmla="*/ 22 w 22"/>
                  <a:gd name="T1" fmla="*/ 53 h 53"/>
                  <a:gd name="T2" fmla="*/ 0 w 22"/>
                  <a:gd name="T3" fmla="*/ 0 h 53"/>
                </a:gdLst>
                <a:ahLst/>
                <a:cxnLst>
                  <a:cxn ang="0">
                    <a:pos x="T0" y="T1"/>
                  </a:cxn>
                  <a:cxn ang="0">
                    <a:pos x="T2" y="T3"/>
                  </a:cxn>
                </a:cxnLst>
                <a:rect l="0" t="0" r="r" b="b"/>
                <a:pathLst>
                  <a:path w="22" h="53">
                    <a:moveTo>
                      <a:pt x="22" y="53"/>
                    </a:moveTo>
                    <a:cubicBezTo>
                      <a:pt x="15" y="33"/>
                      <a:pt x="0" y="1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16" name="Freeform 95"/>
              <p:cNvSpPr>
                <a:spLocks/>
              </p:cNvSpPr>
              <p:nvPr/>
            </p:nvSpPr>
            <p:spPr bwMode="auto">
              <a:xfrm rot="10800000">
                <a:off x="3490026" y="2401135"/>
                <a:ext cx="13832" cy="49002"/>
              </a:xfrm>
              <a:custGeom>
                <a:avLst/>
                <a:gdLst>
                  <a:gd name="T0" fmla="*/ 15 w 15"/>
                  <a:gd name="T1" fmla="*/ 53 h 53"/>
                  <a:gd name="T2" fmla="*/ 0 w 15"/>
                  <a:gd name="T3" fmla="*/ 0 h 53"/>
                </a:gdLst>
                <a:ahLst/>
                <a:cxnLst>
                  <a:cxn ang="0">
                    <a:pos x="T0" y="T1"/>
                  </a:cxn>
                  <a:cxn ang="0">
                    <a:pos x="T2" y="T3"/>
                  </a:cxn>
                </a:cxnLst>
                <a:rect l="0" t="0" r="r" b="b"/>
                <a:pathLst>
                  <a:path w="15" h="53">
                    <a:moveTo>
                      <a:pt x="15" y="53"/>
                    </a:moveTo>
                    <a:cubicBezTo>
                      <a:pt x="15" y="33"/>
                      <a:pt x="7" y="1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17" name="Freeform 96"/>
              <p:cNvSpPr>
                <a:spLocks/>
              </p:cNvSpPr>
              <p:nvPr/>
            </p:nvSpPr>
            <p:spPr bwMode="auto">
              <a:xfrm rot="10800000">
                <a:off x="3508855" y="2401504"/>
                <a:ext cx="27665" cy="72000"/>
              </a:xfrm>
              <a:custGeom>
                <a:avLst/>
                <a:gdLst>
                  <a:gd name="T0" fmla="*/ 30 w 30"/>
                  <a:gd name="T1" fmla="*/ 86 h 86"/>
                  <a:gd name="T2" fmla="*/ 0 w 30"/>
                  <a:gd name="T3" fmla="*/ 0 h 86"/>
                </a:gdLst>
                <a:ahLst/>
                <a:cxnLst>
                  <a:cxn ang="0">
                    <a:pos x="T0" y="T1"/>
                  </a:cxn>
                  <a:cxn ang="0">
                    <a:pos x="T2" y="T3"/>
                  </a:cxn>
                </a:cxnLst>
                <a:rect l="0" t="0" r="r" b="b"/>
                <a:pathLst>
                  <a:path w="30" h="86">
                    <a:moveTo>
                      <a:pt x="30" y="86"/>
                    </a:moveTo>
                    <a:cubicBezTo>
                      <a:pt x="23" y="60"/>
                      <a:pt x="8" y="1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18" name="Freeform 121"/>
              <p:cNvSpPr>
                <a:spLocks/>
              </p:cNvSpPr>
              <p:nvPr/>
            </p:nvSpPr>
            <p:spPr bwMode="auto">
              <a:xfrm rot="10800000">
                <a:off x="3586852" y="2035009"/>
                <a:ext cx="193653" cy="36058"/>
              </a:xfrm>
              <a:custGeom>
                <a:avLst/>
                <a:gdLst>
                  <a:gd name="T0" fmla="*/ 0 w 210"/>
                  <a:gd name="T1" fmla="*/ 39 h 39"/>
                  <a:gd name="T2" fmla="*/ 210 w 210"/>
                  <a:gd name="T3" fmla="*/ 0 h 39"/>
                </a:gdLst>
                <a:ahLst/>
                <a:cxnLst>
                  <a:cxn ang="0">
                    <a:pos x="T0" y="T1"/>
                  </a:cxn>
                  <a:cxn ang="0">
                    <a:pos x="T2" y="T3"/>
                  </a:cxn>
                </a:cxnLst>
                <a:rect l="0" t="0" r="r" b="b"/>
                <a:pathLst>
                  <a:path w="210" h="39">
                    <a:moveTo>
                      <a:pt x="0" y="39"/>
                    </a:moveTo>
                    <a:cubicBezTo>
                      <a:pt x="60" y="26"/>
                      <a:pt x="150" y="0"/>
                      <a:pt x="21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19" name="Freeform 122"/>
              <p:cNvSpPr>
                <a:spLocks/>
              </p:cNvSpPr>
              <p:nvPr/>
            </p:nvSpPr>
            <p:spPr bwMode="auto">
              <a:xfrm rot="10800000">
                <a:off x="3586852" y="2389116"/>
                <a:ext cx="193653" cy="36058"/>
              </a:xfrm>
              <a:custGeom>
                <a:avLst/>
                <a:gdLst>
                  <a:gd name="T0" fmla="*/ 0 w 210"/>
                  <a:gd name="T1" fmla="*/ 0 h 39"/>
                  <a:gd name="T2" fmla="*/ 210 w 210"/>
                  <a:gd name="T3" fmla="*/ 39 h 39"/>
                </a:gdLst>
                <a:ahLst/>
                <a:cxnLst>
                  <a:cxn ang="0">
                    <a:pos x="T0" y="T1"/>
                  </a:cxn>
                  <a:cxn ang="0">
                    <a:pos x="T2" y="T3"/>
                  </a:cxn>
                </a:cxnLst>
                <a:rect l="0" t="0" r="r" b="b"/>
                <a:pathLst>
                  <a:path w="210" h="39">
                    <a:moveTo>
                      <a:pt x="0" y="0"/>
                    </a:moveTo>
                    <a:cubicBezTo>
                      <a:pt x="60" y="13"/>
                      <a:pt x="150" y="39"/>
                      <a:pt x="210" y="3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20" name="Freeform 123"/>
              <p:cNvSpPr>
                <a:spLocks/>
              </p:cNvSpPr>
              <p:nvPr/>
            </p:nvSpPr>
            <p:spPr bwMode="auto">
              <a:xfrm rot="10800000">
                <a:off x="3711343" y="1949025"/>
                <a:ext cx="41497" cy="55474"/>
              </a:xfrm>
              <a:custGeom>
                <a:avLst/>
                <a:gdLst>
                  <a:gd name="T0" fmla="*/ 45 w 45"/>
                  <a:gd name="T1" fmla="*/ 53 h 60"/>
                  <a:gd name="T2" fmla="*/ 0 w 45"/>
                  <a:gd name="T3" fmla="*/ 0 h 60"/>
                </a:gdLst>
                <a:ahLst/>
                <a:cxnLst>
                  <a:cxn ang="0">
                    <a:pos x="T0" y="T1"/>
                  </a:cxn>
                  <a:cxn ang="0">
                    <a:pos x="T2" y="T3"/>
                  </a:cxn>
                </a:cxnLst>
                <a:rect l="0" t="0" r="r" b="b"/>
                <a:pathLst>
                  <a:path w="45" h="60">
                    <a:moveTo>
                      <a:pt x="45" y="53"/>
                    </a:moveTo>
                    <a:cubicBezTo>
                      <a:pt x="30" y="60"/>
                      <a:pt x="7" y="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21" name="Freeform 124"/>
              <p:cNvSpPr>
                <a:spLocks/>
              </p:cNvSpPr>
              <p:nvPr/>
            </p:nvSpPr>
            <p:spPr bwMode="auto">
              <a:xfrm rot="10800000">
                <a:off x="3711343" y="1955497"/>
                <a:ext cx="41497" cy="73040"/>
              </a:xfrm>
              <a:custGeom>
                <a:avLst/>
                <a:gdLst>
                  <a:gd name="T0" fmla="*/ 0 w 45"/>
                  <a:gd name="T1" fmla="*/ 26 h 79"/>
                  <a:gd name="T2" fmla="*/ 45 w 45"/>
                  <a:gd name="T3" fmla="*/ 79 h 79"/>
                </a:gdLst>
                <a:ahLst/>
                <a:cxnLst>
                  <a:cxn ang="0">
                    <a:pos x="T0" y="T1"/>
                  </a:cxn>
                  <a:cxn ang="0">
                    <a:pos x="T2" y="T3"/>
                  </a:cxn>
                </a:cxnLst>
                <a:rect l="0" t="0" r="r" b="b"/>
                <a:pathLst>
                  <a:path w="45" h="79">
                    <a:moveTo>
                      <a:pt x="0" y="26"/>
                    </a:moveTo>
                    <a:cubicBezTo>
                      <a:pt x="30" y="0"/>
                      <a:pt x="45" y="73"/>
                      <a:pt x="45" y="7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22" name="Freeform 125"/>
              <p:cNvSpPr>
                <a:spLocks/>
              </p:cNvSpPr>
              <p:nvPr/>
            </p:nvSpPr>
            <p:spPr bwMode="auto">
              <a:xfrm rot="10800000">
                <a:off x="3697511" y="1955497"/>
                <a:ext cx="41497" cy="73040"/>
              </a:xfrm>
              <a:custGeom>
                <a:avLst/>
                <a:gdLst>
                  <a:gd name="T0" fmla="*/ 0 w 45"/>
                  <a:gd name="T1" fmla="*/ 13 h 79"/>
                  <a:gd name="T2" fmla="*/ 30 w 45"/>
                  <a:gd name="T3" fmla="*/ 79 h 79"/>
                </a:gdLst>
                <a:ahLst/>
                <a:cxnLst>
                  <a:cxn ang="0">
                    <a:pos x="T0" y="T1"/>
                  </a:cxn>
                  <a:cxn ang="0">
                    <a:pos x="T2" y="T3"/>
                  </a:cxn>
                </a:cxnLst>
                <a:rect l="0" t="0" r="r" b="b"/>
                <a:pathLst>
                  <a:path w="45" h="79">
                    <a:moveTo>
                      <a:pt x="0" y="13"/>
                    </a:moveTo>
                    <a:cubicBezTo>
                      <a:pt x="15" y="0"/>
                      <a:pt x="45" y="79"/>
                      <a:pt x="30" y="7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23" name="Freeform 126"/>
              <p:cNvSpPr>
                <a:spLocks/>
              </p:cNvSpPr>
              <p:nvPr/>
            </p:nvSpPr>
            <p:spPr bwMode="auto">
              <a:xfrm rot="10800000">
                <a:off x="3711343" y="2450137"/>
                <a:ext cx="41497" cy="61021"/>
              </a:xfrm>
              <a:custGeom>
                <a:avLst/>
                <a:gdLst>
                  <a:gd name="T0" fmla="*/ 45 w 45"/>
                  <a:gd name="T1" fmla="*/ 13 h 66"/>
                  <a:gd name="T2" fmla="*/ 0 w 45"/>
                  <a:gd name="T3" fmla="*/ 66 h 66"/>
                </a:gdLst>
                <a:ahLst/>
                <a:cxnLst>
                  <a:cxn ang="0">
                    <a:pos x="T0" y="T1"/>
                  </a:cxn>
                  <a:cxn ang="0">
                    <a:pos x="T2" y="T3"/>
                  </a:cxn>
                </a:cxnLst>
                <a:rect l="0" t="0" r="r" b="b"/>
                <a:pathLst>
                  <a:path w="45" h="66">
                    <a:moveTo>
                      <a:pt x="45" y="13"/>
                    </a:moveTo>
                    <a:cubicBezTo>
                      <a:pt x="30" y="0"/>
                      <a:pt x="7" y="66"/>
                      <a:pt x="0" y="6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24" name="Freeform 127"/>
              <p:cNvSpPr>
                <a:spLocks/>
              </p:cNvSpPr>
              <p:nvPr/>
            </p:nvSpPr>
            <p:spPr bwMode="auto">
              <a:xfrm rot="10800000">
                <a:off x="3711343" y="2425174"/>
                <a:ext cx="41497" cy="73965"/>
              </a:xfrm>
              <a:custGeom>
                <a:avLst/>
                <a:gdLst>
                  <a:gd name="T0" fmla="*/ 0 w 45"/>
                  <a:gd name="T1" fmla="*/ 53 h 80"/>
                  <a:gd name="T2" fmla="*/ 45 w 45"/>
                  <a:gd name="T3" fmla="*/ 0 h 80"/>
                </a:gdLst>
                <a:ahLst/>
                <a:cxnLst>
                  <a:cxn ang="0">
                    <a:pos x="T0" y="T1"/>
                  </a:cxn>
                  <a:cxn ang="0">
                    <a:pos x="T2" y="T3"/>
                  </a:cxn>
                </a:cxnLst>
                <a:rect l="0" t="0" r="r" b="b"/>
                <a:pathLst>
                  <a:path w="45" h="80">
                    <a:moveTo>
                      <a:pt x="0" y="53"/>
                    </a:moveTo>
                    <a:cubicBezTo>
                      <a:pt x="30" y="80"/>
                      <a:pt x="45" y="0"/>
                      <a:pt x="4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25" name="Freeform 128"/>
              <p:cNvSpPr>
                <a:spLocks/>
              </p:cNvSpPr>
              <p:nvPr/>
            </p:nvSpPr>
            <p:spPr bwMode="auto">
              <a:xfrm rot="10800000">
                <a:off x="3697511" y="2425174"/>
                <a:ext cx="41497" cy="73965"/>
              </a:xfrm>
              <a:custGeom>
                <a:avLst/>
                <a:gdLst>
                  <a:gd name="T0" fmla="*/ 0 w 45"/>
                  <a:gd name="T1" fmla="*/ 60 h 80"/>
                  <a:gd name="T2" fmla="*/ 30 w 45"/>
                  <a:gd name="T3" fmla="*/ 0 h 80"/>
                </a:gdLst>
                <a:ahLst/>
                <a:cxnLst>
                  <a:cxn ang="0">
                    <a:pos x="T0" y="T1"/>
                  </a:cxn>
                  <a:cxn ang="0">
                    <a:pos x="T2" y="T3"/>
                  </a:cxn>
                </a:cxnLst>
                <a:rect l="0" t="0" r="r" b="b"/>
                <a:pathLst>
                  <a:path w="45" h="80">
                    <a:moveTo>
                      <a:pt x="0" y="60"/>
                    </a:moveTo>
                    <a:cubicBezTo>
                      <a:pt x="15" y="80"/>
                      <a:pt x="45" y="0"/>
                      <a:pt x="3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26" name="Rectangle 69"/>
              <p:cNvSpPr>
                <a:spLocks noChangeArrowheads="1"/>
              </p:cNvSpPr>
              <p:nvPr/>
            </p:nvSpPr>
            <p:spPr bwMode="auto">
              <a:xfrm rot="10800000">
                <a:off x="3535015" y="2458808"/>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27" name="Rectangle 69"/>
              <p:cNvSpPr>
                <a:spLocks noChangeArrowheads="1"/>
              </p:cNvSpPr>
              <p:nvPr/>
            </p:nvSpPr>
            <p:spPr bwMode="auto">
              <a:xfrm rot="10800000">
                <a:off x="3562940" y="2458808"/>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28" name="Rectangle 69"/>
              <p:cNvSpPr>
                <a:spLocks noChangeArrowheads="1"/>
              </p:cNvSpPr>
              <p:nvPr/>
            </p:nvSpPr>
            <p:spPr bwMode="auto">
              <a:xfrm rot="10800000">
                <a:off x="3535031" y="1987386"/>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29" name="Rectangle 69"/>
              <p:cNvSpPr>
                <a:spLocks noChangeArrowheads="1"/>
              </p:cNvSpPr>
              <p:nvPr/>
            </p:nvSpPr>
            <p:spPr bwMode="auto">
              <a:xfrm rot="10800000">
                <a:off x="3562956" y="1987386"/>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30" name="Rectangle 69"/>
              <p:cNvSpPr>
                <a:spLocks noChangeArrowheads="1"/>
              </p:cNvSpPr>
              <p:nvPr/>
            </p:nvSpPr>
            <p:spPr bwMode="auto">
              <a:xfrm rot="10800000">
                <a:off x="3282645" y="2454062"/>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31" name="Rectangle 69"/>
              <p:cNvSpPr>
                <a:spLocks noChangeArrowheads="1"/>
              </p:cNvSpPr>
              <p:nvPr/>
            </p:nvSpPr>
            <p:spPr bwMode="auto">
              <a:xfrm rot="10800000">
                <a:off x="3310570" y="2454062"/>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32" name="Rectangle 69"/>
              <p:cNvSpPr>
                <a:spLocks noChangeArrowheads="1"/>
              </p:cNvSpPr>
              <p:nvPr/>
            </p:nvSpPr>
            <p:spPr bwMode="auto">
              <a:xfrm rot="10800000">
                <a:off x="3282661" y="1992164"/>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233" name="Rectangle 69"/>
              <p:cNvSpPr>
                <a:spLocks noChangeArrowheads="1"/>
              </p:cNvSpPr>
              <p:nvPr/>
            </p:nvSpPr>
            <p:spPr bwMode="auto">
              <a:xfrm rot="10800000">
                <a:off x="3310586" y="1992164"/>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grpSp>
        <p:sp>
          <p:nvSpPr>
            <p:cNvPr id="134" name="流程图: 联系 403"/>
            <p:cNvSpPr/>
            <p:nvPr/>
          </p:nvSpPr>
          <p:spPr>
            <a:xfrm>
              <a:off x="4934345" y="2605418"/>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35" name="流程图: 联系 403"/>
            <p:cNvSpPr/>
            <p:nvPr/>
          </p:nvSpPr>
          <p:spPr>
            <a:xfrm>
              <a:off x="4909639" y="2554126"/>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36" name="流程图: 联系 403"/>
            <p:cNvSpPr/>
            <p:nvPr/>
          </p:nvSpPr>
          <p:spPr>
            <a:xfrm>
              <a:off x="4900151" y="2486502"/>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37" name="流程图: 联系 403"/>
            <p:cNvSpPr/>
            <p:nvPr/>
          </p:nvSpPr>
          <p:spPr>
            <a:xfrm>
              <a:off x="4911637" y="2419264"/>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38" name="流程图: 联系 403"/>
            <p:cNvSpPr/>
            <p:nvPr/>
          </p:nvSpPr>
          <p:spPr>
            <a:xfrm>
              <a:off x="4955925" y="2363083"/>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39" name="流程图: 联系 403"/>
            <p:cNvSpPr/>
            <p:nvPr/>
          </p:nvSpPr>
          <p:spPr>
            <a:xfrm>
              <a:off x="4932610" y="1971955"/>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40" name="流程图: 联系 403"/>
            <p:cNvSpPr/>
            <p:nvPr/>
          </p:nvSpPr>
          <p:spPr>
            <a:xfrm>
              <a:off x="4907903" y="1920664"/>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41" name="流程图: 联系 403"/>
            <p:cNvSpPr/>
            <p:nvPr/>
          </p:nvSpPr>
          <p:spPr>
            <a:xfrm>
              <a:off x="4898416" y="1853039"/>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42" name="流程图: 联系 403"/>
            <p:cNvSpPr/>
            <p:nvPr/>
          </p:nvSpPr>
          <p:spPr>
            <a:xfrm>
              <a:off x="4909901" y="1785801"/>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43" name="矩形 142"/>
            <p:cNvSpPr/>
            <p:nvPr/>
          </p:nvSpPr>
          <p:spPr>
            <a:xfrm>
              <a:off x="4894526" y="1685979"/>
              <a:ext cx="763276" cy="332133"/>
            </a:xfrm>
            <a:prstGeom prst="rect">
              <a:avLst/>
            </a:prstGeom>
            <a:noFill/>
            <a:ln w="1905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44" name="矩形 143"/>
            <p:cNvSpPr/>
            <p:nvPr/>
          </p:nvSpPr>
          <p:spPr>
            <a:xfrm>
              <a:off x="4898416" y="2361974"/>
              <a:ext cx="756798" cy="332133"/>
            </a:xfrm>
            <a:prstGeom prst="rect">
              <a:avLst/>
            </a:prstGeom>
            <a:noFill/>
            <a:ln w="1905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45" name="流程图: 联系 403"/>
            <p:cNvSpPr/>
            <p:nvPr/>
          </p:nvSpPr>
          <p:spPr>
            <a:xfrm>
              <a:off x="4177341" y="1935953"/>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46" name="流程图: 联系 403"/>
            <p:cNvSpPr/>
            <p:nvPr/>
          </p:nvSpPr>
          <p:spPr>
            <a:xfrm>
              <a:off x="4185311" y="1869590"/>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47" name="流程图: 联系 403"/>
            <p:cNvSpPr/>
            <p:nvPr/>
          </p:nvSpPr>
          <p:spPr>
            <a:xfrm>
              <a:off x="4182981" y="1803442"/>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48" name="流程图: 联系 403"/>
            <p:cNvSpPr/>
            <p:nvPr/>
          </p:nvSpPr>
          <p:spPr>
            <a:xfrm>
              <a:off x="4167824" y="1752850"/>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49" name="矩形 148"/>
            <p:cNvSpPr/>
            <p:nvPr/>
          </p:nvSpPr>
          <p:spPr>
            <a:xfrm>
              <a:off x="3462996" y="1685979"/>
              <a:ext cx="763276" cy="332133"/>
            </a:xfrm>
            <a:prstGeom prst="rect">
              <a:avLst/>
            </a:prstGeom>
            <a:noFill/>
            <a:ln w="1905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50" name="矩形 149"/>
            <p:cNvSpPr/>
            <p:nvPr/>
          </p:nvSpPr>
          <p:spPr>
            <a:xfrm>
              <a:off x="4894526" y="2018112"/>
              <a:ext cx="763276" cy="332133"/>
            </a:xfrm>
            <a:prstGeom prst="rect">
              <a:avLst/>
            </a:prstGeom>
            <a:noFill/>
            <a:ln w="1905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51" name="流程图: 联系 403"/>
            <p:cNvSpPr/>
            <p:nvPr/>
          </p:nvSpPr>
          <p:spPr>
            <a:xfrm>
              <a:off x="4177341" y="2268826"/>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52" name="流程图: 联系 403"/>
            <p:cNvSpPr/>
            <p:nvPr/>
          </p:nvSpPr>
          <p:spPr>
            <a:xfrm>
              <a:off x="4185311" y="2202462"/>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53" name="流程图: 联系 403"/>
            <p:cNvSpPr/>
            <p:nvPr/>
          </p:nvSpPr>
          <p:spPr>
            <a:xfrm>
              <a:off x="4182981" y="2136314"/>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54" name="流程图: 联系 403"/>
            <p:cNvSpPr/>
            <p:nvPr/>
          </p:nvSpPr>
          <p:spPr>
            <a:xfrm>
              <a:off x="4167824" y="2085722"/>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55" name="矩形 154"/>
            <p:cNvSpPr/>
            <p:nvPr/>
          </p:nvSpPr>
          <p:spPr>
            <a:xfrm>
              <a:off x="3462996" y="2018852"/>
              <a:ext cx="763276" cy="332133"/>
            </a:xfrm>
            <a:prstGeom prst="rect">
              <a:avLst/>
            </a:prstGeom>
            <a:noFill/>
            <a:ln w="1905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56" name="流程图: 联系 403"/>
            <p:cNvSpPr/>
            <p:nvPr/>
          </p:nvSpPr>
          <p:spPr>
            <a:xfrm>
              <a:off x="4177341" y="2607938"/>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57" name="流程图: 联系 403"/>
            <p:cNvSpPr/>
            <p:nvPr/>
          </p:nvSpPr>
          <p:spPr>
            <a:xfrm>
              <a:off x="4185311" y="2541575"/>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58" name="流程图: 联系 403"/>
            <p:cNvSpPr/>
            <p:nvPr/>
          </p:nvSpPr>
          <p:spPr>
            <a:xfrm>
              <a:off x="4182981" y="2475427"/>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59" name="流程图: 联系 403"/>
            <p:cNvSpPr/>
            <p:nvPr/>
          </p:nvSpPr>
          <p:spPr>
            <a:xfrm>
              <a:off x="4167824" y="2424835"/>
              <a:ext cx="37240" cy="35282"/>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60" name="矩形 159"/>
            <p:cNvSpPr/>
            <p:nvPr/>
          </p:nvSpPr>
          <p:spPr>
            <a:xfrm>
              <a:off x="3462996" y="2357964"/>
              <a:ext cx="763276" cy="332133"/>
            </a:xfrm>
            <a:prstGeom prst="rect">
              <a:avLst/>
            </a:prstGeom>
            <a:noFill/>
            <a:ln w="1905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61" name="任意多边形 160"/>
            <p:cNvSpPr/>
            <p:nvPr/>
          </p:nvSpPr>
          <p:spPr>
            <a:xfrm>
              <a:off x="4589821" y="2040120"/>
              <a:ext cx="921391" cy="506199"/>
            </a:xfrm>
            <a:custGeom>
              <a:avLst/>
              <a:gdLst>
                <a:gd name="connsiteX0" fmla="*/ 67501 w 1378141"/>
                <a:gd name="connsiteY0" fmla="*/ 1244800 h 1244800"/>
                <a:gd name="connsiteX1" fmla="*/ 113221 w 1378141"/>
                <a:gd name="connsiteY1" fmla="*/ 734260 h 1244800"/>
                <a:gd name="connsiteX2" fmla="*/ 120841 w 1378141"/>
                <a:gd name="connsiteY2" fmla="*/ 292300 h 1244800"/>
                <a:gd name="connsiteX3" fmla="*/ 6541 w 1378141"/>
                <a:gd name="connsiteY3" fmla="*/ 25600 h 1244800"/>
                <a:gd name="connsiteX4" fmla="*/ 37021 w 1378141"/>
                <a:gd name="connsiteY4" fmla="*/ 40840 h 1244800"/>
                <a:gd name="connsiteX5" fmla="*/ 227521 w 1378141"/>
                <a:gd name="connsiteY5" fmla="*/ 292300 h 1244800"/>
                <a:gd name="connsiteX6" fmla="*/ 456121 w 1378141"/>
                <a:gd name="connsiteY6" fmla="*/ 368500 h 1244800"/>
                <a:gd name="connsiteX7" fmla="*/ 1378141 w 1378141"/>
                <a:gd name="connsiteY7" fmla="*/ 398980 h 124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8141" h="1244800">
                  <a:moveTo>
                    <a:pt x="67501" y="1244800"/>
                  </a:moveTo>
                  <a:cubicBezTo>
                    <a:pt x="85916" y="1068905"/>
                    <a:pt x="104331" y="893010"/>
                    <a:pt x="113221" y="734260"/>
                  </a:cubicBezTo>
                  <a:cubicBezTo>
                    <a:pt x="122111" y="575510"/>
                    <a:pt x="138621" y="410410"/>
                    <a:pt x="120841" y="292300"/>
                  </a:cubicBezTo>
                  <a:cubicBezTo>
                    <a:pt x="103061" y="174190"/>
                    <a:pt x="20511" y="67510"/>
                    <a:pt x="6541" y="25600"/>
                  </a:cubicBezTo>
                  <a:cubicBezTo>
                    <a:pt x="-7429" y="-16310"/>
                    <a:pt x="191" y="-3610"/>
                    <a:pt x="37021" y="40840"/>
                  </a:cubicBezTo>
                  <a:cubicBezTo>
                    <a:pt x="73851" y="85290"/>
                    <a:pt x="157671" y="237690"/>
                    <a:pt x="227521" y="292300"/>
                  </a:cubicBezTo>
                  <a:cubicBezTo>
                    <a:pt x="297371" y="346910"/>
                    <a:pt x="264351" y="350720"/>
                    <a:pt x="456121" y="368500"/>
                  </a:cubicBezTo>
                  <a:cubicBezTo>
                    <a:pt x="647891" y="386280"/>
                    <a:pt x="1013016" y="392630"/>
                    <a:pt x="1378141" y="39898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p:cNvGrpSpPr/>
            <p:nvPr/>
          </p:nvGrpSpPr>
          <p:grpSpPr>
            <a:xfrm>
              <a:off x="6625407" y="2435330"/>
              <a:ext cx="168651" cy="566172"/>
              <a:chOff x="6712391" y="3481965"/>
              <a:chExt cx="252255" cy="893827"/>
            </a:xfrm>
          </p:grpSpPr>
          <p:sp>
            <p:nvSpPr>
              <p:cNvPr id="129" name="矩形 128"/>
              <p:cNvSpPr/>
              <p:nvPr/>
            </p:nvSpPr>
            <p:spPr>
              <a:xfrm>
                <a:off x="6712391" y="3481965"/>
                <a:ext cx="235593" cy="126602"/>
              </a:xfrm>
              <a:prstGeom prst="rect">
                <a:avLst/>
              </a:prstGeom>
              <a:noFill/>
              <a:ln w="19050">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31" name="流程图: 联系 403"/>
              <p:cNvSpPr/>
              <p:nvPr/>
            </p:nvSpPr>
            <p:spPr>
              <a:xfrm>
                <a:off x="6827287" y="3911110"/>
                <a:ext cx="55701" cy="55700"/>
              </a:xfrm>
              <a:prstGeom prst="flowChartConnector">
                <a:avLst/>
              </a:prstGeom>
              <a:solidFill>
                <a:srgbClr val="FF0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76"/>
              </a:p>
            </p:txBody>
          </p:sp>
          <p:sp>
            <p:nvSpPr>
              <p:cNvPr id="132" name="任意多边形 131"/>
              <p:cNvSpPr/>
              <p:nvPr/>
            </p:nvSpPr>
            <p:spPr>
              <a:xfrm>
                <a:off x="6760859" y="4290735"/>
                <a:ext cx="203787" cy="85057"/>
              </a:xfrm>
              <a:custGeom>
                <a:avLst/>
                <a:gdLst>
                  <a:gd name="connsiteX0" fmla="*/ 0 w 322192"/>
                  <a:gd name="connsiteY0" fmla="*/ 83532 h 90864"/>
                  <a:gd name="connsiteX1" fmla="*/ 152400 w 322192"/>
                  <a:gd name="connsiteY1" fmla="*/ 83532 h 90864"/>
                  <a:gd name="connsiteX2" fmla="*/ 304800 w 322192"/>
                  <a:gd name="connsiteY2" fmla="*/ 7332 h 90864"/>
                  <a:gd name="connsiteX3" fmla="*/ 312420 w 322192"/>
                  <a:gd name="connsiteY3" fmla="*/ 7332 h 90864"/>
                </a:gdLst>
                <a:ahLst/>
                <a:cxnLst>
                  <a:cxn ang="0">
                    <a:pos x="connsiteX0" y="connsiteY0"/>
                  </a:cxn>
                  <a:cxn ang="0">
                    <a:pos x="connsiteX1" y="connsiteY1"/>
                  </a:cxn>
                  <a:cxn ang="0">
                    <a:pos x="connsiteX2" y="connsiteY2"/>
                  </a:cxn>
                  <a:cxn ang="0">
                    <a:pos x="connsiteX3" y="connsiteY3"/>
                  </a:cxn>
                </a:cxnLst>
                <a:rect l="l" t="t" r="r" b="b"/>
                <a:pathLst>
                  <a:path w="322192" h="90864">
                    <a:moveTo>
                      <a:pt x="0" y="83532"/>
                    </a:moveTo>
                    <a:cubicBezTo>
                      <a:pt x="50800" y="89882"/>
                      <a:pt x="101600" y="96232"/>
                      <a:pt x="152400" y="83532"/>
                    </a:cubicBezTo>
                    <a:cubicBezTo>
                      <a:pt x="203200" y="70832"/>
                      <a:pt x="304800" y="7332"/>
                      <a:pt x="304800" y="7332"/>
                    </a:cubicBezTo>
                    <a:cubicBezTo>
                      <a:pt x="331470" y="-5368"/>
                      <a:pt x="321945" y="982"/>
                      <a:pt x="312420" y="733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3"/>
            <p:cNvSpPr txBox="1"/>
            <p:nvPr/>
          </p:nvSpPr>
          <p:spPr>
            <a:xfrm>
              <a:off x="1503974" y="2759160"/>
              <a:ext cx="992579" cy="348813"/>
            </a:xfrm>
            <a:prstGeom prst="rect">
              <a:avLst/>
            </a:prstGeom>
            <a:noFill/>
          </p:spPr>
          <p:txBody>
            <a:bodyPr wrap="none" rtlCol="0">
              <a:spAutoFit/>
            </a:bodyPr>
            <a:lstStyle/>
            <a:p>
              <a:pPr>
                <a:lnSpc>
                  <a:spcPts val="2000"/>
                </a:lnSpc>
              </a:pPr>
              <a:r>
                <a:rPr lang="zh-CN" altLang="en-US" sz="1050" dirty="0" smtClean="0"/>
                <a:t>实际泊车场景</a:t>
              </a:r>
              <a:endParaRPr lang="zh-CN" altLang="en-US" sz="1050" dirty="0"/>
            </a:p>
          </p:txBody>
        </p:sp>
        <p:sp>
          <p:nvSpPr>
            <p:cNvPr id="19" name="文本框 13"/>
            <p:cNvSpPr txBox="1"/>
            <p:nvPr/>
          </p:nvSpPr>
          <p:spPr>
            <a:xfrm>
              <a:off x="3741009" y="2802000"/>
              <a:ext cx="723275" cy="317587"/>
            </a:xfrm>
            <a:prstGeom prst="rect">
              <a:avLst/>
            </a:prstGeom>
            <a:noFill/>
          </p:spPr>
          <p:txBody>
            <a:bodyPr wrap="none" rtlCol="0">
              <a:spAutoFit/>
            </a:bodyPr>
            <a:lstStyle/>
            <a:p>
              <a:pPr>
                <a:lnSpc>
                  <a:spcPts val="2000"/>
                </a:lnSpc>
              </a:pPr>
              <a:r>
                <a:rPr lang="zh-CN" altLang="en-US" sz="1050" dirty="0" smtClean="0"/>
                <a:t>记忆地图</a:t>
              </a:r>
              <a:endParaRPr lang="zh-CN" altLang="en-US" sz="1050" dirty="0"/>
            </a:p>
          </p:txBody>
        </p:sp>
        <p:sp>
          <p:nvSpPr>
            <p:cNvPr id="49" name="文本框 13"/>
            <p:cNvSpPr txBox="1"/>
            <p:nvPr/>
          </p:nvSpPr>
          <p:spPr>
            <a:xfrm>
              <a:off x="3083798" y="1914613"/>
              <a:ext cx="226349" cy="205513"/>
            </a:xfrm>
            <a:prstGeom prst="rect">
              <a:avLst/>
            </a:prstGeom>
            <a:noFill/>
          </p:spPr>
          <p:txBody>
            <a:bodyPr wrap="none" rtlCol="0">
              <a:spAutoFit/>
            </a:bodyPr>
            <a:lstStyle/>
            <a:p>
              <a:pPr>
                <a:lnSpc>
                  <a:spcPts val="2000"/>
                </a:lnSpc>
              </a:pPr>
              <a:r>
                <a:rPr lang="zh-CN" altLang="en-US" sz="1200" dirty="0" smtClean="0"/>
                <a:t>①</a:t>
              </a:r>
              <a:endParaRPr lang="zh-CN" altLang="en-US" sz="1200" dirty="0"/>
            </a:p>
          </p:txBody>
        </p:sp>
        <p:pic>
          <p:nvPicPr>
            <p:cNvPr id="700" name="currentImg" descr="https://timgsa.baidu.com/timg?image&amp;quality=80&amp;size=b9999_10000&amp;sec=1531200957594&amp;di=a486c93a2ec63cb6e9248afdb0c8a271&amp;imgtype=0&amp;src=http%3A%2F%2Fimg.jdzj.com%2FUserDocument%2F2015c%2Fanbomall%2FPicture%2F20164919148.jpg"/>
            <p:cNvPicPr/>
            <p:nvPr/>
          </p:nvPicPr>
          <p:blipFill rotWithShape="1">
            <a:blip r:embed="rId4" cstate="print">
              <a:extLst>
                <a:ext uri="{28A0092B-C50C-407E-A947-70E740481C1C}">
                  <a14:useLocalDpi xmlns:a14="http://schemas.microsoft.com/office/drawing/2010/main" val="0"/>
                </a:ext>
              </a:extLst>
            </a:blip>
            <a:srcRect l="30001" t="14614" r="34180" b="15389"/>
            <a:stretch/>
          </p:blipFill>
          <p:spPr>
            <a:xfrm>
              <a:off x="1610056" y="2207591"/>
              <a:ext cx="129826" cy="202632"/>
            </a:xfrm>
            <a:prstGeom prst="rect">
              <a:avLst/>
            </a:prstGeom>
            <a:noFill/>
          </p:spPr>
        </p:pic>
        <p:sp>
          <p:nvSpPr>
            <p:cNvPr id="701" name="椭圆 700"/>
            <p:cNvSpPr/>
            <p:nvPr/>
          </p:nvSpPr>
          <p:spPr>
            <a:xfrm>
              <a:off x="4319880" y="2264130"/>
              <a:ext cx="99352" cy="11311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3" name="椭圆 702"/>
            <p:cNvSpPr/>
            <p:nvPr/>
          </p:nvSpPr>
          <p:spPr>
            <a:xfrm>
              <a:off x="6672282" y="3187732"/>
              <a:ext cx="99352" cy="11311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4" name="文本框 13"/>
            <p:cNvSpPr txBox="1"/>
            <p:nvPr/>
          </p:nvSpPr>
          <p:spPr>
            <a:xfrm>
              <a:off x="6941444" y="1519794"/>
              <a:ext cx="1188146" cy="1852110"/>
            </a:xfrm>
            <a:prstGeom prst="rect">
              <a:avLst/>
            </a:prstGeom>
            <a:noFill/>
          </p:spPr>
          <p:txBody>
            <a:bodyPr wrap="none" rtlCol="0">
              <a:spAutoFit/>
            </a:bodyPr>
            <a:lstStyle/>
            <a:p>
              <a:pPr>
                <a:lnSpc>
                  <a:spcPts val="2000"/>
                </a:lnSpc>
              </a:pPr>
              <a:r>
                <a:rPr lang="en-US" altLang="zh-CN" sz="1000" dirty="0" smtClean="0">
                  <a:latin typeface="+mn-lt"/>
                </a:rPr>
                <a:t>Obj1</a:t>
              </a:r>
            </a:p>
            <a:p>
              <a:pPr>
                <a:lnSpc>
                  <a:spcPts val="2000"/>
                </a:lnSpc>
              </a:pPr>
              <a:r>
                <a:rPr lang="en-US" altLang="zh-CN" sz="1000" dirty="0" smtClean="0">
                  <a:latin typeface="+mn-lt"/>
                </a:rPr>
                <a:t>Obj2</a:t>
              </a:r>
            </a:p>
            <a:p>
              <a:pPr>
                <a:lnSpc>
                  <a:spcPts val="2000"/>
                </a:lnSpc>
              </a:pPr>
              <a:r>
                <a:rPr lang="zh-CN" altLang="en-US" sz="1000" dirty="0" smtClean="0">
                  <a:latin typeface="+mn-lt"/>
                </a:rPr>
                <a:t>边界线</a:t>
              </a:r>
              <a:endParaRPr lang="en-US" altLang="zh-CN" sz="1000" dirty="0" smtClean="0">
                <a:latin typeface="+mn-lt"/>
              </a:endParaRPr>
            </a:p>
            <a:p>
              <a:pPr>
                <a:lnSpc>
                  <a:spcPts val="2000"/>
                </a:lnSpc>
              </a:pPr>
              <a:r>
                <a:rPr lang="zh-CN" altLang="en-US" sz="1000" dirty="0" smtClean="0">
                  <a:latin typeface="+mn-lt"/>
                </a:rPr>
                <a:t>影像车位</a:t>
              </a:r>
              <a:endParaRPr lang="en-US" altLang="zh-CN" sz="1000" dirty="0" smtClean="0">
                <a:latin typeface="+mn-lt"/>
              </a:endParaRPr>
            </a:p>
            <a:p>
              <a:pPr>
                <a:lnSpc>
                  <a:spcPts val="2000"/>
                </a:lnSpc>
              </a:pPr>
              <a:r>
                <a:rPr lang="en-US" altLang="zh-CN" sz="1000" dirty="0">
                  <a:latin typeface="+mn-lt"/>
                </a:rPr>
                <a:t>FSD</a:t>
              </a:r>
              <a:r>
                <a:rPr lang="zh-CN" altLang="en-US" sz="1000" dirty="0">
                  <a:latin typeface="+mn-lt"/>
                </a:rPr>
                <a:t>障碍物</a:t>
              </a:r>
              <a:r>
                <a:rPr lang="zh-CN" altLang="en-US" sz="1000" dirty="0" smtClean="0">
                  <a:latin typeface="+mn-lt"/>
                </a:rPr>
                <a:t>边界点</a:t>
              </a:r>
              <a:endParaRPr lang="en-US" altLang="zh-CN" sz="1000" dirty="0">
                <a:latin typeface="+mn-lt"/>
              </a:endParaRPr>
            </a:p>
            <a:p>
              <a:pPr>
                <a:lnSpc>
                  <a:spcPts val="2000"/>
                </a:lnSpc>
              </a:pPr>
              <a:r>
                <a:rPr lang="zh-CN" altLang="en-US" sz="1000" dirty="0" smtClean="0">
                  <a:latin typeface="+mn-lt"/>
                </a:rPr>
                <a:t>车辆行驶路径</a:t>
              </a:r>
              <a:endParaRPr lang="en-US" altLang="zh-CN" sz="1000" dirty="0" smtClean="0">
                <a:latin typeface="+mn-lt"/>
              </a:endParaRPr>
            </a:p>
            <a:p>
              <a:pPr>
                <a:lnSpc>
                  <a:spcPts val="2000"/>
                </a:lnSpc>
              </a:pPr>
              <a:r>
                <a:rPr lang="en-US" altLang="zh-CN" sz="1000" dirty="0" smtClean="0">
                  <a:latin typeface="+mn-lt"/>
                </a:rPr>
                <a:t>OD</a:t>
              </a:r>
              <a:r>
                <a:rPr lang="zh-CN" altLang="en-US" sz="1000" dirty="0" smtClean="0">
                  <a:latin typeface="+mn-lt"/>
                </a:rPr>
                <a:t>信息</a:t>
              </a:r>
              <a:endParaRPr lang="zh-CN" altLang="en-US" sz="1000" dirty="0">
                <a:latin typeface="+mn-lt"/>
              </a:endParaRPr>
            </a:p>
          </p:txBody>
        </p:sp>
        <p:cxnSp>
          <p:nvCxnSpPr>
            <p:cNvPr id="1284" name="直接连接符 1283"/>
            <p:cNvCxnSpPr/>
            <p:nvPr/>
          </p:nvCxnSpPr>
          <p:spPr>
            <a:xfrm flipH="1" flipV="1">
              <a:off x="6571046" y="2233476"/>
              <a:ext cx="296705" cy="482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285" name="矩形 1284"/>
            <p:cNvSpPr/>
            <p:nvPr/>
          </p:nvSpPr>
          <p:spPr>
            <a:xfrm>
              <a:off x="6645906" y="1921715"/>
              <a:ext cx="114300" cy="5847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6" name="矩形 1285"/>
            <p:cNvSpPr/>
            <p:nvPr/>
          </p:nvSpPr>
          <p:spPr>
            <a:xfrm>
              <a:off x="6649815" y="1686055"/>
              <a:ext cx="114300" cy="58473"/>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7" name="矩形 1286"/>
            <p:cNvSpPr/>
            <p:nvPr/>
          </p:nvSpPr>
          <p:spPr>
            <a:xfrm>
              <a:off x="4867986" y="1972490"/>
              <a:ext cx="114300" cy="5847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8" name="矩形 1287"/>
            <p:cNvSpPr/>
            <p:nvPr/>
          </p:nvSpPr>
          <p:spPr>
            <a:xfrm>
              <a:off x="4874445" y="2346451"/>
              <a:ext cx="114300" cy="58473"/>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9" name="矩形 1288"/>
            <p:cNvSpPr/>
            <p:nvPr/>
          </p:nvSpPr>
          <p:spPr>
            <a:xfrm>
              <a:off x="2156568" y="1947099"/>
              <a:ext cx="114300" cy="5847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0" name="矩形 1289"/>
            <p:cNvSpPr/>
            <p:nvPr/>
          </p:nvSpPr>
          <p:spPr>
            <a:xfrm>
              <a:off x="2154258" y="2321008"/>
              <a:ext cx="114300" cy="58473"/>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4150529" y="1586810"/>
              <a:ext cx="73668" cy="1093621"/>
              <a:chOff x="6040397" y="1490890"/>
              <a:chExt cx="152593" cy="1830621"/>
            </a:xfrm>
          </p:grpSpPr>
          <p:cxnSp>
            <p:nvCxnSpPr>
              <p:cNvPr id="1292" name="直接连接符 1291"/>
              <p:cNvCxnSpPr/>
              <p:nvPr/>
            </p:nvCxnSpPr>
            <p:spPr>
              <a:xfrm>
                <a:off x="6147141" y="1916967"/>
                <a:ext cx="42364" cy="12741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93" name="直接连接符 1292"/>
              <p:cNvCxnSpPr/>
              <p:nvPr/>
            </p:nvCxnSpPr>
            <p:spPr>
              <a:xfrm>
                <a:off x="6168754" y="2012423"/>
                <a:ext cx="4543" cy="14454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94" name="直接连接符 1293"/>
              <p:cNvCxnSpPr/>
              <p:nvPr/>
            </p:nvCxnSpPr>
            <p:spPr>
              <a:xfrm flipH="1">
                <a:off x="6141683" y="2115228"/>
                <a:ext cx="36624" cy="13835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95" name="直接连接符 1294"/>
              <p:cNvCxnSpPr/>
              <p:nvPr/>
            </p:nvCxnSpPr>
            <p:spPr>
              <a:xfrm flipH="1">
                <a:off x="6147141" y="2238702"/>
                <a:ext cx="2650" cy="20377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96" name="直接连接符 1295"/>
              <p:cNvCxnSpPr/>
              <p:nvPr/>
            </p:nvCxnSpPr>
            <p:spPr>
              <a:xfrm>
                <a:off x="6160402" y="2451664"/>
                <a:ext cx="29103" cy="11822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97" name="直接连接符 1296"/>
              <p:cNvCxnSpPr/>
              <p:nvPr/>
            </p:nvCxnSpPr>
            <p:spPr>
              <a:xfrm>
                <a:off x="6172386" y="2546908"/>
                <a:ext cx="911" cy="13557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98" name="直接连接符 1297"/>
              <p:cNvCxnSpPr/>
              <p:nvPr/>
            </p:nvCxnSpPr>
            <p:spPr>
              <a:xfrm flipH="1">
                <a:off x="6141683" y="2656228"/>
                <a:ext cx="22673" cy="12286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99" name="直接连接符 1298"/>
              <p:cNvCxnSpPr/>
              <p:nvPr/>
            </p:nvCxnSpPr>
            <p:spPr>
              <a:xfrm flipH="1">
                <a:off x="6147141" y="2772849"/>
                <a:ext cx="1447" cy="20499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00" name="直接连接符 1299"/>
              <p:cNvCxnSpPr/>
              <p:nvPr/>
            </p:nvCxnSpPr>
            <p:spPr>
              <a:xfrm>
                <a:off x="6148588" y="2977037"/>
                <a:ext cx="40917" cy="12822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01" name="直接连接符 1300"/>
              <p:cNvCxnSpPr/>
              <p:nvPr/>
            </p:nvCxnSpPr>
            <p:spPr>
              <a:xfrm>
                <a:off x="6181210" y="3081588"/>
                <a:ext cx="11780" cy="12809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02" name="直接连接符 1301"/>
              <p:cNvCxnSpPr/>
              <p:nvPr/>
            </p:nvCxnSpPr>
            <p:spPr>
              <a:xfrm flipH="1">
                <a:off x="6159995" y="3198648"/>
                <a:ext cx="22673" cy="12286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03" name="直接连接符 1302"/>
              <p:cNvCxnSpPr/>
              <p:nvPr/>
            </p:nvCxnSpPr>
            <p:spPr>
              <a:xfrm>
                <a:off x="6114335" y="1694739"/>
                <a:ext cx="27850" cy="21749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04" name="直接连接符 1303"/>
              <p:cNvCxnSpPr/>
              <p:nvPr/>
            </p:nvCxnSpPr>
            <p:spPr>
              <a:xfrm>
                <a:off x="6040397" y="1490890"/>
                <a:ext cx="78925" cy="21196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702" name="直接连接符 701"/>
            <p:cNvCxnSpPr/>
            <p:nvPr/>
          </p:nvCxnSpPr>
          <p:spPr>
            <a:xfrm>
              <a:off x="4914104" y="1816036"/>
              <a:ext cx="0" cy="5540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05" name="直接连接符 704"/>
            <p:cNvCxnSpPr/>
            <p:nvPr/>
          </p:nvCxnSpPr>
          <p:spPr>
            <a:xfrm>
              <a:off x="4914104" y="1876893"/>
              <a:ext cx="0" cy="7392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06" name="直接连接符 705"/>
            <p:cNvCxnSpPr/>
            <p:nvPr/>
          </p:nvCxnSpPr>
          <p:spPr>
            <a:xfrm flipH="1">
              <a:off x="4914104" y="1747939"/>
              <a:ext cx="19187" cy="6448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07" name="直接连接符 706"/>
            <p:cNvCxnSpPr/>
            <p:nvPr/>
          </p:nvCxnSpPr>
          <p:spPr>
            <a:xfrm>
              <a:off x="4918935" y="1947563"/>
              <a:ext cx="28712" cy="69992"/>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08" name="直接连接符 707"/>
            <p:cNvCxnSpPr/>
            <p:nvPr/>
          </p:nvCxnSpPr>
          <p:spPr>
            <a:xfrm>
              <a:off x="4961965" y="2018112"/>
              <a:ext cx="657690" cy="628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09" name="直接连接符 708"/>
            <p:cNvCxnSpPr/>
            <p:nvPr/>
          </p:nvCxnSpPr>
          <p:spPr>
            <a:xfrm>
              <a:off x="4914104" y="2499138"/>
              <a:ext cx="9593" cy="7392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10" name="直接连接符 709"/>
            <p:cNvCxnSpPr/>
            <p:nvPr/>
          </p:nvCxnSpPr>
          <p:spPr>
            <a:xfrm>
              <a:off x="4918935" y="2425218"/>
              <a:ext cx="0" cy="7392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11" name="直接连接符 710"/>
            <p:cNvCxnSpPr/>
            <p:nvPr/>
          </p:nvCxnSpPr>
          <p:spPr>
            <a:xfrm>
              <a:off x="4930704" y="2571352"/>
              <a:ext cx="38305" cy="8797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12" name="直接连接符 711"/>
            <p:cNvCxnSpPr/>
            <p:nvPr/>
          </p:nvCxnSpPr>
          <p:spPr>
            <a:xfrm>
              <a:off x="5631739" y="2024397"/>
              <a:ext cx="4626" cy="33730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13" name="直接连接符 712"/>
            <p:cNvCxnSpPr/>
            <p:nvPr/>
          </p:nvCxnSpPr>
          <p:spPr>
            <a:xfrm flipH="1">
              <a:off x="4921384" y="2370697"/>
              <a:ext cx="47625" cy="6051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14" name="直接连接符 713"/>
            <p:cNvCxnSpPr/>
            <p:nvPr/>
          </p:nvCxnSpPr>
          <p:spPr>
            <a:xfrm flipV="1">
              <a:off x="4969009" y="2370697"/>
              <a:ext cx="662730" cy="408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715" name="组合 714"/>
            <p:cNvGrpSpPr/>
            <p:nvPr/>
          </p:nvGrpSpPr>
          <p:grpSpPr>
            <a:xfrm rot="5156354">
              <a:off x="1841311" y="2107349"/>
              <a:ext cx="329204" cy="186043"/>
              <a:chOff x="5776954" y="1953506"/>
              <a:chExt cx="519721" cy="278268"/>
            </a:xfrm>
          </p:grpSpPr>
          <p:cxnSp>
            <p:nvCxnSpPr>
              <p:cNvPr id="716" name="直接箭头连接符 715"/>
              <p:cNvCxnSpPr/>
              <p:nvPr/>
            </p:nvCxnSpPr>
            <p:spPr>
              <a:xfrm flipH="1">
                <a:off x="6036815" y="1969746"/>
                <a:ext cx="2811" cy="262028"/>
              </a:xfrm>
              <a:prstGeom prst="straightConnector1">
                <a:avLst/>
              </a:prstGeom>
              <a:noFill/>
              <a:ln w="38100" cap="flat" cmpd="sng" algn="ctr">
                <a:solidFill>
                  <a:schemeClr val="tx1">
                    <a:lumMod val="75000"/>
                    <a:lumOff val="25000"/>
                  </a:schemeClr>
                </a:solidFill>
                <a:prstDash val="solid"/>
                <a:miter lim="800000"/>
                <a:headEnd type="none"/>
                <a:tailEnd type="triangle" w="med" len="med"/>
              </a:ln>
              <a:effectLst/>
            </p:spPr>
          </p:cxnSp>
          <p:sp>
            <p:nvSpPr>
              <p:cNvPr id="717" name="任意多边形 716"/>
              <p:cNvSpPr/>
              <p:nvPr/>
            </p:nvSpPr>
            <p:spPr>
              <a:xfrm>
                <a:off x="5776954" y="1953506"/>
                <a:ext cx="166785" cy="149909"/>
              </a:xfrm>
              <a:custGeom>
                <a:avLst/>
                <a:gdLst>
                  <a:gd name="connisteX0" fmla="*/ 445135 w 445135"/>
                  <a:gd name="connsiteY0" fmla="*/ 0 h 408305"/>
                  <a:gd name="connisteX1" fmla="*/ 317500 w 445135"/>
                  <a:gd name="connsiteY1" fmla="*/ 323215 h 408305"/>
                  <a:gd name="connisteX2" fmla="*/ 0 w 445135"/>
                  <a:gd name="connsiteY2" fmla="*/ 408305 h 408305"/>
                </a:gdLst>
                <a:ahLst/>
                <a:cxnLst>
                  <a:cxn ang="0">
                    <a:pos x="connisteX0" y="connsiteY0"/>
                  </a:cxn>
                  <a:cxn ang="0">
                    <a:pos x="connisteX1" y="connsiteY1"/>
                  </a:cxn>
                  <a:cxn ang="0">
                    <a:pos x="connisteX2" y="connsiteY2"/>
                  </a:cxn>
                </a:cxnLst>
                <a:rect l="l" t="t" r="r" b="b"/>
                <a:pathLst>
                  <a:path w="445135" h="408305">
                    <a:moveTo>
                      <a:pt x="445135" y="0"/>
                    </a:moveTo>
                    <a:cubicBezTo>
                      <a:pt x="426085" y="62865"/>
                      <a:pt x="406400" y="241300"/>
                      <a:pt x="317500" y="323215"/>
                    </a:cubicBezTo>
                    <a:cubicBezTo>
                      <a:pt x="228600" y="405130"/>
                      <a:pt x="60960" y="397510"/>
                      <a:pt x="0" y="408305"/>
                    </a:cubicBezTo>
                  </a:path>
                </a:pathLst>
              </a:custGeom>
              <a:noFill/>
              <a:ln w="38100" cap="flat" cmpd="sng" algn="ctr">
                <a:solidFill>
                  <a:srgbClr val="00B050"/>
                </a:solidFill>
                <a:prstDash val="solid"/>
                <a:miter lim="800000"/>
                <a:headEnd type="none"/>
                <a:tailEnd type="triangle" w="med" len="med"/>
              </a:ln>
              <a:effec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sp>
            <p:nvSpPr>
              <p:cNvPr id="718" name="任意多边形 717"/>
              <p:cNvSpPr/>
              <p:nvPr/>
            </p:nvSpPr>
            <p:spPr>
              <a:xfrm flipH="1">
                <a:off x="6129890" y="1961626"/>
                <a:ext cx="166785" cy="149909"/>
              </a:xfrm>
              <a:custGeom>
                <a:avLst/>
                <a:gdLst>
                  <a:gd name="connisteX0" fmla="*/ 445135 w 445135"/>
                  <a:gd name="connsiteY0" fmla="*/ 0 h 408305"/>
                  <a:gd name="connisteX1" fmla="*/ 317500 w 445135"/>
                  <a:gd name="connsiteY1" fmla="*/ 323215 h 408305"/>
                  <a:gd name="connisteX2" fmla="*/ 0 w 445135"/>
                  <a:gd name="connsiteY2" fmla="*/ 408305 h 408305"/>
                </a:gdLst>
                <a:ahLst/>
                <a:cxnLst>
                  <a:cxn ang="0">
                    <a:pos x="connisteX0" y="connsiteY0"/>
                  </a:cxn>
                  <a:cxn ang="0">
                    <a:pos x="connisteX1" y="connsiteY1"/>
                  </a:cxn>
                  <a:cxn ang="0">
                    <a:pos x="connisteX2" y="connsiteY2"/>
                  </a:cxn>
                </a:cxnLst>
                <a:rect l="l" t="t" r="r" b="b"/>
                <a:pathLst>
                  <a:path w="445135" h="408305">
                    <a:moveTo>
                      <a:pt x="445135" y="0"/>
                    </a:moveTo>
                    <a:cubicBezTo>
                      <a:pt x="426085" y="62865"/>
                      <a:pt x="406400" y="241300"/>
                      <a:pt x="317500" y="323215"/>
                    </a:cubicBezTo>
                    <a:cubicBezTo>
                      <a:pt x="228600" y="405130"/>
                      <a:pt x="60960" y="397510"/>
                      <a:pt x="0" y="408305"/>
                    </a:cubicBezTo>
                  </a:path>
                </a:pathLst>
              </a:custGeom>
              <a:noFill/>
              <a:ln w="38100" cap="flat" cmpd="sng" algn="ctr">
                <a:solidFill>
                  <a:schemeClr val="tx1">
                    <a:lumMod val="75000"/>
                    <a:lumOff val="25000"/>
                  </a:schemeClr>
                </a:solidFill>
                <a:prstDash val="solid"/>
                <a:miter lim="800000"/>
                <a:headEnd type="none"/>
                <a:tailEnd type="triangle" w="med" len="med"/>
              </a:ln>
              <a:effectLst/>
            </p:spPr>
            <p:txBody>
              <a:bodyPr rtlCol="0" anchor="ctr"/>
              <a:lstStyle/>
              <a:p>
                <a:pPr algn="ctr" defTabSz="914309" fontAlgn="base">
                  <a:spcBef>
                    <a:spcPct val="0"/>
                  </a:spcBef>
                  <a:spcAft>
                    <a:spcPct val="0"/>
                  </a:spcAft>
                  <a:defRPr/>
                </a:pPr>
                <a:endParaRPr lang="zh-CN" altLang="en-US" sz="1800" kern="0">
                  <a:solidFill>
                    <a:prstClr val="white"/>
                  </a:solidFill>
                  <a:latin typeface="等线 Light" panose="02010600030101010101" pitchFamily="2" charset="-122"/>
                  <a:ea typeface="等线 Light" panose="02010600030101010101" pitchFamily="2" charset="-122"/>
                </a:endParaRPr>
              </a:p>
            </p:txBody>
          </p:sp>
        </p:grpSp>
      </p:grpSp>
    </p:spTree>
    <p:custDataLst>
      <p:tags r:id="rId1"/>
    </p:custDataLst>
    <p:extLst>
      <p:ext uri="{BB962C8B-B14F-4D97-AF65-F5344CB8AC3E}">
        <p14:creationId xmlns:p14="http://schemas.microsoft.com/office/powerpoint/2010/main" val="40774279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20"/>
          <p:cNvSpPr txBox="1"/>
          <p:nvPr/>
        </p:nvSpPr>
        <p:spPr>
          <a:xfrm>
            <a:off x="0" y="815513"/>
            <a:ext cx="8393635" cy="415498"/>
          </a:xfrm>
          <a:prstGeom prst="rect">
            <a:avLst/>
          </a:prstGeom>
          <a:noFill/>
        </p:spPr>
        <p:txBody>
          <a:bodyPr wrap="square" rtlCol="0">
            <a:spAutoFit/>
          </a:bodyPr>
          <a:lstStyle/>
          <a:p>
            <a:pPr marL="742950" lvl="2" indent="-285750">
              <a:lnSpc>
                <a:spcPct val="150000"/>
              </a:lnSpc>
              <a:buFont typeface="Wingdings" panose="05000000000000000000" pitchFamily="2" charset="2"/>
              <a:buChar char="p"/>
            </a:pPr>
            <a:r>
              <a:rPr lang="zh-CN" altLang="en-US" sz="1600" dirty="0" smtClean="0">
                <a:latin typeface="+mn-ea"/>
              </a:rPr>
              <a:t>有效待融合</a:t>
            </a:r>
            <a:r>
              <a:rPr lang="en-US" altLang="zh-CN" sz="1600" dirty="0" smtClean="0">
                <a:latin typeface="+mn-ea"/>
              </a:rPr>
              <a:t>FSD</a:t>
            </a:r>
            <a:r>
              <a:rPr lang="zh-CN" altLang="en-US" sz="1600" dirty="0" smtClean="0">
                <a:latin typeface="+mn-ea"/>
              </a:rPr>
              <a:t>检测区域</a:t>
            </a:r>
            <a:endParaRPr lang="en-US" altLang="zh-CN" sz="1600" dirty="0" smtClean="0">
              <a:latin typeface="+mn-ea"/>
            </a:endParaRPr>
          </a:p>
        </p:txBody>
      </p:sp>
      <p:sp>
        <p:nvSpPr>
          <p:cNvPr id="11" name="矩形 10"/>
          <p:cNvSpPr/>
          <p:nvPr/>
        </p:nvSpPr>
        <p:spPr>
          <a:xfrm>
            <a:off x="3033272" y="2910391"/>
            <a:ext cx="1972281" cy="1043938"/>
          </a:xfrm>
          <a:prstGeom prst="rect">
            <a:avLst/>
          </a:prstGeom>
          <a:noFill/>
          <a:ln w="28575">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solidFill>
                <a:schemeClr val="tx1"/>
              </a:solidFill>
            </a:endParaRPr>
          </a:p>
        </p:txBody>
      </p:sp>
      <p:sp>
        <p:nvSpPr>
          <p:cNvPr id="12" name="矩形 11"/>
          <p:cNvSpPr/>
          <p:nvPr/>
        </p:nvSpPr>
        <p:spPr>
          <a:xfrm>
            <a:off x="379202" y="233084"/>
            <a:ext cx="677732" cy="4034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1323" tIns="35662" rIns="71323" bIns="35662" rtlCol="0" anchor="ctr"/>
          <a:lstStyle/>
          <a:p>
            <a:pPr algn="ctr"/>
            <a:r>
              <a:rPr lang="en-US" altLang="zh-CN" sz="2200" b="1" dirty="0" smtClean="0">
                <a:solidFill>
                  <a:schemeClr val="tx1"/>
                </a:solidFill>
                <a:latin typeface="微软雅黑" panose="020B0503020204020204" pitchFamily="34" charset="-122"/>
                <a:ea typeface="微软雅黑" panose="020B0503020204020204" pitchFamily="34" charset="-122"/>
              </a:rPr>
              <a:t>03</a:t>
            </a:r>
            <a:endParaRPr lang="zh-CN" altLang="en-US" sz="2200" b="1" dirty="0">
              <a:solidFill>
                <a:schemeClr val="tx1"/>
              </a:solidFill>
              <a:latin typeface="微软雅黑" panose="020B0503020204020204" pitchFamily="34" charset="-122"/>
              <a:ea typeface="微软雅黑" panose="020B0503020204020204" pitchFamily="34" charset="-122"/>
            </a:endParaRPr>
          </a:p>
        </p:txBody>
      </p:sp>
      <p:sp>
        <p:nvSpPr>
          <p:cNvPr id="31" name="标题 1"/>
          <p:cNvSpPr txBox="1"/>
          <p:nvPr/>
        </p:nvSpPr>
        <p:spPr bwMode="auto">
          <a:xfrm>
            <a:off x="1056937" y="210144"/>
            <a:ext cx="3416007" cy="476250"/>
          </a:xfrm>
          <a:prstGeom prst="rect">
            <a:avLst/>
          </a:prstGeom>
          <a:noFill/>
          <a:ln w="9525">
            <a:noFill/>
            <a:miter lim="800000"/>
          </a:ln>
        </p:spPr>
        <p:txBody>
          <a:bodyPr lIns="91429" tIns="45714" rIns="91429" bIns="45714" anchor="ctr"/>
          <a:lstStyle/>
          <a:p>
            <a:r>
              <a:rPr lang="zh-CN" altLang="en-US" sz="2400" b="1" dirty="0" smtClean="0">
                <a:solidFill>
                  <a:srgbClr val="7F7F7F"/>
                </a:solidFill>
                <a:latin typeface="+mn-ea"/>
                <a:ea typeface="+mn-ea"/>
                <a:cs typeface="Arial Unicode MS" panose="020B0604020202020204" pitchFamily="34" charset="-122"/>
              </a:rPr>
              <a:t>地图边界构建原理介绍</a:t>
            </a:r>
            <a:endParaRPr lang="zh-CN" altLang="en-US" sz="2400" b="1" dirty="0">
              <a:solidFill>
                <a:srgbClr val="7F7F7F"/>
              </a:solidFill>
              <a:latin typeface="+mn-ea"/>
              <a:ea typeface="+mn-ea"/>
              <a:cs typeface="Arial Unicode MS" panose="020B0604020202020204" pitchFamily="34" charset="-122"/>
            </a:endParaRPr>
          </a:p>
        </p:txBody>
      </p:sp>
      <p:sp>
        <p:nvSpPr>
          <p:cNvPr id="13" name="TextBox 12"/>
          <p:cNvSpPr txBox="1"/>
          <p:nvPr/>
        </p:nvSpPr>
        <p:spPr>
          <a:xfrm>
            <a:off x="8618220" y="5345966"/>
            <a:ext cx="454732" cy="338554"/>
          </a:xfrm>
          <a:prstGeom prst="rect">
            <a:avLst/>
          </a:prstGeom>
          <a:solidFill>
            <a:schemeClr val="bg1"/>
          </a:solidFill>
          <a:ln>
            <a:solidFill>
              <a:schemeClr val="bg1"/>
            </a:solidFill>
          </a:ln>
        </p:spPr>
        <p:txBody>
          <a:bodyPr wrap="square" rtlCol="0">
            <a:spAutoFit/>
          </a:bodyPr>
          <a:lstStyle/>
          <a:p>
            <a:r>
              <a:rPr lang="en-US" altLang="zh-CN" sz="1600" dirty="0" smtClean="0">
                <a:latin typeface="+mn-ea"/>
                <a:ea typeface="+mn-ea"/>
              </a:rPr>
              <a:t>  </a:t>
            </a:r>
            <a:endParaRPr lang="zh-CN" altLang="en-US" sz="1600" dirty="0">
              <a:latin typeface="+mn-ea"/>
              <a:ea typeface="+mn-ea"/>
            </a:endParaRPr>
          </a:p>
        </p:txBody>
      </p:sp>
      <p:sp>
        <p:nvSpPr>
          <p:cNvPr id="5"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157" name="组合 156"/>
          <p:cNvGrpSpPr/>
          <p:nvPr/>
        </p:nvGrpSpPr>
        <p:grpSpPr>
          <a:xfrm>
            <a:off x="2094538" y="1692177"/>
            <a:ext cx="474888" cy="1118772"/>
            <a:chOff x="977425" y="691092"/>
            <a:chExt cx="555412" cy="1501204"/>
          </a:xfrm>
        </p:grpSpPr>
        <p:cxnSp>
          <p:nvCxnSpPr>
            <p:cNvPr id="158" name="直接连接符 157"/>
            <p:cNvCxnSpPr/>
            <p:nvPr/>
          </p:nvCxnSpPr>
          <p:spPr>
            <a:xfrm flipH="1" flipV="1">
              <a:off x="981513" y="2185975"/>
              <a:ext cx="539999" cy="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159" name="直接连接符 158"/>
            <p:cNvCxnSpPr/>
            <p:nvPr/>
          </p:nvCxnSpPr>
          <p:spPr>
            <a:xfrm flipH="1" flipV="1">
              <a:off x="977425" y="691092"/>
              <a:ext cx="0" cy="150120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160" name="直接连接符 159"/>
            <p:cNvCxnSpPr/>
            <p:nvPr/>
          </p:nvCxnSpPr>
          <p:spPr>
            <a:xfrm flipH="1" flipV="1">
              <a:off x="1532837" y="691096"/>
              <a:ext cx="0" cy="150120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161" name="直接连接符 160"/>
            <p:cNvCxnSpPr/>
            <p:nvPr/>
          </p:nvCxnSpPr>
          <p:spPr>
            <a:xfrm flipH="1" flipV="1">
              <a:off x="981513" y="701867"/>
              <a:ext cx="539999" cy="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162" name="直接连接符 161"/>
            <p:cNvCxnSpPr/>
            <p:nvPr/>
          </p:nvCxnSpPr>
          <p:spPr>
            <a:xfrm flipH="1" flipV="1">
              <a:off x="986956" y="1847429"/>
              <a:ext cx="539999" cy="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163" name="直接连接符 162"/>
            <p:cNvCxnSpPr/>
            <p:nvPr/>
          </p:nvCxnSpPr>
          <p:spPr>
            <a:xfrm flipH="1" flipV="1">
              <a:off x="1258789" y="695954"/>
              <a:ext cx="0" cy="149124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grpSp>
      <p:sp>
        <p:nvSpPr>
          <p:cNvPr id="35" name="TextBox 448"/>
          <p:cNvSpPr txBox="1"/>
          <p:nvPr/>
        </p:nvSpPr>
        <p:spPr>
          <a:xfrm>
            <a:off x="1123238" y="4383544"/>
            <a:ext cx="1092996" cy="478029"/>
          </a:xfrm>
          <a:prstGeom prst="rect">
            <a:avLst/>
          </a:prstGeom>
          <a:no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zh-CN" altLang="en-US" sz="1200" dirty="0" smtClean="0">
                <a:latin typeface="宋体" panose="02010600030101010101" pitchFamily="2" charset="-122"/>
                <a:ea typeface="宋体" panose="02010600030101010101" pitchFamily="2" charset="-122"/>
              </a:rPr>
              <a:t>有效待融合</a:t>
            </a:r>
            <a:r>
              <a:rPr lang="en-US" altLang="zh-CN" sz="1200" dirty="0" smtClean="0">
                <a:latin typeface="宋体" panose="02010600030101010101" pitchFamily="2" charset="-122"/>
                <a:ea typeface="宋体" panose="02010600030101010101" pitchFamily="2" charset="-122"/>
              </a:rPr>
              <a:t>FSD</a:t>
            </a:r>
            <a:r>
              <a:rPr lang="zh-CN" altLang="en-US" sz="1200" dirty="0" smtClean="0">
                <a:latin typeface="宋体" panose="02010600030101010101" pitchFamily="2" charset="-122"/>
                <a:ea typeface="宋体" panose="02010600030101010101" pitchFamily="2" charset="-122"/>
              </a:rPr>
              <a:t>检测区域</a:t>
            </a:r>
            <a:endParaRPr lang="zh-CN" altLang="en-US" sz="1200" dirty="0">
              <a:latin typeface="宋体" panose="02010600030101010101" pitchFamily="2" charset="-122"/>
              <a:ea typeface="宋体" panose="02010600030101010101" pitchFamily="2" charset="-122"/>
            </a:endParaRPr>
          </a:p>
        </p:txBody>
      </p:sp>
      <p:cxnSp>
        <p:nvCxnSpPr>
          <p:cNvPr id="16" name="直接连接符 15"/>
          <p:cNvCxnSpPr/>
          <p:nvPr/>
        </p:nvCxnSpPr>
        <p:spPr>
          <a:xfrm flipH="1">
            <a:off x="3296639" y="1392795"/>
            <a:ext cx="8168" cy="1486286"/>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3304492" y="4001126"/>
            <a:ext cx="8166" cy="927889"/>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3319462" y="2891357"/>
            <a:ext cx="1701255" cy="6124"/>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3319462" y="3967240"/>
            <a:ext cx="1707327" cy="0"/>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5026787" y="2906231"/>
            <a:ext cx="0" cy="1070926"/>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1056934" y="1410027"/>
            <a:ext cx="10264" cy="3499324"/>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57" name="组合 56"/>
          <p:cNvGrpSpPr/>
          <p:nvPr/>
        </p:nvGrpSpPr>
        <p:grpSpPr>
          <a:xfrm rot="10800000">
            <a:off x="3057105" y="3065223"/>
            <a:ext cx="1789024" cy="667605"/>
            <a:chOff x="2888780" y="1949025"/>
            <a:chExt cx="1320528" cy="562133"/>
          </a:xfrm>
        </p:grpSpPr>
        <p:sp>
          <p:nvSpPr>
            <p:cNvPr id="58" name="Freeform 5"/>
            <p:cNvSpPr>
              <a:spLocks/>
            </p:cNvSpPr>
            <p:nvPr/>
          </p:nvSpPr>
          <p:spPr bwMode="auto">
            <a:xfrm rot="10800000">
              <a:off x="4043320" y="1998027"/>
              <a:ext cx="165988" cy="464129"/>
            </a:xfrm>
            <a:custGeom>
              <a:avLst/>
              <a:gdLst>
                <a:gd name="T0" fmla="*/ 180 w 180"/>
                <a:gd name="T1" fmla="*/ 502 h 502"/>
                <a:gd name="T2" fmla="*/ 180 w 180"/>
                <a:gd name="T3" fmla="*/ 0 h 502"/>
              </a:gdLst>
              <a:ahLst/>
              <a:cxnLst>
                <a:cxn ang="0">
                  <a:pos x="T0" y="T1"/>
                </a:cxn>
                <a:cxn ang="0">
                  <a:pos x="T2" y="T3"/>
                </a:cxn>
              </a:cxnLst>
              <a:rect l="0" t="0" r="r" b="b"/>
              <a:pathLst>
                <a:path w="180" h="502">
                  <a:moveTo>
                    <a:pt x="180" y="502"/>
                  </a:moveTo>
                  <a:cubicBezTo>
                    <a:pt x="15" y="396"/>
                    <a:pt x="0" y="132"/>
                    <a:pt x="18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59" name="Freeform 6"/>
            <p:cNvSpPr>
              <a:spLocks/>
            </p:cNvSpPr>
            <p:nvPr/>
          </p:nvSpPr>
          <p:spPr bwMode="auto">
            <a:xfrm rot="10800000">
              <a:off x="3849667" y="1973988"/>
              <a:ext cx="193653" cy="24039"/>
            </a:xfrm>
            <a:custGeom>
              <a:avLst/>
              <a:gdLst>
                <a:gd name="T0" fmla="*/ 0 w 210"/>
                <a:gd name="T1" fmla="*/ 0 h 26"/>
                <a:gd name="T2" fmla="*/ 210 w 210"/>
                <a:gd name="T3" fmla="*/ 13 h 26"/>
              </a:gdLst>
              <a:ahLst/>
              <a:cxnLst>
                <a:cxn ang="0">
                  <a:pos x="T0" y="T1"/>
                </a:cxn>
                <a:cxn ang="0">
                  <a:pos x="T2" y="T3"/>
                </a:cxn>
              </a:cxnLst>
              <a:rect l="0" t="0" r="r" b="b"/>
              <a:pathLst>
                <a:path w="210" h="26">
                  <a:moveTo>
                    <a:pt x="0" y="0"/>
                  </a:moveTo>
                  <a:cubicBezTo>
                    <a:pt x="105" y="26"/>
                    <a:pt x="165" y="13"/>
                    <a:pt x="210" y="1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60" name="Freeform 7"/>
            <p:cNvSpPr>
              <a:spLocks/>
            </p:cNvSpPr>
            <p:nvPr/>
          </p:nvSpPr>
          <p:spPr bwMode="auto">
            <a:xfrm rot="10800000">
              <a:off x="4118936" y="2120069"/>
              <a:ext cx="48874" cy="220045"/>
            </a:xfrm>
            <a:custGeom>
              <a:avLst/>
              <a:gdLst>
                <a:gd name="T0" fmla="*/ 53 w 53"/>
                <a:gd name="T1" fmla="*/ 238 h 238"/>
                <a:gd name="T2" fmla="*/ 53 w 53"/>
                <a:gd name="T3" fmla="*/ 0 h 238"/>
              </a:gdLst>
              <a:ahLst/>
              <a:cxnLst>
                <a:cxn ang="0">
                  <a:pos x="T0" y="T1"/>
                </a:cxn>
                <a:cxn ang="0">
                  <a:pos x="T2" y="T3"/>
                </a:cxn>
              </a:cxnLst>
              <a:rect l="0" t="0" r="r" b="b"/>
              <a:pathLst>
                <a:path w="53" h="238">
                  <a:moveTo>
                    <a:pt x="53" y="238"/>
                  </a:moveTo>
                  <a:cubicBezTo>
                    <a:pt x="0" y="185"/>
                    <a:pt x="0" y="79"/>
                    <a:pt x="53"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61" name="Freeform 8"/>
            <p:cNvSpPr>
              <a:spLocks/>
            </p:cNvSpPr>
            <p:nvPr/>
          </p:nvSpPr>
          <p:spPr bwMode="auto">
            <a:xfrm rot="10800000">
              <a:off x="4029487" y="2010046"/>
              <a:ext cx="110659" cy="122042"/>
            </a:xfrm>
            <a:custGeom>
              <a:avLst/>
              <a:gdLst>
                <a:gd name="T0" fmla="*/ 48 w 256"/>
                <a:gd name="T1" fmla="*/ 32 h 320"/>
                <a:gd name="T2" fmla="*/ 96 w 256"/>
                <a:gd name="T3" fmla="*/ 160 h 320"/>
                <a:gd name="T4" fmla="*/ 176 w 256"/>
                <a:gd name="T5" fmla="*/ 272 h 320"/>
                <a:gd name="T6" fmla="*/ 192 w 256"/>
                <a:gd name="T7" fmla="*/ 208 h 320"/>
                <a:gd name="T8" fmla="*/ 96 w 256"/>
                <a:gd name="T9" fmla="*/ 64 h 320"/>
                <a:gd name="T10" fmla="*/ 48 w 256"/>
                <a:gd name="T11" fmla="*/ 32 h 320"/>
              </a:gdLst>
              <a:ahLst/>
              <a:cxnLst>
                <a:cxn ang="0">
                  <a:pos x="T0" y="T1"/>
                </a:cxn>
                <a:cxn ang="0">
                  <a:pos x="T2" y="T3"/>
                </a:cxn>
                <a:cxn ang="0">
                  <a:pos x="T4" y="T5"/>
                </a:cxn>
                <a:cxn ang="0">
                  <a:pos x="T6" y="T7"/>
                </a:cxn>
                <a:cxn ang="0">
                  <a:pos x="T8" y="T9"/>
                </a:cxn>
                <a:cxn ang="0">
                  <a:pos x="T10" y="T11"/>
                </a:cxn>
              </a:cxnLst>
              <a:rect l="0" t="0" r="r" b="b"/>
              <a:pathLst>
                <a:path w="256" h="320">
                  <a:moveTo>
                    <a:pt x="48" y="32"/>
                  </a:moveTo>
                  <a:cubicBezTo>
                    <a:pt x="0" y="0"/>
                    <a:pt x="80" y="128"/>
                    <a:pt x="96" y="160"/>
                  </a:cubicBezTo>
                  <a:cubicBezTo>
                    <a:pt x="96" y="208"/>
                    <a:pt x="144" y="256"/>
                    <a:pt x="176" y="272"/>
                  </a:cubicBezTo>
                  <a:cubicBezTo>
                    <a:pt x="256" y="320"/>
                    <a:pt x="208" y="224"/>
                    <a:pt x="192" y="208"/>
                  </a:cubicBezTo>
                  <a:cubicBezTo>
                    <a:pt x="160" y="160"/>
                    <a:pt x="128" y="112"/>
                    <a:pt x="96" y="64"/>
                  </a:cubicBezTo>
                  <a:cubicBezTo>
                    <a:pt x="80" y="48"/>
                    <a:pt x="64" y="48"/>
                    <a:pt x="48" y="32"/>
                  </a:cubicBezTo>
                </a:path>
              </a:pathLst>
            </a:custGeom>
            <a:solidFill>
              <a:srgbClr val="FFFFFF"/>
            </a:solidFill>
            <a:ln w="3175">
              <a:solidFill>
                <a:srgbClr val="5757FF"/>
              </a:solidFill>
              <a:prstDash val="solid"/>
              <a:round/>
              <a:headEnd/>
              <a:tailEnd/>
            </a:ln>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62" name="Freeform 9"/>
            <p:cNvSpPr>
              <a:spLocks/>
            </p:cNvSpPr>
            <p:nvPr/>
          </p:nvSpPr>
          <p:spPr bwMode="auto">
            <a:xfrm rot="10800000">
              <a:off x="4029487" y="2010046"/>
              <a:ext cx="110659" cy="122042"/>
            </a:xfrm>
            <a:custGeom>
              <a:avLst/>
              <a:gdLst>
                <a:gd name="T0" fmla="*/ 23 w 120"/>
                <a:gd name="T1" fmla="*/ 13 h 132"/>
                <a:gd name="T2" fmla="*/ 45 w 120"/>
                <a:gd name="T3" fmla="*/ 66 h 132"/>
                <a:gd name="T4" fmla="*/ 82 w 120"/>
                <a:gd name="T5" fmla="*/ 112 h 132"/>
                <a:gd name="T6" fmla="*/ 90 w 120"/>
                <a:gd name="T7" fmla="*/ 86 h 132"/>
                <a:gd name="T8" fmla="*/ 45 w 120"/>
                <a:gd name="T9" fmla="*/ 26 h 132"/>
                <a:gd name="T10" fmla="*/ 23 w 120"/>
                <a:gd name="T11" fmla="*/ 13 h 132"/>
              </a:gdLst>
              <a:ahLst/>
              <a:cxnLst>
                <a:cxn ang="0">
                  <a:pos x="T0" y="T1"/>
                </a:cxn>
                <a:cxn ang="0">
                  <a:pos x="T2" y="T3"/>
                </a:cxn>
                <a:cxn ang="0">
                  <a:pos x="T4" y="T5"/>
                </a:cxn>
                <a:cxn ang="0">
                  <a:pos x="T6" y="T7"/>
                </a:cxn>
                <a:cxn ang="0">
                  <a:pos x="T8" y="T9"/>
                </a:cxn>
                <a:cxn ang="0">
                  <a:pos x="T10" y="T11"/>
                </a:cxn>
              </a:cxnLst>
              <a:rect l="0" t="0" r="r" b="b"/>
              <a:pathLst>
                <a:path w="120" h="132">
                  <a:moveTo>
                    <a:pt x="23" y="13"/>
                  </a:moveTo>
                  <a:cubicBezTo>
                    <a:pt x="0" y="0"/>
                    <a:pt x="38" y="53"/>
                    <a:pt x="45" y="66"/>
                  </a:cubicBezTo>
                  <a:cubicBezTo>
                    <a:pt x="45" y="86"/>
                    <a:pt x="68" y="105"/>
                    <a:pt x="82" y="112"/>
                  </a:cubicBezTo>
                  <a:cubicBezTo>
                    <a:pt x="120" y="132"/>
                    <a:pt x="97" y="92"/>
                    <a:pt x="90" y="86"/>
                  </a:cubicBezTo>
                  <a:cubicBezTo>
                    <a:pt x="75" y="66"/>
                    <a:pt x="60" y="46"/>
                    <a:pt x="45" y="26"/>
                  </a:cubicBezTo>
                  <a:cubicBezTo>
                    <a:pt x="38" y="19"/>
                    <a:pt x="30" y="19"/>
                    <a:pt x="23" y="1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63" name="Freeform 10"/>
            <p:cNvSpPr>
              <a:spLocks/>
            </p:cNvSpPr>
            <p:nvPr/>
          </p:nvSpPr>
          <p:spPr bwMode="auto">
            <a:xfrm rot="10800000">
              <a:off x="4029487" y="2328095"/>
              <a:ext cx="110659" cy="122042"/>
            </a:xfrm>
            <a:custGeom>
              <a:avLst/>
              <a:gdLst>
                <a:gd name="T0" fmla="*/ 48 w 256"/>
                <a:gd name="T1" fmla="*/ 304 h 320"/>
                <a:gd name="T2" fmla="*/ 96 w 256"/>
                <a:gd name="T3" fmla="*/ 160 h 320"/>
                <a:gd name="T4" fmla="*/ 176 w 256"/>
                <a:gd name="T5" fmla="*/ 64 h 320"/>
                <a:gd name="T6" fmla="*/ 192 w 256"/>
                <a:gd name="T7" fmla="*/ 128 h 320"/>
                <a:gd name="T8" fmla="*/ 96 w 256"/>
                <a:gd name="T9" fmla="*/ 256 h 320"/>
                <a:gd name="T10" fmla="*/ 48 w 256"/>
                <a:gd name="T11" fmla="*/ 304 h 320"/>
              </a:gdLst>
              <a:ahLst/>
              <a:cxnLst>
                <a:cxn ang="0">
                  <a:pos x="T0" y="T1"/>
                </a:cxn>
                <a:cxn ang="0">
                  <a:pos x="T2" y="T3"/>
                </a:cxn>
                <a:cxn ang="0">
                  <a:pos x="T4" y="T5"/>
                </a:cxn>
                <a:cxn ang="0">
                  <a:pos x="T6" y="T7"/>
                </a:cxn>
                <a:cxn ang="0">
                  <a:pos x="T8" y="T9"/>
                </a:cxn>
                <a:cxn ang="0">
                  <a:pos x="T10" y="T11"/>
                </a:cxn>
              </a:cxnLst>
              <a:rect l="0" t="0" r="r" b="b"/>
              <a:pathLst>
                <a:path w="256" h="320">
                  <a:moveTo>
                    <a:pt x="48" y="304"/>
                  </a:moveTo>
                  <a:cubicBezTo>
                    <a:pt x="0" y="320"/>
                    <a:pt x="80" y="208"/>
                    <a:pt x="96" y="160"/>
                  </a:cubicBezTo>
                  <a:cubicBezTo>
                    <a:pt x="112" y="112"/>
                    <a:pt x="144" y="80"/>
                    <a:pt x="176" y="64"/>
                  </a:cubicBezTo>
                  <a:cubicBezTo>
                    <a:pt x="256" y="0"/>
                    <a:pt x="208" y="112"/>
                    <a:pt x="192" y="128"/>
                  </a:cubicBezTo>
                  <a:cubicBezTo>
                    <a:pt x="160" y="160"/>
                    <a:pt x="128" y="224"/>
                    <a:pt x="96" y="256"/>
                  </a:cubicBezTo>
                  <a:cubicBezTo>
                    <a:pt x="80" y="288"/>
                    <a:pt x="64" y="288"/>
                    <a:pt x="48" y="304"/>
                  </a:cubicBezTo>
                </a:path>
              </a:pathLst>
            </a:custGeom>
            <a:solidFill>
              <a:srgbClr val="FFFFFF"/>
            </a:solidFill>
            <a:ln w="3175">
              <a:solidFill>
                <a:srgbClr val="5757FF"/>
              </a:solidFill>
              <a:prstDash val="solid"/>
              <a:round/>
              <a:headEnd/>
              <a:tailEnd/>
            </a:ln>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64" name="Freeform 11"/>
            <p:cNvSpPr>
              <a:spLocks/>
            </p:cNvSpPr>
            <p:nvPr/>
          </p:nvSpPr>
          <p:spPr bwMode="auto">
            <a:xfrm rot="10800000">
              <a:off x="4029487" y="2328095"/>
              <a:ext cx="110659" cy="122042"/>
            </a:xfrm>
            <a:custGeom>
              <a:avLst/>
              <a:gdLst>
                <a:gd name="T0" fmla="*/ 23 w 120"/>
                <a:gd name="T1" fmla="*/ 126 h 132"/>
                <a:gd name="T2" fmla="*/ 45 w 120"/>
                <a:gd name="T3" fmla="*/ 66 h 132"/>
                <a:gd name="T4" fmla="*/ 82 w 120"/>
                <a:gd name="T5" fmla="*/ 27 h 132"/>
                <a:gd name="T6" fmla="*/ 90 w 120"/>
                <a:gd name="T7" fmla="*/ 53 h 132"/>
                <a:gd name="T8" fmla="*/ 45 w 120"/>
                <a:gd name="T9" fmla="*/ 106 h 132"/>
                <a:gd name="T10" fmla="*/ 23 w 120"/>
                <a:gd name="T11" fmla="*/ 126 h 132"/>
              </a:gdLst>
              <a:ahLst/>
              <a:cxnLst>
                <a:cxn ang="0">
                  <a:pos x="T0" y="T1"/>
                </a:cxn>
                <a:cxn ang="0">
                  <a:pos x="T2" y="T3"/>
                </a:cxn>
                <a:cxn ang="0">
                  <a:pos x="T4" y="T5"/>
                </a:cxn>
                <a:cxn ang="0">
                  <a:pos x="T6" y="T7"/>
                </a:cxn>
                <a:cxn ang="0">
                  <a:pos x="T8" y="T9"/>
                </a:cxn>
                <a:cxn ang="0">
                  <a:pos x="T10" y="T11"/>
                </a:cxn>
              </a:cxnLst>
              <a:rect l="0" t="0" r="r" b="b"/>
              <a:pathLst>
                <a:path w="120" h="132">
                  <a:moveTo>
                    <a:pt x="23" y="126"/>
                  </a:moveTo>
                  <a:cubicBezTo>
                    <a:pt x="0" y="132"/>
                    <a:pt x="38" y="86"/>
                    <a:pt x="45" y="66"/>
                  </a:cubicBezTo>
                  <a:cubicBezTo>
                    <a:pt x="53" y="46"/>
                    <a:pt x="68" y="33"/>
                    <a:pt x="82" y="27"/>
                  </a:cubicBezTo>
                  <a:cubicBezTo>
                    <a:pt x="120" y="0"/>
                    <a:pt x="97" y="46"/>
                    <a:pt x="90" y="53"/>
                  </a:cubicBezTo>
                  <a:cubicBezTo>
                    <a:pt x="75" y="66"/>
                    <a:pt x="60" y="93"/>
                    <a:pt x="45" y="106"/>
                  </a:cubicBezTo>
                  <a:cubicBezTo>
                    <a:pt x="38" y="119"/>
                    <a:pt x="30" y="119"/>
                    <a:pt x="23" y="12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65" name="Freeform 12"/>
            <p:cNvSpPr>
              <a:spLocks/>
            </p:cNvSpPr>
            <p:nvPr/>
          </p:nvSpPr>
          <p:spPr bwMode="auto">
            <a:xfrm rot="10800000">
              <a:off x="3891164" y="2071067"/>
              <a:ext cx="248982" cy="73965"/>
            </a:xfrm>
            <a:custGeom>
              <a:avLst/>
              <a:gdLst>
                <a:gd name="T0" fmla="*/ 270 w 270"/>
                <a:gd name="T1" fmla="*/ 80 h 80"/>
                <a:gd name="T2" fmla="*/ 0 w 270"/>
                <a:gd name="T3" fmla="*/ 0 h 80"/>
              </a:gdLst>
              <a:ahLst/>
              <a:cxnLst>
                <a:cxn ang="0">
                  <a:pos x="T0" y="T1"/>
                </a:cxn>
                <a:cxn ang="0">
                  <a:pos x="T2" y="T3"/>
                </a:cxn>
              </a:cxnLst>
              <a:rect l="0" t="0" r="r" b="b"/>
              <a:pathLst>
                <a:path w="270" h="80">
                  <a:moveTo>
                    <a:pt x="270" y="80"/>
                  </a:moveTo>
                  <a:cubicBezTo>
                    <a:pt x="180" y="53"/>
                    <a:pt x="60" y="5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66" name="Freeform 13"/>
            <p:cNvSpPr>
              <a:spLocks/>
            </p:cNvSpPr>
            <p:nvPr/>
          </p:nvSpPr>
          <p:spPr bwMode="auto">
            <a:xfrm rot="10800000">
              <a:off x="3891164" y="2315151"/>
              <a:ext cx="248982" cy="73965"/>
            </a:xfrm>
            <a:custGeom>
              <a:avLst/>
              <a:gdLst>
                <a:gd name="T0" fmla="*/ 270 w 270"/>
                <a:gd name="T1" fmla="*/ 0 h 80"/>
                <a:gd name="T2" fmla="*/ 0 w 270"/>
                <a:gd name="T3" fmla="*/ 80 h 80"/>
              </a:gdLst>
              <a:ahLst/>
              <a:cxnLst>
                <a:cxn ang="0">
                  <a:pos x="T0" y="T1"/>
                </a:cxn>
                <a:cxn ang="0">
                  <a:pos x="T2" y="T3"/>
                </a:cxn>
              </a:cxnLst>
              <a:rect l="0" t="0" r="r" b="b"/>
              <a:pathLst>
                <a:path w="270" h="80">
                  <a:moveTo>
                    <a:pt x="270" y="0"/>
                  </a:moveTo>
                  <a:cubicBezTo>
                    <a:pt x="180" y="27"/>
                    <a:pt x="60" y="27"/>
                    <a:pt x="0" y="8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67" name="Oval 17"/>
            <p:cNvSpPr>
              <a:spLocks noChangeArrowheads="1"/>
            </p:cNvSpPr>
            <p:nvPr/>
          </p:nvSpPr>
          <p:spPr bwMode="auto">
            <a:xfrm rot="10800000">
              <a:off x="4137531" y="2199581"/>
              <a:ext cx="13832" cy="61021"/>
            </a:xfrm>
            <a:prstGeom prst="ellipse">
              <a:avLst/>
            </a:pr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68" name="Freeform 18"/>
            <p:cNvSpPr>
              <a:spLocks/>
            </p:cNvSpPr>
            <p:nvPr/>
          </p:nvSpPr>
          <p:spPr bwMode="auto">
            <a:xfrm rot="10800000">
              <a:off x="4112481" y="2132088"/>
              <a:ext cx="27665" cy="208026"/>
            </a:xfrm>
            <a:custGeom>
              <a:avLst/>
              <a:gdLst>
                <a:gd name="T0" fmla="*/ 30 w 30"/>
                <a:gd name="T1" fmla="*/ 225 h 225"/>
                <a:gd name="T2" fmla="*/ 30 w 30"/>
                <a:gd name="T3" fmla="*/ 0 h 225"/>
              </a:gdLst>
              <a:ahLst/>
              <a:cxnLst>
                <a:cxn ang="0">
                  <a:pos x="T0" y="T1"/>
                </a:cxn>
                <a:cxn ang="0">
                  <a:pos x="T2" y="T3"/>
                </a:cxn>
              </a:cxnLst>
              <a:rect l="0" t="0" r="r" b="b"/>
              <a:pathLst>
                <a:path w="30" h="225">
                  <a:moveTo>
                    <a:pt x="30" y="225"/>
                  </a:moveTo>
                  <a:cubicBezTo>
                    <a:pt x="0" y="165"/>
                    <a:pt x="0" y="106"/>
                    <a:pt x="3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69" name="Freeform 19"/>
            <p:cNvSpPr>
              <a:spLocks/>
            </p:cNvSpPr>
            <p:nvPr/>
          </p:nvSpPr>
          <p:spPr bwMode="auto">
            <a:xfrm rot="10800000">
              <a:off x="3822002" y="2022066"/>
              <a:ext cx="235150" cy="24963"/>
            </a:xfrm>
            <a:custGeom>
              <a:avLst/>
              <a:gdLst>
                <a:gd name="T0" fmla="*/ 0 w 255"/>
                <a:gd name="T1" fmla="*/ 0 h 27"/>
                <a:gd name="T2" fmla="*/ 255 w 255"/>
                <a:gd name="T3" fmla="*/ 0 h 27"/>
              </a:gdLst>
              <a:ahLst/>
              <a:cxnLst>
                <a:cxn ang="0">
                  <a:pos x="T0" y="T1"/>
                </a:cxn>
                <a:cxn ang="0">
                  <a:pos x="T2" y="T3"/>
                </a:cxn>
              </a:cxnLst>
              <a:rect l="0" t="0" r="r" b="b"/>
              <a:pathLst>
                <a:path w="255" h="27">
                  <a:moveTo>
                    <a:pt x="0" y="0"/>
                  </a:moveTo>
                  <a:cubicBezTo>
                    <a:pt x="90" y="0"/>
                    <a:pt x="195" y="27"/>
                    <a:pt x="25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70" name="Freeform 20"/>
            <p:cNvSpPr>
              <a:spLocks/>
            </p:cNvSpPr>
            <p:nvPr/>
          </p:nvSpPr>
          <p:spPr bwMode="auto">
            <a:xfrm rot="10800000">
              <a:off x="3822002" y="2413154"/>
              <a:ext cx="235150" cy="24963"/>
            </a:xfrm>
            <a:custGeom>
              <a:avLst/>
              <a:gdLst>
                <a:gd name="T0" fmla="*/ 0 w 255"/>
                <a:gd name="T1" fmla="*/ 27 h 27"/>
                <a:gd name="T2" fmla="*/ 255 w 255"/>
                <a:gd name="T3" fmla="*/ 27 h 27"/>
              </a:gdLst>
              <a:ahLst/>
              <a:cxnLst>
                <a:cxn ang="0">
                  <a:pos x="T0" y="T1"/>
                </a:cxn>
                <a:cxn ang="0">
                  <a:pos x="T2" y="T3"/>
                </a:cxn>
              </a:cxnLst>
              <a:rect l="0" t="0" r="r" b="b"/>
              <a:pathLst>
                <a:path w="255" h="27">
                  <a:moveTo>
                    <a:pt x="0" y="27"/>
                  </a:moveTo>
                  <a:cubicBezTo>
                    <a:pt x="90" y="27"/>
                    <a:pt x="195" y="0"/>
                    <a:pt x="255" y="2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71" name="Freeform 21"/>
            <p:cNvSpPr>
              <a:spLocks/>
            </p:cNvSpPr>
            <p:nvPr/>
          </p:nvSpPr>
          <p:spPr bwMode="auto">
            <a:xfrm rot="10800000">
              <a:off x="3780505" y="2010046"/>
              <a:ext cx="262814" cy="24963"/>
            </a:xfrm>
            <a:custGeom>
              <a:avLst/>
              <a:gdLst>
                <a:gd name="T0" fmla="*/ 0 w 285"/>
                <a:gd name="T1" fmla="*/ 0 h 27"/>
                <a:gd name="T2" fmla="*/ 285 w 285"/>
                <a:gd name="T3" fmla="*/ 0 h 27"/>
              </a:gdLst>
              <a:ahLst/>
              <a:cxnLst>
                <a:cxn ang="0">
                  <a:pos x="T0" y="T1"/>
                </a:cxn>
                <a:cxn ang="0">
                  <a:pos x="T2" y="T3"/>
                </a:cxn>
              </a:cxnLst>
              <a:rect l="0" t="0" r="r" b="b"/>
              <a:pathLst>
                <a:path w="285" h="27">
                  <a:moveTo>
                    <a:pt x="0" y="0"/>
                  </a:moveTo>
                  <a:cubicBezTo>
                    <a:pt x="105" y="0"/>
                    <a:pt x="217" y="27"/>
                    <a:pt x="28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72" name="Freeform 22"/>
            <p:cNvSpPr>
              <a:spLocks/>
            </p:cNvSpPr>
            <p:nvPr/>
          </p:nvSpPr>
          <p:spPr bwMode="auto">
            <a:xfrm rot="10800000">
              <a:off x="3780505" y="2425174"/>
              <a:ext cx="262814" cy="24963"/>
            </a:xfrm>
            <a:custGeom>
              <a:avLst/>
              <a:gdLst>
                <a:gd name="T0" fmla="*/ 0 w 285"/>
                <a:gd name="T1" fmla="*/ 27 h 27"/>
                <a:gd name="T2" fmla="*/ 285 w 285"/>
                <a:gd name="T3" fmla="*/ 27 h 27"/>
              </a:gdLst>
              <a:ahLst/>
              <a:cxnLst>
                <a:cxn ang="0">
                  <a:pos x="T0" y="T1"/>
                </a:cxn>
                <a:cxn ang="0">
                  <a:pos x="T2" y="T3"/>
                </a:cxn>
              </a:cxnLst>
              <a:rect l="0" t="0" r="r" b="b"/>
              <a:pathLst>
                <a:path w="285" h="27">
                  <a:moveTo>
                    <a:pt x="0" y="27"/>
                  </a:moveTo>
                  <a:cubicBezTo>
                    <a:pt x="105" y="27"/>
                    <a:pt x="217" y="0"/>
                    <a:pt x="285" y="2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73" name="Freeform 26"/>
            <p:cNvSpPr>
              <a:spLocks/>
            </p:cNvSpPr>
            <p:nvPr/>
          </p:nvSpPr>
          <p:spPr bwMode="auto">
            <a:xfrm rot="10800000">
              <a:off x="3808170" y="2455684"/>
              <a:ext cx="90371" cy="12944"/>
            </a:xfrm>
            <a:custGeom>
              <a:avLst/>
              <a:gdLst>
                <a:gd name="T0" fmla="*/ 0 w 98"/>
                <a:gd name="T1" fmla="*/ 7 h 14"/>
                <a:gd name="T2" fmla="*/ 53 w 98"/>
                <a:gd name="T3" fmla="*/ 0 h 14"/>
                <a:gd name="T4" fmla="*/ 98 w 98"/>
                <a:gd name="T5" fmla="*/ 7 h 14"/>
                <a:gd name="T6" fmla="*/ 53 w 98"/>
                <a:gd name="T7" fmla="*/ 14 h 14"/>
                <a:gd name="T8" fmla="*/ 0 w 98"/>
                <a:gd name="T9" fmla="*/ 7 h 14"/>
              </a:gdLst>
              <a:ahLst/>
              <a:cxnLst>
                <a:cxn ang="0">
                  <a:pos x="T0" y="T1"/>
                </a:cxn>
                <a:cxn ang="0">
                  <a:pos x="T2" y="T3"/>
                </a:cxn>
                <a:cxn ang="0">
                  <a:pos x="T4" y="T5"/>
                </a:cxn>
                <a:cxn ang="0">
                  <a:pos x="T6" y="T7"/>
                </a:cxn>
                <a:cxn ang="0">
                  <a:pos x="T8" y="T9"/>
                </a:cxn>
              </a:cxnLst>
              <a:rect l="0" t="0" r="r" b="b"/>
              <a:pathLst>
                <a:path w="98" h="14">
                  <a:moveTo>
                    <a:pt x="0" y="7"/>
                  </a:moveTo>
                  <a:cubicBezTo>
                    <a:pt x="0" y="0"/>
                    <a:pt x="23" y="0"/>
                    <a:pt x="53" y="0"/>
                  </a:cubicBezTo>
                  <a:cubicBezTo>
                    <a:pt x="75" y="0"/>
                    <a:pt x="98" y="0"/>
                    <a:pt x="98" y="7"/>
                  </a:cubicBezTo>
                  <a:cubicBezTo>
                    <a:pt x="98" y="7"/>
                    <a:pt x="75" y="14"/>
                    <a:pt x="53" y="14"/>
                  </a:cubicBezTo>
                  <a:cubicBezTo>
                    <a:pt x="23" y="14"/>
                    <a:pt x="0" y="7"/>
                    <a:pt x="0" y="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74" name="Freeform 30"/>
            <p:cNvSpPr>
              <a:spLocks/>
            </p:cNvSpPr>
            <p:nvPr/>
          </p:nvSpPr>
          <p:spPr bwMode="auto">
            <a:xfrm rot="10800000">
              <a:off x="3808170" y="1991555"/>
              <a:ext cx="90371" cy="12944"/>
            </a:xfrm>
            <a:custGeom>
              <a:avLst/>
              <a:gdLst>
                <a:gd name="T0" fmla="*/ 0 w 98"/>
                <a:gd name="T1" fmla="*/ 7 h 14"/>
                <a:gd name="T2" fmla="*/ 53 w 98"/>
                <a:gd name="T3" fmla="*/ 0 h 14"/>
                <a:gd name="T4" fmla="*/ 98 w 98"/>
                <a:gd name="T5" fmla="*/ 7 h 14"/>
                <a:gd name="T6" fmla="*/ 53 w 98"/>
                <a:gd name="T7" fmla="*/ 14 h 14"/>
                <a:gd name="T8" fmla="*/ 0 w 98"/>
                <a:gd name="T9" fmla="*/ 7 h 14"/>
              </a:gdLst>
              <a:ahLst/>
              <a:cxnLst>
                <a:cxn ang="0">
                  <a:pos x="T0" y="T1"/>
                </a:cxn>
                <a:cxn ang="0">
                  <a:pos x="T2" y="T3"/>
                </a:cxn>
                <a:cxn ang="0">
                  <a:pos x="T4" y="T5"/>
                </a:cxn>
                <a:cxn ang="0">
                  <a:pos x="T6" y="T7"/>
                </a:cxn>
                <a:cxn ang="0">
                  <a:pos x="T8" y="T9"/>
                </a:cxn>
              </a:cxnLst>
              <a:rect l="0" t="0" r="r" b="b"/>
              <a:pathLst>
                <a:path w="98" h="14">
                  <a:moveTo>
                    <a:pt x="0" y="7"/>
                  </a:moveTo>
                  <a:cubicBezTo>
                    <a:pt x="0" y="0"/>
                    <a:pt x="23" y="0"/>
                    <a:pt x="53" y="0"/>
                  </a:cubicBezTo>
                  <a:cubicBezTo>
                    <a:pt x="75" y="0"/>
                    <a:pt x="98" y="0"/>
                    <a:pt x="98" y="7"/>
                  </a:cubicBezTo>
                  <a:cubicBezTo>
                    <a:pt x="98" y="7"/>
                    <a:pt x="75" y="14"/>
                    <a:pt x="53" y="14"/>
                  </a:cubicBezTo>
                  <a:cubicBezTo>
                    <a:pt x="23" y="14"/>
                    <a:pt x="0" y="7"/>
                    <a:pt x="0" y="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75" name="Freeform 31"/>
            <p:cNvSpPr>
              <a:spLocks/>
            </p:cNvSpPr>
            <p:nvPr/>
          </p:nvSpPr>
          <p:spPr bwMode="auto">
            <a:xfrm rot="10800000">
              <a:off x="3835835" y="2047029"/>
              <a:ext cx="62707" cy="366126"/>
            </a:xfrm>
            <a:custGeom>
              <a:avLst/>
              <a:gdLst>
                <a:gd name="T0" fmla="*/ 68 w 68"/>
                <a:gd name="T1" fmla="*/ 396 h 396"/>
                <a:gd name="T2" fmla="*/ 68 w 68"/>
                <a:gd name="T3" fmla="*/ 0 h 396"/>
              </a:gdLst>
              <a:ahLst/>
              <a:cxnLst>
                <a:cxn ang="0">
                  <a:pos x="T0" y="T1"/>
                </a:cxn>
                <a:cxn ang="0">
                  <a:pos x="T2" y="T3"/>
                </a:cxn>
              </a:cxnLst>
              <a:rect l="0" t="0" r="r" b="b"/>
              <a:pathLst>
                <a:path w="68" h="396">
                  <a:moveTo>
                    <a:pt x="68" y="396"/>
                  </a:moveTo>
                  <a:cubicBezTo>
                    <a:pt x="8" y="290"/>
                    <a:pt x="0" y="132"/>
                    <a:pt x="68"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76" name="Freeform 32"/>
            <p:cNvSpPr>
              <a:spLocks/>
            </p:cNvSpPr>
            <p:nvPr/>
          </p:nvSpPr>
          <p:spPr bwMode="auto">
            <a:xfrm rot="10800000">
              <a:off x="3822002" y="2047029"/>
              <a:ext cx="41497" cy="366126"/>
            </a:xfrm>
            <a:custGeom>
              <a:avLst/>
              <a:gdLst>
                <a:gd name="T0" fmla="*/ 45 w 45"/>
                <a:gd name="T1" fmla="*/ 396 h 396"/>
                <a:gd name="T2" fmla="*/ 45 w 45"/>
                <a:gd name="T3" fmla="*/ 0 h 396"/>
              </a:gdLst>
              <a:ahLst/>
              <a:cxnLst>
                <a:cxn ang="0">
                  <a:pos x="T0" y="T1"/>
                </a:cxn>
                <a:cxn ang="0">
                  <a:pos x="T2" y="T3"/>
                </a:cxn>
              </a:cxnLst>
              <a:rect l="0" t="0" r="r" b="b"/>
              <a:pathLst>
                <a:path w="45" h="396">
                  <a:moveTo>
                    <a:pt x="45" y="396"/>
                  </a:moveTo>
                  <a:cubicBezTo>
                    <a:pt x="0" y="290"/>
                    <a:pt x="0" y="132"/>
                    <a:pt x="4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77" name="Freeform 33"/>
            <p:cNvSpPr>
              <a:spLocks/>
            </p:cNvSpPr>
            <p:nvPr/>
          </p:nvSpPr>
          <p:spPr bwMode="auto">
            <a:xfrm rot="10800000">
              <a:off x="3642182" y="2022066"/>
              <a:ext cx="179820" cy="49002"/>
            </a:xfrm>
            <a:custGeom>
              <a:avLst/>
              <a:gdLst>
                <a:gd name="T0" fmla="*/ 0 w 195"/>
                <a:gd name="T1" fmla="*/ 26 h 53"/>
                <a:gd name="T2" fmla="*/ 195 w 195"/>
                <a:gd name="T3" fmla="*/ 0 h 53"/>
              </a:gdLst>
              <a:ahLst/>
              <a:cxnLst>
                <a:cxn ang="0">
                  <a:pos x="T0" y="T1"/>
                </a:cxn>
                <a:cxn ang="0">
                  <a:pos x="T2" y="T3"/>
                </a:cxn>
              </a:cxnLst>
              <a:rect l="0" t="0" r="r" b="b"/>
              <a:pathLst>
                <a:path w="195" h="53">
                  <a:moveTo>
                    <a:pt x="0" y="26"/>
                  </a:moveTo>
                  <a:cubicBezTo>
                    <a:pt x="15" y="53"/>
                    <a:pt x="135" y="0"/>
                    <a:pt x="19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78" name="Freeform 34"/>
            <p:cNvSpPr>
              <a:spLocks/>
            </p:cNvSpPr>
            <p:nvPr/>
          </p:nvSpPr>
          <p:spPr bwMode="auto">
            <a:xfrm rot="10800000">
              <a:off x="3642182" y="2389116"/>
              <a:ext cx="179820" cy="49002"/>
            </a:xfrm>
            <a:custGeom>
              <a:avLst/>
              <a:gdLst>
                <a:gd name="T0" fmla="*/ 0 w 195"/>
                <a:gd name="T1" fmla="*/ 27 h 53"/>
                <a:gd name="T2" fmla="*/ 195 w 195"/>
                <a:gd name="T3" fmla="*/ 53 h 53"/>
              </a:gdLst>
              <a:ahLst/>
              <a:cxnLst>
                <a:cxn ang="0">
                  <a:pos x="T0" y="T1"/>
                </a:cxn>
                <a:cxn ang="0">
                  <a:pos x="T2" y="T3"/>
                </a:cxn>
              </a:cxnLst>
              <a:rect l="0" t="0" r="r" b="b"/>
              <a:pathLst>
                <a:path w="195" h="53">
                  <a:moveTo>
                    <a:pt x="0" y="27"/>
                  </a:moveTo>
                  <a:cubicBezTo>
                    <a:pt x="15" y="0"/>
                    <a:pt x="135" y="53"/>
                    <a:pt x="195" y="5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79" name="Freeform 35"/>
            <p:cNvSpPr>
              <a:spLocks/>
            </p:cNvSpPr>
            <p:nvPr/>
          </p:nvSpPr>
          <p:spPr bwMode="auto">
            <a:xfrm rot="10800000">
              <a:off x="3642182" y="2071067"/>
              <a:ext cx="27665" cy="318049"/>
            </a:xfrm>
            <a:custGeom>
              <a:avLst/>
              <a:gdLst>
                <a:gd name="T0" fmla="*/ 30 w 30"/>
                <a:gd name="T1" fmla="*/ 344 h 344"/>
                <a:gd name="T2" fmla="*/ 30 w 30"/>
                <a:gd name="T3" fmla="*/ 0 h 344"/>
              </a:gdLst>
              <a:ahLst/>
              <a:cxnLst>
                <a:cxn ang="0">
                  <a:pos x="T0" y="T1"/>
                </a:cxn>
                <a:cxn ang="0">
                  <a:pos x="T2" y="T3"/>
                </a:cxn>
              </a:cxnLst>
              <a:rect l="0" t="0" r="r" b="b"/>
              <a:pathLst>
                <a:path w="30" h="344">
                  <a:moveTo>
                    <a:pt x="30" y="344"/>
                  </a:moveTo>
                  <a:cubicBezTo>
                    <a:pt x="30" y="291"/>
                    <a:pt x="0" y="185"/>
                    <a:pt x="3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80" name="Freeform 36"/>
            <p:cNvSpPr>
              <a:spLocks/>
            </p:cNvSpPr>
            <p:nvPr/>
          </p:nvSpPr>
          <p:spPr bwMode="auto">
            <a:xfrm rot="10800000">
              <a:off x="2965319" y="1973988"/>
              <a:ext cx="884348" cy="73040"/>
            </a:xfrm>
            <a:custGeom>
              <a:avLst/>
              <a:gdLst>
                <a:gd name="T0" fmla="*/ 0 w 959"/>
                <a:gd name="T1" fmla="*/ 66 h 79"/>
                <a:gd name="T2" fmla="*/ 959 w 959"/>
                <a:gd name="T3" fmla="*/ 0 h 79"/>
              </a:gdLst>
              <a:ahLst/>
              <a:cxnLst>
                <a:cxn ang="0">
                  <a:pos x="T0" y="T1"/>
                </a:cxn>
                <a:cxn ang="0">
                  <a:pos x="T2" y="T3"/>
                </a:cxn>
              </a:cxnLst>
              <a:rect l="0" t="0" r="r" b="b"/>
              <a:pathLst>
                <a:path w="959" h="79">
                  <a:moveTo>
                    <a:pt x="0" y="66"/>
                  </a:moveTo>
                  <a:cubicBezTo>
                    <a:pt x="225" y="66"/>
                    <a:pt x="839" y="79"/>
                    <a:pt x="959"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81" name="Freeform 37"/>
            <p:cNvSpPr>
              <a:spLocks/>
            </p:cNvSpPr>
            <p:nvPr/>
          </p:nvSpPr>
          <p:spPr bwMode="auto">
            <a:xfrm rot="10800000">
              <a:off x="2965319" y="2413154"/>
              <a:ext cx="884348" cy="73040"/>
            </a:xfrm>
            <a:custGeom>
              <a:avLst/>
              <a:gdLst>
                <a:gd name="T0" fmla="*/ 0 w 959"/>
                <a:gd name="T1" fmla="*/ 13 h 79"/>
                <a:gd name="T2" fmla="*/ 959 w 959"/>
                <a:gd name="T3" fmla="*/ 79 h 79"/>
              </a:gdLst>
              <a:ahLst/>
              <a:cxnLst>
                <a:cxn ang="0">
                  <a:pos x="T0" y="T1"/>
                </a:cxn>
                <a:cxn ang="0">
                  <a:pos x="T2" y="T3"/>
                </a:cxn>
              </a:cxnLst>
              <a:rect l="0" t="0" r="r" b="b"/>
              <a:pathLst>
                <a:path w="959" h="79">
                  <a:moveTo>
                    <a:pt x="0" y="13"/>
                  </a:moveTo>
                  <a:cubicBezTo>
                    <a:pt x="232" y="26"/>
                    <a:pt x="839" y="0"/>
                    <a:pt x="959" y="7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82" name="Freeform 38"/>
            <p:cNvSpPr>
              <a:spLocks/>
            </p:cNvSpPr>
            <p:nvPr/>
          </p:nvSpPr>
          <p:spPr bwMode="auto">
            <a:xfrm rot="10800000">
              <a:off x="3849667" y="2462156"/>
              <a:ext cx="193653" cy="24039"/>
            </a:xfrm>
            <a:custGeom>
              <a:avLst/>
              <a:gdLst>
                <a:gd name="T0" fmla="*/ 0 w 210"/>
                <a:gd name="T1" fmla="*/ 26 h 26"/>
                <a:gd name="T2" fmla="*/ 210 w 210"/>
                <a:gd name="T3" fmla="*/ 13 h 26"/>
              </a:gdLst>
              <a:ahLst/>
              <a:cxnLst>
                <a:cxn ang="0">
                  <a:pos x="T0" y="T1"/>
                </a:cxn>
                <a:cxn ang="0">
                  <a:pos x="T2" y="T3"/>
                </a:cxn>
              </a:cxnLst>
              <a:rect l="0" t="0" r="r" b="b"/>
              <a:pathLst>
                <a:path w="210" h="26">
                  <a:moveTo>
                    <a:pt x="0" y="26"/>
                  </a:moveTo>
                  <a:cubicBezTo>
                    <a:pt x="105" y="0"/>
                    <a:pt x="165" y="13"/>
                    <a:pt x="210" y="1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83" name="Freeform 39"/>
            <p:cNvSpPr>
              <a:spLocks/>
            </p:cNvSpPr>
            <p:nvPr/>
          </p:nvSpPr>
          <p:spPr bwMode="auto">
            <a:xfrm rot="10800000">
              <a:off x="2985607" y="2047029"/>
              <a:ext cx="656575" cy="79512"/>
            </a:xfrm>
            <a:custGeom>
              <a:avLst/>
              <a:gdLst>
                <a:gd name="T0" fmla="*/ 0 w 712"/>
                <a:gd name="T1" fmla="*/ 60 h 86"/>
                <a:gd name="T2" fmla="*/ 712 w 712"/>
                <a:gd name="T3" fmla="*/ 47 h 86"/>
              </a:gdLst>
              <a:ahLst/>
              <a:cxnLst>
                <a:cxn ang="0">
                  <a:pos x="T0" y="T1"/>
                </a:cxn>
                <a:cxn ang="0">
                  <a:pos x="T2" y="T3"/>
                </a:cxn>
              </a:cxnLst>
              <a:rect l="0" t="0" r="r" b="b"/>
              <a:pathLst>
                <a:path w="712" h="86">
                  <a:moveTo>
                    <a:pt x="0" y="60"/>
                  </a:moveTo>
                  <a:cubicBezTo>
                    <a:pt x="345" y="0"/>
                    <a:pt x="570" y="86"/>
                    <a:pt x="712" y="4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84" name="Freeform 40"/>
            <p:cNvSpPr>
              <a:spLocks/>
            </p:cNvSpPr>
            <p:nvPr/>
          </p:nvSpPr>
          <p:spPr bwMode="auto">
            <a:xfrm rot="10800000">
              <a:off x="2985607" y="2340114"/>
              <a:ext cx="656575" cy="67493"/>
            </a:xfrm>
            <a:custGeom>
              <a:avLst/>
              <a:gdLst>
                <a:gd name="T0" fmla="*/ 0 w 712"/>
                <a:gd name="T1" fmla="*/ 20 h 73"/>
                <a:gd name="T2" fmla="*/ 712 w 712"/>
                <a:gd name="T3" fmla="*/ 33 h 73"/>
              </a:gdLst>
              <a:ahLst/>
              <a:cxnLst>
                <a:cxn ang="0">
                  <a:pos x="T0" y="T1"/>
                </a:cxn>
                <a:cxn ang="0">
                  <a:pos x="T2" y="T3"/>
                </a:cxn>
              </a:cxnLst>
              <a:rect l="0" t="0" r="r" b="b"/>
              <a:pathLst>
                <a:path w="712" h="73">
                  <a:moveTo>
                    <a:pt x="0" y="20"/>
                  </a:moveTo>
                  <a:cubicBezTo>
                    <a:pt x="330" y="73"/>
                    <a:pt x="502" y="0"/>
                    <a:pt x="712" y="3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85" name="Freeform 41"/>
            <p:cNvSpPr>
              <a:spLocks/>
            </p:cNvSpPr>
            <p:nvPr/>
          </p:nvSpPr>
          <p:spPr bwMode="auto">
            <a:xfrm rot="10800000">
              <a:off x="3088888" y="1961045"/>
              <a:ext cx="221317" cy="49002"/>
            </a:xfrm>
            <a:custGeom>
              <a:avLst/>
              <a:gdLst>
                <a:gd name="T0" fmla="*/ 0 w 240"/>
                <a:gd name="T1" fmla="*/ 26 h 53"/>
                <a:gd name="T2" fmla="*/ 232 w 240"/>
                <a:gd name="T3" fmla="*/ 0 h 53"/>
              </a:gdLst>
              <a:ahLst/>
              <a:cxnLst>
                <a:cxn ang="0">
                  <a:pos x="T0" y="T1"/>
                </a:cxn>
                <a:cxn ang="0">
                  <a:pos x="T2" y="T3"/>
                </a:cxn>
              </a:cxnLst>
              <a:rect l="0" t="0" r="r" b="b"/>
              <a:pathLst>
                <a:path w="240" h="53">
                  <a:moveTo>
                    <a:pt x="0" y="26"/>
                  </a:moveTo>
                  <a:cubicBezTo>
                    <a:pt x="150" y="53"/>
                    <a:pt x="240" y="0"/>
                    <a:pt x="232"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86" name="Freeform 42"/>
            <p:cNvSpPr>
              <a:spLocks/>
            </p:cNvSpPr>
            <p:nvPr/>
          </p:nvSpPr>
          <p:spPr bwMode="auto">
            <a:xfrm rot="10800000">
              <a:off x="3102721" y="2450137"/>
              <a:ext cx="214862" cy="36058"/>
            </a:xfrm>
            <a:custGeom>
              <a:avLst/>
              <a:gdLst>
                <a:gd name="T0" fmla="*/ 0 w 233"/>
                <a:gd name="T1" fmla="*/ 26 h 39"/>
                <a:gd name="T2" fmla="*/ 233 w 233"/>
                <a:gd name="T3" fmla="*/ 39 h 39"/>
              </a:gdLst>
              <a:ahLst/>
              <a:cxnLst>
                <a:cxn ang="0">
                  <a:pos x="T0" y="T1"/>
                </a:cxn>
                <a:cxn ang="0">
                  <a:pos x="T2" y="T3"/>
                </a:cxn>
              </a:cxnLst>
              <a:rect l="0" t="0" r="r" b="b"/>
              <a:pathLst>
                <a:path w="233" h="39">
                  <a:moveTo>
                    <a:pt x="0" y="26"/>
                  </a:moveTo>
                  <a:cubicBezTo>
                    <a:pt x="83" y="0"/>
                    <a:pt x="203" y="13"/>
                    <a:pt x="233" y="3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87" name="Freeform 43"/>
            <p:cNvSpPr>
              <a:spLocks/>
            </p:cNvSpPr>
            <p:nvPr/>
          </p:nvSpPr>
          <p:spPr bwMode="auto">
            <a:xfrm rot="10800000">
              <a:off x="2888780" y="2047029"/>
              <a:ext cx="76539" cy="366126"/>
            </a:xfrm>
            <a:custGeom>
              <a:avLst/>
              <a:gdLst>
                <a:gd name="T0" fmla="*/ 0 w 83"/>
                <a:gd name="T1" fmla="*/ 396 h 396"/>
                <a:gd name="T2" fmla="*/ 0 w 83"/>
                <a:gd name="T3" fmla="*/ 0 h 396"/>
              </a:gdLst>
              <a:ahLst/>
              <a:cxnLst>
                <a:cxn ang="0">
                  <a:pos x="T0" y="T1"/>
                </a:cxn>
                <a:cxn ang="0">
                  <a:pos x="T2" y="T3"/>
                </a:cxn>
              </a:cxnLst>
              <a:rect l="0" t="0" r="r" b="b"/>
              <a:pathLst>
                <a:path w="83" h="396">
                  <a:moveTo>
                    <a:pt x="0" y="396"/>
                  </a:moveTo>
                  <a:cubicBezTo>
                    <a:pt x="83" y="317"/>
                    <a:pt x="60" y="26"/>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88" name="Freeform 44"/>
            <p:cNvSpPr>
              <a:spLocks/>
            </p:cNvSpPr>
            <p:nvPr/>
          </p:nvSpPr>
          <p:spPr bwMode="auto">
            <a:xfrm rot="10800000">
              <a:off x="3006816" y="1986008"/>
              <a:ext cx="967342" cy="61021"/>
            </a:xfrm>
            <a:custGeom>
              <a:avLst/>
              <a:gdLst>
                <a:gd name="T0" fmla="*/ 0 w 1049"/>
                <a:gd name="T1" fmla="*/ 40 h 66"/>
                <a:gd name="T2" fmla="*/ 1049 w 1049"/>
                <a:gd name="T3" fmla="*/ 0 h 66"/>
              </a:gdLst>
              <a:ahLst/>
              <a:cxnLst>
                <a:cxn ang="0">
                  <a:pos x="T0" y="T1"/>
                </a:cxn>
                <a:cxn ang="0">
                  <a:pos x="T2" y="T3"/>
                </a:cxn>
              </a:cxnLst>
              <a:rect l="0" t="0" r="r" b="b"/>
              <a:pathLst>
                <a:path w="1049" h="66">
                  <a:moveTo>
                    <a:pt x="0" y="40"/>
                  </a:moveTo>
                  <a:cubicBezTo>
                    <a:pt x="270" y="40"/>
                    <a:pt x="907" y="66"/>
                    <a:pt x="1049"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89" name="Freeform 45"/>
            <p:cNvSpPr>
              <a:spLocks/>
            </p:cNvSpPr>
            <p:nvPr/>
          </p:nvSpPr>
          <p:spPr bwMode="auto">
            <a:xfrm rot="10800000">
              <a:off x="3006816" y="2410773"/>
              <a:ext cx="967342" cy="61021"/>
            </a:xfrm>
            <a:custGeom>
              <a:avLst/>
              <a:gdLst>
                <a:gd name="T0" fmla="*/ 0 w 1049"/>
                <a:gd name="T1" fmla="*/ 26 h 66"/>
                <a:gd name="T2" fmla="*/ 1049 w 1049"/>
                <a:gd name="T3" fmla="*/ 66 h 66"/>
              </a:gdLst>
              <a:ahLst/>
              <a:cxnLst>
                <a:cxn ang="0">
                  <a:pos x="T0" y="T1"/>
                </a:cxn>
                <a:cxn ang="0">
                  <a:pos x="T2" y="T3"/>
                </a:cxn>
              </a:cxnLst>
              <a:rect l="0" t="0" r="r" b="b"/>
              <a:pathLst>
                <a:path w="1049" h="66">
                  <a:moveTo>
                    <a:pt x="0" y="26"/>
                  </a:moveTo>
                  <a:cubicBezTo>
                    <a:pt x="270" y="26"/>
                    <a:pt x="900" y="0"/>
                    <a:pt x="1049" y="6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90" name="Freeform 46"/>
            <p:cNvSpPr>
              <a:spLocks/>
            </p:cNvSpPr>
            <p:nvPr/>
          </p:nvSpPr>
          <p:spPr bwMode="auto">
            <a:xfrm rot="10800000">
              <a:off x="3062146" y="2071067"/>
              <a:ext cx="26743" cy="318049"/>
            </a:xfrm>
            <a:custGeom>
              <a:avLst/>
              <a:gdLst>
                <a:gd name="T0" fmla="*/ 0 w 29"/>
                <a:gd name="T1" fmla="*/ 344 h 344"/>
                <a:gd name="T2" fmla="*/ 0 w 29"/>
                <a:gd name="T3" fmla="*/ 0 h 344"/>
              </a:gdLst>
              <a:ahLst/>
              <a:cxnLst>
                <a:cxn ang="0">
                  <a:pos x="T0" y="T1"/>
                </a:cxn>
                <a:cxn ang="0">
                  <a:pos x="T2" y="T3"/>
                </a:cxn>
              </a:cxnLst>
              <a:rect l="0" t="0" r="r" b="b"/>
              <a:pathLst>
                <a:path w="29" h="344">
                  <a:moveTo>
                    <a:pt x="0" y="344"/>
                  </a:moveTo>
                  <a:cubicBezTo>
                    <a:pt x="29" y="264"/>
                    <a:pt x="29" y="8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91" name="Freeform 47"/>
            <p:cNvSpPr>
              <a:spLocks/>
            </p:cNvSpPr>
            <p:nvPr/>
          </p:nvSpPr>
          <p:spPr bwMode="auto">
            <a:xfrm rot="10800000">
              <a:off x="2957942" y="2083086"/>
              <a:ext cx="27665" cy="294010"/>
            </a:xfrm>
            <a:custGeom>
              <a:avLst/>
              <a:gdLst>
                <a:gd name="T0" fmla="*/ 0 w 30"/>
                <a:gd name="T1" fmla="*/ 318 h 318"/>
                <a:gd name="T2" fmla="*/ 0 w 30"/>
                <a:gd name="T3" fmla="*/ 0 h 318"/>
              </a:gdLst>
              <a:ahLst/>
              <a:cxnLst>
                <a:cxn ang="0">
                  <a:pos x="T0" y="T1"/>
                </a:cxn>
                <a:cxn ang="0">
                  <a:pos x="T2" y="T3"/>
                </a:cxn>
              </a:cxnLst>
              <a:rect l="0" t="0" r="r" b="b"/>
              <a:pathLst>
                <a:path w="30" h="318">
                  <a:moveTo>
                    <a:pt x="0" y="318"/>
                  </a:moveTo>
                  <a:cubicBezTo>
                    <a:pt x="30" y="225"/>
                    <a:pt x="22" y="67"/>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92" name="Freeform 48"/>
            <p:cNvSpPr>
              <a:spLocks/>
            </p:cNvSpPr>
            <p:nvPr/>
          </p:nvSpPr>
          <p:spPr bwMode="auto">
            <a:xfrm rot="10800000">
              <a:off x="2923822" y="2040557"/>
              <a:ext cx="55329" cy="384617"/>
            </a:xfrm>
            <a:custGeom>
              <a:avLst/>
              <a:gdLst>
                <a:gd name="T0" fmla="*/ 0 w 60"/>
                <a:gd name="T1" fmla="*/ 416 h 416"/>
                <a:gd name="T2" fmla="*/ 0 w 60"/>
                <a:gd name="T3" fmla="*/ 0 h 416"/>
              </a:gdLst>
              <a:ahLst/>
              <a:cxnLst>
                <a:cxn ang="0">
                  <a:pos x="T0" y="T1"/>
                </a:cxn>
                <a:cxn ang="0">
                  <a:pos x="T2" y="T3"/>
                </a:cxn>
              </a:cxnLst>
              <a:rect l="0" t="0" r="r" b="b"/>
              <a:pathLst>
                <a:path w="60" h="416">
                  <a:moveTo>
                    <a:pt x="0" y="416"/>
                  </a:moveTo>
                  <a:cubicBezTo>
                    <a:pt x="60" y="277"/>
                    <a:pt x="30" y="66"/>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93" name="Freeform 49"/>
            <p:cNvSpPr>
              <a:spLocks/>
            </p:cNvSpPr>
            <p:nvPr/>
          </p:nvSpPr>
          <p:spPr bwMode="auto">
            <a:xfrm rot="10800000">
              <a:off x="2985607" y="2022066"/>
              <a:ext cx="35042" cy="61021"/>
            </a:xfrm>
            <a:custGeom>
              <a:avLst/>
              <a:gdLst>
                <a:gd name="T0" fmla="*/ 0 w 38"/>
                <a:gd name="T1" fmla="*/ 66 h 66"/>
                <a:gd name="T2" fmla="*/ 38 w 38"/>
                <a:gd name="T3" fmla="*/ 0 h 66"/>
              </a:gdLst>
              <a:ahLst/>
              <a:cxnLst>
                <a:cxn ang="0">
                  <a:pos x="T0" y="T1"/>
                </a:cxn>
                <a:cxn ang="0">
                  <a:pos x="T2" y="T3"/>
                </a:cxn>
              </a:cxnLst>
              <a:rect l="0" t="0" r="r" b="b"/>
              <a:pathLst>
                <a:path w="38" h="66">
                  <a:moveTo>
                    <a:pt x="0" y="66"/>
                  </a:moveTo>
                  <a:cubicBezTo>
                    <a:pt x="0" y="66"/>
                    <a:pt x="38" y="26"/>
                    <a:pt x="38"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94" name="Freeform 50"/>
            <p:cNvSpPr>
              <a:spLocks/>
            </p:cNvSpPr>
            <p:nvPr/>
          </p:nvSpPr>
          <p:spPr bwMode="auto">
            <a:xfrm rot="10800000">
              <a:off x="2985607" y="2377097"/>
              <a:ext cx="35042" cy="61021"/>
            </a:xfrm>
            <a:custGeom>
              <a:avLst/>
              <a:gdLst>
                <a:gd name="T0" fmla="*/ 0 w 38"/>
                <a:gd name="T1" fmla="*/ 0 h 66"/>
                <a:gd name="T2" fmla="*/ 38 w 38"/>
                <a:gd name="T3" fmla="*/ 66 h 66"/>
              </a:gdLst>
              <a:ahLst/>
              <a:cxnLst>
                <a:cxn ang="0">
                  <a:pos x="T0" y="T1"/>
                </a:cxn>
                <a:cxn ang="0">
                  <a:pos x="T2" y="T3"/>
                </a:cxn>
              </a:cxnLst>
              <a:rect l="0" t="0" r="r" b="b"/>
              <a:pathLst>
                <a:path w="38" h="66">
                  <a:moveTo>
                    <a:pt x="0" y="0"/>
                  </a:moveTo>
                  <a:cubicBezTo>
                    <a:pt x="0" y="0"/>
                    <a:pt x="38" y="40"/>
                    <a:pt x="38" y="6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95" name="Freeform 51"/>
            <p:cNvSpPr>
              <a:spLocks/>
            </p:cNvSpPr>
            <p:nvPr/>
          </p:nvSpPr>
          <p:spPr bwMode="auto">
            <a:xfrm rot="10800000">
              <a:off x="2902613" y="2096030"/>
              <a:ext cx="55329" cy="268122"/>
            </a:xfrm>
            <a:custGeom>
              <a:avLst/>
              <a:gdLst>
                <a:gd name="T0" fmla="*/ 0 w 60"/>
                <a:gd name="T1" fmla="*/ 290 h 290"/>
                <a:gd name="T2" fmla="*/ 0 w 60"/>
                <a:gd name="T3" fmla="*/ 0 h 290"/>
              </a:gdLst>
              <a:ahLst/>
              <a:cxnLst>
                <a:cxn ang="0">
                  <a:pos x="T0" y="T1"/>
                </a:cxn>
                <a:cxn ang="0">
                  <a:pos x="T2" y="T3"/>
                </a:cxn>
              </a:cxnLst>
              <a:rect l="0" t="0" r="r" b="b"/>
              <a:pathLst>
                <a:path w="60" h="290">
                  <a:moveTo>
                    <a:pt x="0" y="290"/>
                  </a:moveTo>
                  <a:cubicBezTo>
                    <a:pt x="37" y="290"/>
                    <a:pt x="60" y="26"/>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96" name="Freeform 52"/>
            <p:cNvSpPr>
              <a:spLocks/>
            </p:cNvSpPr>
            <p:nvPr/>
          </p:nvSpPr>
          <p:spPr bwMode="auto">
            <a:xfrm rot="10800000">
              <a:off x="2957942" y="2071067"/>
              <a:ext cx="130946" cy="24963"/>
            </a:xfrm>
            <a:custGeom>
              <a:avLst/>
              <a:gdLst>
                <a:gd name="T0" fmla="*/ 0 w 142"/>
                <a:gd name="T1" fmla="*/ 27 h 27"/>
                <a:gd name="T2" fmla="*/ 142 w 142"/>
                <a:gd name="T3" fmla="*/ 0 h 27"/>
              </a:gdLst>
              <a:ahLst/>
              <a:cxnLst>
                <a:cxn ang="0">
                  <a:pos x="T0" y="T1"/>
                </a:cxn>
                <a:cxn ang="0">
                  <a:pos x="T2" y="T3"/>
                </a:cxn>
              </a:cxnLst>
              <a:rect l="0" t="0" r="r" b="b"/>
              <a:pathLst>
                <a:path w="142" h="27">
                  <a:moveTo>
                    <a:pt x="0" y="27"/>
                  </a:moveTo>
                  <a:cubicBezTo>
                    <a:pt x="0" y="27"/>
                    <a:pt x="142" y="27"/>
                    <a:pt x="142"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97" name="Freeform 53"/>
            <p:cNvSpPr>
              <a:spLocks/>
            </p:cNvSpPr>
            <p:nvPr/>
          </p:nvSpPr>
          <p:spPr bwMode="auto">
            <a:xfrm rot="10800000">
              <a:off x="2957942" y="2364153"/>
              <a:ext cx="130946" cy="24963"/>
            </a:xfrm>
            <a:custGeom>
              <a:avLst/>
              <a:gdLst>
                <a:gd name="T0" fmla="*/ 0 w 142"/>
                <a:gd name="T1" fmla="*/ 0 h 27"/>
                <a:gd name="T2" fmla="*/ 142 w 142"/>
                <a:gd name="T3" fmla="*/ 27 h 27"/>
              </a:gdLst>
              <a:ahLst/>
              <a:cxnLst>
                <a:cxn ang="0">
                  <a:pos x="T0" y="T1"/>
                </a:cxn>
                <a:cxn ang="0">
                  <a:pos x="T2" y="T3"/>
                </a:cxn>
              </a:cxnLst>
              <a:rect l="0" t="0" r="r" b="b"/>
              <a:pathLst>
                <a:path w="142" h="27">
                  <a:moveTo>
                    <a:pt x="0" y="0"/>
                  </a:moveTo>
                  <a:cubicBezTo>
                    <a:pt x="0" y="0"/>
                    <a:pt x="142" y="0"/>
                    <a:pt x="142" y="2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98" name="Freeform 57"/>
            <p:cNvSpPr>
              <a:spLocks/>
            </p:cNvSpPr>
            <p:nvPr/>
          </p:nvSpPr>
          <p:spPr bwMode="auto">
            <a:xfrm rot="10800000">
              <a:off x="2927443" y="2220453"/>
              <a:ext cx="13832" cy="24039"/>
            </a:xfrm>
            <a:custGeom>
              <a:avLst/>
              <a:gdLst>
                <a:gd name="T0" fmla="*/ 7 w 15"/>
                <a:gd name="T1" fmla="*/ 26 h 26"/>
                <a:gd name="T2" fmla="*/ 0 w 15"/>
                <a:gd name="T3" fmla="*/ 13 h 26"/>
                <a:gd name="T4" fmla="*/ 7 w 15"/>
                <a:gd name="T5" fmla="*/ 0 h 26"/>
                <a:gd name="T6" fmla="*/ 15 w 15"/>
                <a:gd name="T7" fmla="*/ 13 h 26"/>
                <a:gd name="T8" fmla="*/ 7 w 15"/>
                <a:gd name="T9" fmla="*/ 26 h 26"/>
              </a:gdLst>
              <a:ahLst/>
              <a:cxnLst>
                <a:cxn ang="0">
                  <a:pos x="T0" y="T1"/>
                </a:cxn>
                <a:cxn ang="0">
                  <a:pos x="T2" y="T3"/>
                </a:cxn>
                <a:cxn ang="0">
                  <a:pos x="T4" y="T5"/>
                </a:cxn>
                <a:cxn ang="0">
                  <a:pos x="T6" y="T7"/>
                </a:cxn>
                <a:cxn ang="0">
                  <a:pos x="T8" y="T9"/>
                </a:cxn>
              </a:cxnLst>
              <a:rect l="0" t="0" r="r" b="b"/>
              <a:pathLst>
                <a:path w="15" h="26">
                  <a:moveTo>
                    <a:pt x="7" y="26"/>
                  </a:moveTo>
                  <a:cubicBezTo>
                    <a:pt x="0" y="26"/>
                    <a:pt x="0" y="20"/>
                    <a:pt x="0" y="13"/>
                  </a:cubicBezTo>
                  <a:cubicBezTo>
                    <a:pt x="0" y="6"/>
                    <a:pt x="0" y="0"/>
                    <a:pt x="7" y="0"/>
                  </a:cubicBezTo>
                  <a:cubicBezTo>
                    <a:pt x="7" y="0"/>
                    <a:pt x="15" y="6"/>
                    <a:pt x="15" y="13"/>
                  </a:cubicBezTo>
                  <a:cubicBezTo>
                    <a:pt x="15" y="20"/>
                    <a:pt x="7" y="26"/>
                    <a:pt x="7" y="2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99" name="Freeform 58"/>
            <p:cNvSpPr>
              <a:spLocks/>
            </p:cNvSpPr>
            <p:nvPr/>
          </p:nvSpPr>
          <p:spPr bwMode="auto">
            <a:xfrm rot="10800000">
              <a:off x="3282541" y="2083086"/>
              <a:ext cx="13832" cy="294010"/>
            </a:xfrm>
            <a:custGeom>
              <a:avLst/>
              <a:gdLst>
                <a:gd name="T0" fmla="*/ 0 w 15"/>
                <a:gd name="T1" fmla="*/ 318 h 318"/>
                <a:gd name="T2" fmla="*/ 0 w 15"/>
                <a:gd name="T3" fmla="*/ 0 h 318"/>
              </a:gdLst>
              <a:ahLst/>
              <a:cxnLst>
                <a:cxn ang="0">
                  <a:pos x="T0" y="T1"/>
                </a:cxn>
                <a:cxn ang="0">
                  <a:pos x="T2" y="T3"/>
                </a:cxn>
              </a:cxnLst>
              <a:rect l="0" t="0" r="r" b="b"/>
              <a:pathLst>
                <a:path w="15" h="318">
                  <a:moveTo>
                    <a:pt x="0" y="318"/>
                  </a:moveTo>
                  <a:cubicBezTo>
                    <a:pt x="15" y="271"/>
                    <a:pt x="15" y="4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00" name="Freeform 59"/>
            <p:cNvSpPr>
              <a:spLocks/>
            </p:cNvSpPr>
            <p:nvPr/>
          </p:nvSpPr>
          <p:spPr bwMode="auto">
            <a:xfrm rot="10800000">
              <a:off x="3199547" y="1986008"/>
              <a:ext cx="588335" cy="110023"/>
            </a:xfrm>
            <a:custGeom>
              <a:avLst/>
              <a:gdLst>
                <a:gd name="T0" fmla="*/ 638 w 638"/>
                <a:gd name="T1" fmla="*/ 80 h 119"/>
                <a:gd name="T2" fmla="*/ 0 w 638"/>
                <a:gd name="T3" fmla="*/ 119 h 119"/>
              </a:gdLst>
              <a:ahLst/>
              <a:cxnLst>
                <a:cxn ang="0">
                  <a:pos x="T0" y="T1"/>
                </a:cxn>
                <a:cxn ang="0">
                  <a:pos x="T2" y="T3"/>
                </a:cxn>
              </a:cxnLst>
              <a:rect l="0" t="0" r="r" b="b"/>
              <a:pathLst>
                <a:path w="638" h="119">
                  <a:moveTo>
                    <a:pt x="638" y="80"/>
                  </a:moveTo>
                  <a:cubicBezTo>
                    <a:pt x="518" y="14"/>
                    <a:pt x="0" y="0"/>
                    <a:pt x="0" y="11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01" name="Freeform 60"/>
            <p:cNvSpPr>
              <a:spLocks/>
            </p:cNvSpPr>
            <p:nvPr/>
          </p:nvSpPr>
          <p:spPr bwMode="auto">
            <a:xfrm rot="10800000">
              <a:off x="3193092" y="2361772"/>
              <a:ext cx="594791" cy="110023"/>
            </a:xfrm>
            <a:custGeom>
              <a:avLst/>
              <a:gdLst>
                <a:gd name="T0" fmla="*/ 645 w 645"/>
                <a:gd name="T1" fmla="*/ 39 h 119"/>
                <a:gd name="T2" fmla="*/ 0 w 645"/>
                <a:gd name="T3" fmla="*/ 0 h 119"/>
              </a:gdLst>
              <a:ahLst/>
              <a:cxnLst>
                <a:cxn ang="0">
                  <a:pos x="T0" y="T1"/>
                </a:cxn>
                <a:cxn ang="0">
                  <a:pos x="T2" y="T3"/>
                </a:cxn>
              </a:cxnLst>
              <a:rect l="0" t="0" r="r" b="b"/>
              <a:pathLst>
                <a:path w="645" h="119">
                  <a:moveTo>
                    <a:pt x="645" y="39"/>
                  </a:moveTo>
                  <a:cubicBezTo>
                    <a:pt x="525" y="105"/>
                    <a:pt x="0" y="119"/>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02" name="Freeform 61"/>
            <p:cNvSpPr>
              <a:spLocks/>
            </p:cNvSpPr>
            <p:nvPr/>
          </p:nvSpPr>
          <p:spPr bwMode="auto">
            <a:xfrm rot="10800000">
              <a:off x="3199547" y="2010046"/>
              <a:ext cx="580958" cy="12019"/>
            </a:xfrm>
            <a:custGeom>
              <a:avLst/>
              <a:gdLst>
                <a:gd name="T0" fmla="*/ 630 w 630"/>
                <a:gd name="T1" fmla="*/ 0 h 13"/>
                <a:gd name="T2" fmla="*/ 0 w 630"/>
                <a:gd name="T3" fmla="*/ 13 h 13"/>
              </a:gdLst>
              <a:ahLst/>
              <a:cxnLst>
                <a:cxn ang="0">
                  <a:pos x="T0" y="T1"/>
                </a:cxn>
                <a:cxn ang="0">
                  <a:pos x="T2" y="T3"/>
                </a:cxn>
              </a:cxnLst>
              <a:rect l="0" t="0" r="r" b="b"/>
              <a:pathLst>
                <a:path w="630" h="13">
                  <a:moveTo>
                    <a:pt x="630" y="0"/>
                  </a:moveTo>
                  <a:cubicBezTo>
                    <a:pt x="510" y="13"/>
                    <a:pt x="270" y="13"/>
                    <a:pt x="0" y="1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03" name="Freeform 62"/>
            <p:cNvSpPr>
              <a:spLocks/>
            </p:cNvSpPr>
            <p:nvPr/>
          </p:nvSpPr>
          <p:spPr bwMode="auto">
            <a:xfrm rot="10800000">
              <a:off x="3193092" y="2438117"/>
              <a:ext cx="580958" cy="12019"/>
            </a:xfrm>
            <a:custGeom>
              <a:avLst/>
              <a:gdLst>
                <a:gd name="T0" fmla="*/ 630 w 630"/>
                <a:gd name="T1" fmla="*/ 13 h 13"/>
                <a:gd name="T2" fmla="*/ 0 w 630"/>
                <a:gd name="T3" fmla="*/ 0 h 13"/>
              </a:gdLst>
              <a:ahLst/>
              <a:cxnLst>
                <a:cxn ang="0">
                  <a:pos x="T0" y="T1"/>
                </a:cxn>
                <a:cxn ang="0">
                  <a:pos x="T2" y="T3"/>
                </a:cxn>
              </a:cxnLst>
              <a:rect l="0" t="0" r="r" b="b"/>
              <a:pathLst>
                <a:path w="630" h="13">
                  <a:moveTo>
                    <a:pt x="630" y="13"/>
                  </a:moveTo>
                  <a:cubicBezTo>
                    <a:pt x="510" y="0"/>
                    <a:pt x="270" y="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04" name="Freeform 63"/>
            <p:cNvSpPr>
              <a:spLocks/>
            </p:cNvSpPr>
            <p:nvPr/>
          </p:nvSpPr>
          <p:spPr bwMode="auto">
            <a:xfrm rot="10800000">
              <a:off x="3227212" y="2022066"/>
              <a:ext cx="525629" cy="61021"/>
            </a:xfrm>
            <a:custGeom>
              <a:avLst/>
              <a:gdLst>
                <a:gd name="T0" fmla="*/ 570 w 570"/>
                <a:gd name="T1" fmla="*/ 66 h 66"/>
                <a:gd name="T2" fmla="*/ 0 w 570"/>
                <a:gd name="T3" fmla="*/ 66 h 66"/>
              </a:gdLst>
              <a:ahLst/>
              <a:cxnLst>
                <a:cxn ang="0">
                  <a:pos x="T0" y="T1"/>
                </a:cxn>
                <a:cxn ang="0">
                  <a:pos x="T2" y="T3"/>
                </a:cxn>
              </a:cxnLst>
              <a:rect l="0" t="0" r="r" b="b"/>
              <a:pathLst>
                <a:path w="570" h="66">
                  <a:moveTo>
                    <a:pt x="570" y="66"/>
                  </a:moveTo>
                  <a:cubicBezTo>
                    <a:pt x="420" y="0"/>
                    <a:pt x="37" y="26"/>
                    <a:pt x="0" y="6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05" name="Freeform 64"/>
            <p:cNvSpPr>
              <a:spLocks/>
            </p:cNvSpPr>
            <p:nvPr/>
          </p:nvSpPr>
          <p:spPr bwMode="auto">
            <a:xfrm rot="10800000">
              <a:off x="3227212" y="2022066"/>
              <a:ext cx="525629" cy="0"/>
            </a:xfrm>
            <a:custGeom>
              <a:avLst/>
              <a:gdLst>
                <a:gd name="T0" fmla="*/ 570 w 570"/>
                <a:gd name="T1" fmla="*/ 0 w 570"/>
              </a:gdLst>
              <a:ahLst/>
              <a:cxnLst>
                <a:cxn ang="0">
                  <a:pos x="T0" y="0"/>
                </a:cxn>
                <a:cxn ang="0">
                  <a:pos x="T1" y="0"/>
                </a:cxn>
              </a:cxnLst>
              <a:rect l="0" t="0" r="r" b="b"/>
              <a:pathLst>
                <a:path w="570">
                  <a:moveTo>
                    <a:pt x="570" y="0"/>
                  </a:moveTo>
                  <a:cubicBezTo>
                    <a:pt x="360" y="0"/>
                    <a:pt x="90" y="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06" name="Freeform 65"/>
            <p:cNvSpPr>
              <a:spLocks/>
            </p:cNvSpPr>
            <p:nvPr/>
          </p:nvSpPr>
          <p:spPr bwMode="auto">
            <a:xfrm rot="10800000">
              <a:off x="3517691" y="2010046"/>
              <a:ext cx="21210" cy="49002"/>
            </a:xfrm>
            <a:custGeom>
              <a:avLst/>
              <a:gdLst>
                <a:gd name="T0" fmla="*/ 23 w 23"/>
                <a:gd name="T1" fmla="*/ 0 h 53"/>
                <a:gd name="T2" fmla="*/ 0 w 23"/>
                <a:gd name="T3" fmla="*/ 53 h 53"/>
              </a:gdLst>
              <a:ahLst/>
              <a:cxnLst>
                <a:cxn ang="0">
                  <a:pos x="T0" y="T1"/>
                </a:cxn>
                <a:cxn ang="0">
                  <a:pos x="T2" y="T3"/>
                </a:cxn>
              </a:cxnLst>
              <a:rect l="0" t="0" r="r" b="b"/>
              <a:pathLst>
                <a:path w="23" h="53">
                  <a:moveTo>
                    <a:pt x="23" y="0"/>
                  </a:moveTo>
                  <a:cubicBezTo>
                    <a:pt x="15" y="13"/>
                    <a:pt x="0" y="40"/>
                    <a:pt x="0" y="5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07" name="Freeform 66"/>
            <p:cNvSpPr>
              <a:spLocks/>
            </p:cNvSpPr>
            <p:nvPr/>
          </p:nvSpPr>
          <p:spPr bwMode="auto">
            <a:xfrm rot="10800000">
              <a:off x="3483571" y="2010046"/>
              <a:ext cx="13832" cy="49002"/>
            </a:xfrm>
            <a:custGeom>
              <a:avLst/>
              <a:gdLst>
                <a:gd name="T0" fmla="*/ 15 w 15"/>
                <a:gd name="T1" fmla="*/ 0 h 53"/>
                <a:gd name="T2" fmla="*/ 0 w 15"/>
                <a:gd name="T3" fmla="*/ 53 h 53"/>
              </a:gdLst>
              <a:ahLst/>
              <a:cxnLst>
                <a:cxn ang="0">
                  <a:pos x="T0" y="T1"/>
                </a:cxn>
                <a:cxn ang="0">
                  <a:pos x="T2" y="T3"/>
                </a:cxn>
              </a:cxnLst>
              <a:rect l="0" t="0" r="r" b="b"/>
              <a:pathLst>
                <a:path w="15" h="53">
                  <a:moveTo>
                    <a:pt x="15" y="0"/>
                  </a:moveTo>
                  <a:cubicBezTo>
                    <a:pt x="15" y="13"/>
                    <a:pt x="8" y="40"/>
                    <a:pt x="0" y="5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08" name="Freeform 67"/>
            <p:cNvSpPr>
              <a:spLocks/>
            </p:cNvSpPr>
            <p:nvPr/>
          </p:nvSpPr>
          <p:spPr bwMode="auto">
            <a:xfrm rot="10800000">
              <a:off x="3503858" y="1986008"/>
              <a:ext cx="27665" cy="73040"/>
            </a:xfrm>
            <a:custGeom>
              <a:avLst/>
              <a:gdLst>
                <a:gd name="T0" fmla="*/ 30 w 30"/>
                <a:gd name="T1" fmla="*/ 0 h 79"/>
                <a:gd name="T2" fmla="*/ 0 w 30"/>
                <a:gd name="T3" fmla="*/ 79 h 79"/>
              </a:gdLst>
              <a:ahLst/>
              <a:cxnLst>
                <a:cxn ang="0">
                  <a:pos x="T0" y="T1"/>
                </a:cxn>
                <a:cxn ang="0">
                  <a:pos x="T2" y="T3"/>
                </a:cxn>
              </a:cxnLst>
              <a:rect l="0" t="0" r="r" b="b"/>
              <a:pathLst>
                <a:path w="30" h="79">
                  <a:moveTo>
                    <a:pt x="30" y="0"/>
                  </a:moveTo>
                  <a:cubicBezTo>
                    <a:pt x="22" y="26"/>
                    <a:pt x="7" y="66"/>
                    <a:pt x="0" y="7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09" name="Freeform 92"/>
            <p:cNvSpPr>
              <a:spLocks/>
            </p:cNvSpPr>
            <p:nvPr/>
          </p:nvSpPr>
          <p:spPr bwMode="auto">
            <a:xfrm rot="10800000">
              <a:off x="3234589" y="2374716"/>
              <a:ext cx="525629" cy="61021"/>
            </a:xfrm>
            <a:custGeom>
              <a:avLst/>
              <a:gdLst>
                <a:gd name="T0" fmla="*/ 570 w 570"/>
                <a:gd name="T1" fmla="*/ 0 h 66"/>
                <a:gd name="T2" fmla="*/ 0 w 570"/>
                <a:gd name="T3" fmla="*/ 0 h 66"/>
              </a:gdLst>
              <a:ahLst/>
              <a:cxnLst>
                <a:cxn ang="0">
                  <a:pos x="T0" y="T1"/>
                </a:cxn>
                <a:cxn ang="0">
                  <a:pos x="T2" y="T3"/>
                </a:cxn>
              </a:cxnLst>
              <a:rect l="0" t="0" r="r" b="b"/>
              <a:pathLst>
                <a:path w="570" h="66">
                  <a:moveTo>
                    <a:pt x="570" y="0"/>
                  </a:moveTo>
                  <a:cubicBezTo>
                    <a:pt x="420" y="66"/>
                    <a:pt x="38" y="3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10" name="Freeform 93"/>
            <p:cNvSpPr>
              <a:spLocks/>
            </p:cNvSpPr>
            <p:nvPr/>
          </p:nvSpPr>
          <p:spPr bwMode="auto">
            <a:xfrm rot="10800000">
              <a:off x="3234589" y="2438117"/>
              <a:ext cx="525629" cy="0"/>
            </a:xfrm>
            <a:custGeom>
              <a:avLst/>
              <a:gdLst>
                <a:gd name="T0" fmla="*/ 570 w 570"/>
                <a:gd name="T1" fmla="*/ 0 w 570"/>
              </a:gdLst>
              <a:ahLst/>
              <a:cxnLst>
                <a:cxn ang="0">
                  <a:pos x="T0" y="0"/>
                </a:cxn>
                <a:cxn ang="0">
                  <a:pos x="T1" y="0"/>
                </a:cxn>
              </a:cxnLst>
              <a:rect l="0" t="0" r="r" b="b"/>
              <a:pathLst>
                <a:path w="570">
                  <a:moveTo>
                    <a:pt x="570" y="0"/>
                  </a:moveTo>
                  <a:cubicBezTo>
                    <a:pt x="360" y="0"/>
                    <a:pt x="90" y="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11" name="Freeform 94"/>
            <p:cNvSpPr>
              <a:spLocks/>
            </p:cNvSpPr>
            <p:nvPr/>
          </p:nvSpPr>
          <p:spPr bwMode="auto">
            <a:xfrm rot="10800000">
              <a:off x="3525068" y="2401135"/>
              <a:ext cx="20287" cy="49002"/>
            </a:xfrm>
            <a:custGeom>
              <a:avLst/>
              <a:gdLst>
                <a:gd name="T0" fmla="*/ 22 w 22"/>
                <a:gd name="T1" fmla="*/ 53 h 53"/>
                <a:gd name="T2" fmla="*/ 0 w 22"/>
                <a:gd name="T3" fmla="*/ 0 h 53"/>
              </a:gdLst>
              <a:ahLst/>
              <a:cxnLst>
                <a:cxn ang="0">
                  <a:pos x="T0" y="T1"/>
                </a:cxn>
                <a:cxn ang="0">
                  <a:pos x="T2" y="T3"/>
                </a:cxn>
              </a:cxnLst>
              <a:rect l="0" t="0" r="r" b="b"/>
              <a:pathLst>
                <a:path w="22" h="53">
                  <a:moveTo>
                    <a:pt x="22" y="53"/>
                  </a:moveTo>
                  <a:cubicBezTo>
                    <a:pt x="15" y="33"/>
                    <a:pt x="0" y="1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12" name="Freeform 95"/>
            <p:cNvSpPr>
              <a:spLocks/>
            </p:cNvSpPr>
            <p:nvPr/>
          </p:nvSpPr>
          <p:spPr bwMode="auto">
            <a:xfrm rot="10800000">
              <a:off x="3490026" y="2401135"/>
              <a:ext cx="13832" cy="49002"/>
            </a:xfrm>
            <a:custGeom>
              <a:avLst/>
              <a:gdLst>
                <a:gd name="T0" fmla="*/ 15 w 15"/>
                <a:gd name="T1" fmla="*/ 53 h 53"/>
                <a:gd name="T2" fmla="*/ 0 w 15"/>
                <a:gd name="T3" fmla="*/ 0 h 53"/>
              </a:gdLst>
              <a:ahLst/>
              <a:cxnLst>
                <a:cxn ang="0">
                  <a:pos x="T0" y="T1"/>
                </a:cxn>
                <a:cxn ang="0">
                  <a:pos x="T2" y="T3"/>
                </a:cxn>
              </a:cxnLst>
              <a:rect l="0" t="0" r="r" b="b"/>
              <a:pathLst>
                <a:path w="15" h="53">
                  <a:moveTo>
                    <a:pt x="15" y="53"/>
                  </a:moveTo>
                  <a:cubicBezTo>
                    <a:pt x="15" y="33"/>
                    <a:pt x="7" y="1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13" name="Freeform 96"/>
            <p:cNvSpPr>
              <a:spLocks/>
            </p:cNvSpPr>
            <p:nvPr/>
          </p:nvSpPr>
          <p:spPr bwMode="auto">
            <a:xfrm rot="10800000">
              <a:off x="3508855" y="2401504"/>
              <a:ext cx="27665" cy="72000"/>
            </a:xfrm>
            <a:custGeom>
              <a:avLst/>
              <a:gdLst>
                <a:gd name="T0" fmla="*/ 30 w 30"/>
                <a:gd name="T1" fmla="*/ 86 h 86"/>
                <a:gd name="T2" fmla="*/ 0 w 30"/>
                <a:gd name="T3" fmla="*/ 0 h 86"/>
              </a:gdLst>
              <a:ahLst/>
              <a:cxnLst>
                <a:cxn ang="0">
                  <a:pos x="T0" y="T1"/>
                </a:cxn>
                <a:cxn ang="0">
                  <a:pos x="T2" y="T3"/>
                </a:cxn>
              </a:cxnLst>
              <a:rect l="0" t="0" r="r" b="b"/>
              <a:pathLst>
                <a:path w="30" h="86">
                  <a:moveTo>
                    <a:pt x="30" y="86"/>
                  </a:moveTo>
                  <a:cubicBezTo>
                    <a:pt x="23" y="60"/>
                    <a:pt x="8" y="1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14" name="Freeform 121"/>
            <p:cNvSpPr>
              <a:spLocks/>
            </p:cNvSpPr>
            <p:nvPr/>
          </p:nvSpPr>
          <p:spPr bwMode="auto">
            <a:xfrm rot="10800000">
              <a:off x="3586852" y="2035009"/>
              <a:ext cx="193653" cy="36058"/>
            </a:xfrm>
            <a:custGeom>
              <a:avLst/>
              <a:gdLst>
                <a:gd name="T0" fmla="*/ 0 w 210"/>
                <a:gd name="T1" fmla="*/ 39 h 39"/>
                <a:gd name="T2" fmla="*/ 210 w 210"/>
                <a:gd name="T3" fmla="*/ 0 h 39"/>
              </a:gdLst>
              <a:ahLst/>
              <a:cxnLst>
                <a:cxn ang="0">
                  <a:pos x="T0" y="T1"/>
                </a:cxn>
                <a:cxn ang="0">
                  <a:pos x="T2" y="T3"/>
                </a:cxn>
              </a:cxnLst>
              <a:rect l="0" t="0" r="r" b="b"/>
              <a:pathLst>
                <a:path w="210" h="39">
                  <a:moveTo>
                    <a:pt x="0" y="39"/>
                  </a:moveTo>
                  <a:cubicBezTo>
                    <a:pt x="60" y="26"/>
                    <a:pt x="150" y="0"/>
                    <a:pt x="21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15" name="Freeform 122"/>
            <p:cNvSpPr>
              <a:spLocks/>
            </p:cNvSpPr>
            <p:nvPr/>
          </p:nvSpPr>
          <p:spPr bwMode="auto">
            <a:xfrm rot="10800000">
              <a:off x="3586852" y="2389116"/>
              <a:ext cx="193653" cy="36058"/>
            </a:xfrm>
            <a:custGeom>
              <a:avLst/>
              <a:gdLst>
                <a:gd name="T0" fmla="*/ 0 w 210"/>
                <a:gd name="T1" fmla="*/ 0 h 39"/>
                <a:gd name="T2" fmla="*/ 210 w 210"/>
                <a:gd name="T3" fmla="*/ 39 h 39"/>
              </a:gdLst>
              <a:ahLst/>
              <a:cxnLst>
                <a:cxn ang="0">
                  <a:pos x="T0" y="T1"/>
                </a:cxn>
                <a:cxn ang="0">
                  <a:pos x="T2" y="T3"/>
                </a:cxn>
              </a:cxnLst>
              <a:rect l="0" t="0" r="r" b="b"/>
              <a:pathLst>
                <a:path w="210" h="39">
                  <a:moveTo>
                    <a:pt x="0" y="0"/>
                  </a:moveTo>
                  <a:cubicBezTo>
                    <a:pt x="60" y="13"/>
                    <a:pt x="150" y="39"/>
                    <a:pt x="210" y="3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16" name="Freeform 123"/>
            <p:cNvSpPr>
              <a:spLocks/>
            </p:cNvSpPr>
            <p:nvPr/>
          </p:nvSpPr>
          <p:spPr bwMode="auto">
            <a:xfrm rot="10800000">
              <a:off x="3711343" y="1949025"/>
              <a:ext cx="41497" cy="55474"/>
            </a:xfrm>
            <a:custGeom>
              <a:avLst/>
              <a:gdLst>
                <a:gd name="T0" fmla="*/ 45 w 45"/>
                <a:gd name="T1" fmla="*/ 53 h 60"/>
                <a:gd name="T2" fmla="*/ 0 w 45"/>
                <a:gd name="T3" fmla="*/ 0 h 60"/>
              </a:gdLst>
              <a:ahLst/>
              <a:cxnLst>
                <a:cxn ang="0">
                  <a:pos x="T0" y="T1"/>
                </a:cxn>
                <a:cxn ang="0">
                  <a:pos x="T2" y="T3"/>
                </a:cxn>
              </a:cxnLst>
              <a:rect l="0" t="0" r="r" b="b"/>
              <a:pathLst>
                <a:path w="45" h="60">
                  <a:moveTo>
                    <a:pt x="45" y="53"/>
                  </a:moveTo>
                  <a:cubicBezTo>
                    <a:pt x="30" y="60"/>
                    <a:pt x="7" y="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17" name="Freeform 124"/>
            <p:cNvSpPr>
              <a:spLocks/>
            </p:cNvSpPr>
            <p:nvPr/>
          </p:nvSpPr>
          <p:spPr bwMode="auto">
            <a:xfrm rot="10800000">
              <a:off x="3711343" y="1955497"/>
              <a:ext cx="41497" cy="73040"/>
            </a:xfrm>
            <a:custGeom>
              <a:avLst/>
              <a:gdLst>
                <a:gd name="T0" fmla="*/ 0 w 45"/>
                <a:gd name="T1" fmla="*/ 26 h 79"/>
                <a:gd name="T2" fmla="*/ 45 w 45"/>
                <a:gd name="T3" fmla="*/ 79 h 79"/>
              </a:gdLst>
              <a:ahLst/>
              <a:cxnLst>
                <a:cxn ang="0">
                  <a:pos x="T0" y="T1"/>
                </a:cxn>
                <a:cxn ang="0">
                  <a:pos x="T2" y="T3"/>
                </a:cxn>
              </a:cxnLst>
              <a:rect l="0" t="0" r="r" b="b"/>
              <a:pathLst>
                <a:path w="45" h="79">
                  <a:moveTo>
                    <a:pt x="0" y="26"/>
                  </a:moveTo>
                  <a:cubicBezTo>
                    <a:pt x="30" y="0"/>
                    <a:pt x="45" y="73"/>
                    <a:pt x="45" y="7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18" name="Freeform 125"/>
            <p:cNvSpPr>
              <a:spLocks/>
            </p:cNvSpPr>
            <p:nvPr/>
          </p:nvSpPr>
          <p:spPr bwMode="auto">
            <a:xfrm rot="10800000">
              <a:off x="3697511" y="1955497"/>
              <a:ext cx="41497" cy="73040"/>
            </a:xfrm>
            <a:custGeom>
              <a:avLst/>
              <a:gdLst>
                <a:gd name="T0" fmla="*/ 0 w 45"/>
                <a:gd name="T1" fmla="*/ 13 h 79"/>
                <a:gd name="T2" fmla="*/ 30 w 45"/>
                <a:gd name="T3" fmla="*/ 79 h 79"/>
              </a:gdLst>
              <a:ahLst/>
              <a:cxnLst>
                <a:cxn ang="0">
                  <a:pos x="T0" y="T1"/>
                </a:cxn>
                <a:cxn ang="0">
                  <a:pos x="T2" y="T3"/>
                </a:cxn>
              </a:cxnLst>
              <a:rect l="0" t="0" r="r" b="b"/>
              <a:pathLst>
                <a:path w="45" h="79">
                  <a:moveTo>
                    <a:pt x="0" y="13"/>
                  </a:moveTo>
                  <a:cubicBezTo>
                    <a:pt x="15" y="0"/>
                    <a:pt x="45" y="79"/>
                    <a:pt x="30" y="7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19" name="Freeform 126"/>
            <p:cNvSpPr>
              <a:spLocks/>
            </p:cNvSpPr>
            <p:nvPr/>
          </p:nvSpPr>
          <p:spPr bwMode="auto">
            <a:xfrm rot="10800000">
              <a:off x="3711343" y="2450137"/>
              <a:ext cx="41497" cy="61021"/>
            </a:xfrm>
            <a:custGeom>
              <a:avLst/>
              <a:gdLst>
                <a:gd name="T0" fmla="*/ 45 w 45"/>
                <a:gd name="T1" fmla="*/ 13 h 66"/>
                <a:gd name="T2" fmla="*/ 0 w 45"/>
                <a:gd name="T3" fmla="*/ 66 h 66"/>
              </a:gdLst>
              <a:ahLst/>
              <a:cxnLst>
                <a:cxn ang="0">
                  <a:pos x="T0" y="T1"/>
                </a:cxn>
                <a:cxn ang="0">
                  <a:pos x="T2" y="T3"/>
                </a:cxn>
              </a:cxnLst>
              <a:rect l="0" t="0" r="r" b="b"/>
              <a:pathLst>
                <a:path w="45" h="66">
                  <a:moveTo>
                    <a:pt x="45" y="13"/>
                  </a:moveTo>
                  <a:cubicBezTo>
                    <a:pt x="30" y="0"/>
                    <a:pt x="7" y="66"/>
                    <a:pt x="0" y="6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20" name="Freeform 127"/>
            <p:cNvSpPr>
              <a:spLocks/>
            </p:cNvSpPr>
            <p:nvPr/>
          </p:nvSpPr>
          <p:spPr bwMode="auto">
            <a:xfrm rot="10800000">
              <a:off x="3711343" y="2425174"/>
              <a:ext cx="41497" cy="73965"/>
            </a:xfrm>
            <a:custGeom>
              <a:avLst/>
              <a:gdLst>
                <a:gd name="T0" fmla="*/ 0 w 45"/>
                <a:gd name="T1" fmla="*/ 53 h 80"/>
                <a:gd name="T2" fmla="*/ 45 w 45"/>
                <a:gd name="T3" fmla="*/ 0 h 80"/>
              </a:gdLst>
              <a:ahLst/>
              <a:cxnLst>
                <a:cxn ang="0">
                  <a:pos x="T0" y="T1"/>
                </a:cxn>
                <a:cxn ang="0">
                  <a:pos x="T2" y="T3"/>
                </a:cxn>
              </a:cxnLst>
              <a:rect l="0" t="0" r="r" b="b"/>
              <a:pathLst>
                <a:path w="45" h="80">
                  <a:moveTo>
                    <a:pt x="0" y="53"/>
                  </a:moveTo>
                  <a:cubicBezTo>
                    <a:pt x="30" y="80"/>
                    <a:pt x="45" y="0"/>
                    <a:pt x="4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21" name="Freeform 128"/>
            <p:cNvSpPr>
              <a:spLocks/>
            </p:cNvSpPr>
            <p:nvPr/>
          </p:nvSpPr>
          <p:spPr bwMode="auto">
            <a:xfrm rot="10800000">
              <a:off x="3697511" y="2425174"/>
              <a:ext cx="41497" cy="73965"/>
            </a:xfrm>
            <a:custGeom>
              <a:avLst/>
              <a:gdLst>
                <a:gd name="T0" fmla="*/ 0 w 45"/>
                <a:gd name="T1" fmla="*/ 60 h 80"/>
                <a:gd name="T2" fmla="*/ 30 w 45"/>
                <a:gd name="T3" fmla="*/ 0 h 80"/>
              </a:gdLst>
              <a:ahLst/>
              <a:cxnLst>
                <a:cxn ang="0">
                  <a:pos x="T0" y="T1"/>
                </a:cxn>
                <a:cxn ang="0">
                  <a:pos x="T2" y="T3"/>
                </a:cxn>
              </a:cxnLst>
              <a:rect l="0" t="0" r="r" b="b"/>
              <a:pathLst>
                <a:path w="45" h="80">
                  <a:moveTo>
                    <a:pt x="0" y="60"/>
                  </a:moveTo>
                  <a:cubicBezTo>
                    <a:pt x="15" y="80"/>
                    <a:pt x="45" y="0"/>
                    <a:pt x="3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22" name="Rectangle 69"/>
            <p:cNvSpPr>
              <a:spLocks noChangeArrowheads="1"/>
            </p:cNvSpPr>
            <p:nvPr/>
          </p:nvSpPr>
          <p:spPr bwMode="auto">
            <a:xfrm rot="10800000">
              <a:off x="3535015" y="2458808"/>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23" name="Rectangle 69"/>
            <p:cNvSpPr>
              <a:spLocks noChangeArrowheads="1"/>
            </p:cNvSpPr>
            <p:nvPr/>
          </p:nvSpPr>
          <p:spPr bwMode="auto">
            <a:xfrm rot="10800000">
              <a:off x="3562940" y="2458808"/>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24" name="Rectangle 69"/>
            <p:cNvSpPr>
              <a:spLocks noChangeArrowheads="1"/>
            </p:cNvSpPr>
            <p:nvPr/>
          </p:nvSpPr>
          <p:spPr bwMode="auto">
            <a:xfrm rot="10800000">
              <a:off x="3535031" y="1987386"/>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25" name="Rectangle 69"/>
            <p:cNvSpPr>
              <a:spLocks noChangeArrowheads="1"/>
            </p:cNvSpPr>
            <p:nvPr/>
          </p:nvSpPr>
          <p:spPr bwMode="auto">
            <a:xfrm rot="10800000">
              <a:off x="3562956" y="1987386"/>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26" name="Rectangle 69"/>
            <p:cNvSpPr>
              <a:spLocks noChangeArrowheads="1"/>
            </p:cNvSpPr>
            <p:nvPr/>
          </p:nvSpPr>
          <p:spPr bwMode="auto">
            <a:xfrm rot="10800000">
              <a:off x="3282645" y="2454062"/>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27" name="Rectangle 69"/>
            <p:cNvSpPr>
              <a:spLocks noChangeArrowheads="1"/>
            </p:cNvSpPr>
            <p:nvPr/>
          </p:nvSpPr>
          <p:spPr bwMode="auto">
            <a:xfrm rot="10800000">
              <a:off x="3310570" y="2454062"/>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28" name="Rectangle 69"/>
            <p:cNvSpPr>
              <a:spLocks noChangeArrowheads="1"/>
            </p:cNvSpPr>
            <p:nvPr/>
          </p:nvSpPr>
          <p:spPr bwMode="auto">
            <a:xfrm rot="10800000">
              <a:off x="3282661" y="1992164"/>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29" name="Rectangle 69"/>
            <p:cNvSpPr>
              <a:spLocks noChangeArrowheads="1"/>
            </p:cNvSpPr>
            <p:nvPr/>
          </p:nvSpPr>
          <p:spPr bwMode="auto">
            <a:xfrm rot="10800000">
              <a:off x="3310586" y="1992164"/>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grpSp>
      <p:sp>
        <p:nvSpPr>
          <p:cNvPr id="130" name="矩形 129"/>
          <p:cNvSpPr/>
          <p:nvPr/>
        </p:nvSpPr>
        <p:spPr>
          <a:xfrm>
            <a:off x="2976859" y="2852536"/>
            <a:ext cx="176323" cy="7238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32" name="矩形 131"/>
          <p:cNvSpPr/>
          <p:nvPr/>
        </p:nvSpPr>
        <p:spPr>
          <a:xfrm>
            <a:off x="2976859" y="3922028"/>
            <a:ext cx="115662" cy="74619"/>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nvGrpSpPr>
          <p:cNvPr id="145" name="组合 144"/>
          <p:cNvGrpSpPr/>
          <p:nvPr/>
        </p:nvGrpSpPr>
        <p:grpSpPr>
          <a:xfrm>
            <a:off x="3011577" y="2360202"/>
            <a:ext cx="713477" cy="806640"/>
            <a:chOff x="8019715" y="3105824"/>
            <a:chExt cx="569104" cy="865442"/>
          </a:xfrm>
        </p:grpSpPr>
        <p:cxnSp>
          <p:nvCxnSpPr>
            <p:cNvPr id="146" name="直接箭头连接符 145"/>
            <p:cNvCxnSpPr/>
            <p:nvPr/>
          </p:nvCxnSpPr>
          <p:spPr>
            <a:xfrm flipV="1">
              <a:off x="8062546" y="3330345"/>
              <a:ext cx="0" cy="34749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7" name="直接箭头连接符 146"/>
            <p:cNvCxnSpPr/>
            <p:nvPr/>
          </p:nvCxnSpPr>
          <p:spPr>
            <a:xfrm>
              <a:off x="8062546" y="3681047"/>
              <a:ext cx="348761" cy="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8" name="文本框 147"/>
            <p:cNvSpPr txBox="1"/>
            <p:nvPr/>
          </p:nvSpPr>
          <p:spPr>
            <a:xfrm>
              <a:off x="8354357" y="3541869"/>
              <a:ext cx="234462" cy="429397"/>
            </a:xfrm>
            <a:prstGeom prst="rect">
              <a:avLst/>
            </a:prstGeom>
            <a:noFill/>
          </p:spPr>
          <p:txBody>
            <a:bodyPr wrap="square" rtlCol="0">
              <a:spAutoFit/>
            </a:bodyPr>
            <a:lstStyle/>
            <a:p>
              <a:r>
                <a:rPr lang="en-US" altLang="zh-CN" sz="1200" dirty="0" smtClean="0"/>
                <a:t>x</a:t>
              </a:r>
              <a:endParaRPr lang="zh-CN" altLang="en-US" sz="1200" dirty="0"/>
            </a:p>
          </p:txBody>
        </p:sp>
        <p:sp>
          <p:nvSpPr>
            <p:cNvPr id="149" name="文本框 148"/>
            <p:cNvSpPr txBox="1"/>
            <p:nvPr/>
          </p:nvSpPr>
          <p:spPr>
            <a:xfrm>
              <a:off x="8019715" y="3105824"/>
              <a:ext cx="234462" cy="429397"/>
            </a:xfrm>
            <a:prstGeom prst="rect">
              <a:avLst/>
            </a:prstGeom>
            <a:noFill/>
          </p:spPr>
          <p:txBody>
            <a:bodyPr wrap="square" rtlCol="0">
              <a:spAutoFit/>
            </a:bodyPr>
            <a:lstStyle/>
            <a:p>
              <a:r>
                <a:rPr lang="en-US" altLang="zh-CN" sz="1200" dirty="0" smtClean="0"/>
                <a:t>y</a:t>
              </a:r>
              <a:endParaRPr lang="zh-CN" altLang="en-US" sz="1200" dirty="0"/>
            </a:p>
          </p:txBody>
        </p:sp>
      </p:grpSp>
      <p:cxnSp>
        <p:nvCxnSpPr>
          <p:cNvPr id="133" name="直接连接符 132"/>
          <p:cNvCxnSpPr/>
          <p:nvPr/>
        </p:nvCxnSpPr>
        <p:spPr>
          <a:xfrm>
            <a:off x="4473624" y="3035701"/>
            <a:ext cx="0" cy="765505"/>
          </a:xfrm>
          <a:prstGeom prst="line">
            <a:avLst/>
          </a:prstGeom>
          <a:ln w="38100">
            <a:solidFill>
              <a:srgbClr val="4D4D4D"/>
            </a:solidFill>
            <a:prstDash val="solid"/>
          </a:ln>
        </p:spPr>
        <p:style>
          <a:lnRef idx="2">
            <a:schemeClr val="accent1"/>
          </a:lnRef>
          <a:fillRef idx="0">
            <a:schemeClr val="accent1"/>
          </a:fillRef>
          <a:effectRef idx="1">
            <a:schemeClr val="accent1"/>
          </a:effectRef>
          <a:fontRef idx="minor">
            <a:schemeClr val="tx1"/>
          </a:fontRef>
        </p:style>
      </p:cxnSp>
      <p:grpSp>
        <p:nvGrpSpPr>
          <p:cNvPr id="33" name="组合 32"/>
          <p:cNvGrpSpPr/>
          <p:nvPr/>
        </p:nvGrpSpPr>
        <p:grpSpPr>
          <a:xfrm>
            <a:off x="6110828" y="2281560"/>
            <a:ext cx="1642954" cy="2154837"/>
            <a:chOff x="6817015" y="2964767"/>
            <a:chExt cx="1171097" cy="2122759"/>
          </a:xfrm>
        </p:grpSpPr>
        <p:sp>
          <p:nvSpPr>
            <p:cNvPr id="139" name="文本框 13"/>
            <p:cNvSpPr txBox="1"/>
            <p:nvPr/>
          </p:nvSpPr>
          <p:spPr>
            <a:xfrm>
              <a:off x="7253179" y="2964767"/>
              <a:ext cx="734933" cy="2112258"/>
            </a:xfrm>
            <a:prstGeom prst="rect">
              <a:avLst/>
            </a:prstGeom>
            <a:noFill/>
          </p:spPr>
          <p:txBody>
            <a:bodyPr wrap="none" rtlCol="0">
              <a:spAutoFit/>
            </a:bodyPr>
            <a:lstStyle/>
            <a:p>
              <a:pPr>
                <a:lnSpc>
                  <a:spcPts val="2000"/>
                </a:lnSpc>
              </a:pPr>
              <a:r>
                <a:rPr lang="en-US" altLang="zh-CN" sz="1100" dirty="0" smtClean="0">
                  <a:latin typeface="+mn-lt"/>
                </a:rPr>
                <a:t>Obj1</a:t>
              </a:r>
            </a:p>
            <a:p>
              <a:pPr>
                <a:lnSpc>
                  <a:spcPts val="2000"/>
                </a:lnSpc>
              </a:pPr>
              <a:r>
                <a:rPr lang="en-US" altLang="zh-CN" sz="1100" dirty="0" smtClean="0">
                  <a:latin typeface="+mn-lt"/>
                </a:rPr>
                <a:t>Obj2</a:t>
              </a:r>
            </a:p>
            <a:p>
              <a:pPr>
                <a:lnSpc>
                  <a:spcPts val="2000"/>
                </a:lnSpc>
              </a:pPr>
              <a:r>
                <a:rPr lang="zh-CN" altLang="en-US" sz="1100" dirty="0" smtClean="0">
                  <a:latin typeface="+mn-lt"/>
                </a:rPr>
                <a:t>边界线</a:t>
              </a:r>
              <a:endParaRPr lang="en-US" altLang="zh-CN" sz="1100" dirty="0" smtClean="0">
                <a:latin typeface="+mn-lt"/>
              </a:endParaRPr>
            </a:p>
            <a:p>
              <a:pPr>
                <a:lnSpc>
                  <a:spcPts val="2000"/>
                </a:lnSpc>
              </a:pPr>
              <a:r>
                <a:rPr lang="en-US" altLang="zh-CN" sz="1100" dirty="0" smtClean="0">
                  <a:latin typeface="+mn-lt"/>
                </a:rPr>
                <a:t>FSD</a:t>
              </a:r>
              <a:r>
                <a:rPr lang="zh-CN" altLang="en-US" sz="1100" dirty="0" smtClean="0">
                  <a:latin typeface="+mn-lt"/>
                </a:rPr>
                <a:t>检测区域</a:t>
              </a:r>
              <a:endParaRPr lang="en-US" altLang="zh-CN" sz="1100" dirty="0" smtClean="0">
                <a:latin typeface="+mn-lt"/>
              </a:endParaRPr>
            </a:p>
            <a:p>
              <a:pPr>
                <a:lnSpc>
                  <a:spcPts val="2000"/>
                </a:lnSpc>
              </a:pPr>
              <a:r>
                <a:rPr lang="zh-CN" altLang="en-US" sz="1100" dirty="0" smtClean="0">
                  <a:latin typeface="+mn-lt"/>
                </a:rPr>
                <a:t>有效车位框</a:t>
              </a:r>
              <a:endParaRPr lang="en-US" altLang="zh-CN" sz="1100" dirty="0" smtClean="0">
                <a:latin typeface="+mn-lt"/>
              </a:endParaRPr>
            </a:p>
            <a:p>
              <a:pPr>
                <a:lnSpc>
                  <a:spcPts val="2000"/>
                </a:lnSpc>
              </a:pPr>
              <a:r>
                <a:rPr lang="zh-CN" altLang="en-US" sz="1100">
                  <a:latin typeface="+mn-lt"/>
                </a:rPr>
                <a:t>车位</a:t>
              </a:r>
              <a:r>
                <a:rPr lang="zh-CN" altLang="en-US" sz="1100" smtClean="0">
                  <a:latin typeface="+mn-lt"/>
                </a:rPr>
                <a:t>框延长线</a:t>
              </a:r>
              <a:endParaRPr lang="en-US" altLang="zh-CN" sz="1100" dirty="0" smtClean="0">
                <a:latin typeface="+mn-lt"/>
              </a:endParaRPr>
            </a:p>
            <a:p>
              <a:pPr>
                <a:lnSpc>
                  <a:spcPts val="2000"/>
                </a:lnSpc>
              </a:pPr>
              <a:r>
                <a:rPr lang="zh-CN" altLang="en-US" sz="1100" dirty="0">
                  <a:latin typeface="+mn-lt"/>
                </a:rPr>
                <a:t>融合</a:t>
              </a:r>
              <a:r>
                <a:rPr lang="en-US" altLang="zh-CN" sz="1100" dirty="0">
                  <a:latin typeface="+mn-lt"/>
                </a:rPr>
                <a:t>OD</a:t>
              </a:r>
              <a:r>
                <a:rPr lang="zh-CN" altLang="en-US" sz="1100" dirty="0" smtClean="0">
                  <a:latin typeface="+mn-lt"/>
                </a:rPr>
                <a:t>轮挡</a:t>
              </a:r>
              <a:endParaRPr lang="en-US" altLang="zh-CN" sz="1100" dirty="0" smtClean="0">
                <a:latin typeface="+mn-lt"/>
              </a:endParaRPr>
            </a:p>
            <a:p>
              <a:pPr>
                <a:lnSpc>
                  <a:spcPts val="2000"/>
                </a:lnSpc>
              </a:pPr>
              <a:r>
                <a:rPr lang="zh-CN" altLang="en-US" sz="1100" dirty="0" smtClean="0">
                  <a:latin typeface="+mn-lt"/>
                </a:rPr>
                <a:t>坐标系</a:t>
              </a:r>
              <a:endParaRPr lang="en-US" altLang="zh-CN" sz="1100" dirty="0" smtClean="0">
                <a:latin typeface="+mn-lt"/>
              </a:endParaRPr>
            </a:p>
          </p:txBody>
        </p:sp>
        <p:cxnSp>
          <p:nvCxnSpPr>
            <p:cNvPr id="140" name="直接连接符 139"/>
            <p:cNvCxnSpPr/>
            <p:nvPr/>
          </p:nvCxnSpPr>
          <p:spPr>
            <a:xfrm flipH="1" flipV="1">
              <a:off x="6842547" y="3672760"/>
              <a:ext cx="269272" cy="4640"/>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41" name="矩形 140"/>
            <p:cNvSpPr/>
            <p:nvPr/>
          </p:nvSpPr>
          <p:spPr>
            <a:xfrm>
              <a:off x="6925317" y="3116203"/>
              <a:ext cx="103732" cy="56272"/>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矩形 141"/>
            <p:cNvSpPr/>
            <p:nvPr/>
          </p:nvSpPr>
          <p:spPr>
            <a:xfrm>
              <a:off x="6928621" y="3367104"/>
              <a:ext cx="103732" cy="5627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3" name="直接箭头连接符 142"/>
            <p:cNvCxnSpPr/>
            <p:nvPr/>
          </p:nvCxnSpPr>
          <p:spPr>
            <a:xfrm flipV="1">
              <a:off x="6852685" y="3929257"/>
              <a:ext cx="265083" cy="3855"/>
            </a:xfrm>
            <a:prstGeom prst="straightConnector1">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29" name="组合 28"/>
            <p:cNvGrpSpPr/>
            <p:nvPr/>
          </p:nvGrpSpPr>
          <p:grpSpPr>
            <a:xfrm>
              <a:off x="6878651" y="4747201"/>
              <a:ext cx="324495" cy="340325"/>
              <a:chOff x="6923674" y="4396774"/>
              <a:chExt cx="324495" cy="340325"/>
            </a:xfrm>
          </p:grpSpPr>
          <p:cxnSp>
            <p:nvCxnSpPr>
              <p:cNvPr id="144" name="直接箭头连接符 143"/>
              <p:cNvCxnSpPr/>
              <p:nvPr/>
            </p:nvCxnSpPr>
            <p:spPr>
              <a:xfrm flipV="1">
                <a:off x="6923674" y="4396774"/>
                <a:ext cx="7979" cy="34032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1" name="直接箭头连接符 150"/>
              <p:cNvCxnSpPr/>
              <p:nvPr/>
            </p:nvCxnSpPr>
            <p:spPr>
              <a:xfrm flipV="1">
                <a:off x="6923674" y="4734278"/>
                <a:ext cx="324495" cy="282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55" name="直接连接符 154"/>
            <p:cNvCxnSpPr/>
            <p:nvPr/>
          </p:nvCxnSpPr>
          <p:spPr>
            <a:xfrm flipH="1">
              <a:off x="6817015" y="4646119"/>
              <a:ext cx="301752" cy="0"/>
            </a:xfrm>
            <a:prstGeom prst="line">
              <a:avLst/>
            </a:prstGeom>
            <a:ln w="38100">
              <a:solidFill>
                <a:srgbClr val="4D4D4D"/>
              </a:solidFill>
              <a:prstDash val="solid"/>
            </a:ln>
          </p:spPr>
          <p:style>
            <a:lnRef idx="2">
              <a:schemeClr val="accent1"/>
            </a:lnRef>
            <a:fillRef idx="0">
              <a:schemeClr val="accent1"/>
            </a:fillRef>
            <a:effectRef idx="1">
              <a:schemeClr val="accent1"/>
            </a:effectRef>
            <a:fontRef idx="minor">
              <a:schemeClr val="tx1"/>
            </a:fontRef>
          </p:style>
        </p:cxnSp>
      </p:grpSp>
      <p:cxnSp>
        <p:nvCxnSpPr>
          <p:cNvPr id="168" name="直接连接符 167"/>
          <p:cNvCxnSpPr/>
          <p:nvPr/>
        </p:nvCxnSpPr>
        <p:spPr>
          <a:xfrm>
            <a:off x="2496124" y="3971366"/>
            <a:ext cx="1169399" cy="5791"/>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69" name="直接连接符 168"/>
          <p:cNvCxnSpPr/>
          <p:nvPr/>
        </p:nvCxnSpPr>
        <p:spPr>
          <a:xfrm>
            <a:off x="2492881" y="4902210"/>
            <a:ext cx="1153903" cy="7141"/>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70" name="直接连接符 169"/>
          <p:cNvCxnSpPr/>
          <p:nvPr/>
        </p:nvCxnSpPr>
        <p:spPr>
          <a:xfrm flipH="1">
            <a:off x="2492881" y="3983136"/>
            <a:ext cx="3243" cy="910055"/>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71" name="直接连接符 170"/>
          <p:cNvCxnSpPr/>
          <p:nvPr/>
        </p:nvCxnSpPr>
        <p:spPr>
          <a:xfrm>
            <a:off x="3662788" y="3988054"/>
            <a:ext cx="0" cy="921297"/>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72" name="矩形 171"/>
          <p:cNvSpPr/>
          <p:nvPr/>
        </p:nvSpPr>
        <p:spPr>
          <a:xfrm>
            <a:off x="6177218" y="3381923"/>
            <a:ext cx="363008" cy="163838"/>
          </a:xfrm>
          <a:prstGeom prst="rect">
            <a:avLst/>
          </a:prstGeom>
          <a:noFill/>
          <a:ln w="28575">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solidFill>
                <a:schemeClr val="tx1"/>
              </a:solidFill>
            </a:endParaRPr>
          </a:p>
        </p:txBody>
      </p:sp>
      <p:cxnSp>
        <p:nvCxnSpPr>
          <p:cNvPr id="174" name="直接连接符 173"/>
          <p:cNvCxnSpPr/>
          <p:nvPr/>
        </p:nvCxnSpPr>
        <p:spPr>
          <a:xfrm>
            <a:off x="2502081" y="1360130"/>
            <a:ext cx="1125962" cy="4837"/>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75" name="直接连接符 174"/>
          <p:cNvCxnSpPr/>
          <p:nvPr/>
        </p:nvCxnSpPr>
        <p:spPr>
          <a:xfrm flipV="1">
            <a:off x="2489947" y="2885466"/>
            <a:ext cx="1138097" cy="1270"/>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76" name="直接连接符 175"/>
          <p:cNvCxnSpPr/>
          <p:nvPr/>
        </p:nvCxnSpPr>
        <p:spPr>
          <a:xfrm flipH="1">
            <a:off x="2487798" y="1364967"/>
            <a:ext cx="5928" cy="1520499"/>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77" name="直接连接符 176"/>
          <p:cNvCxnSpPr/>
          <p:nvPr/>
        </p:nvCxnSpPr>
        <p:spPr>
          <a:xfrm>
            <a:off x="3634213" y="1393769"/>
            <a:ext cx="0" cy="1484337"/>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flipV="1">
            <a:off x="1080199" y="1387736"/>
            <a:ext cx="1186751" cy="6016"/>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80" name="直接连接符 179"/>
          <p:cNvCxnSpPr/>
          <p:nvPr/>
        </p:nvCxnSpPr>
        <p:spPr>
          <a:xfrm>
            <a:off x="1056937" y="4929015"/>
            <a:ext cx="1210013" cy="19665"/>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81" name="直接连接符 180"/>
          <p:cNvCxnSpPr/>
          <p:nvPr/>
        </p:nvCxnSpPr>
        <p:spPr>
          <a:xfrm flipH="1">
            <a:off x="1056934" y="1403375"/>
            <a:ext cx="15588" cy="3505976"/>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82" name="直接连接符 181"/>
          <p:cNvCxnSpPr/>
          <p:nvPr/>
        </p:nvCxnSpPr>
        <p:spPr>
          <a:xfrm>
            <a:off x="2266950" y="1351144"/>
            <a:ext cx="0" cy="3597536"/>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12" name="直接连接符 211"/>
          <p:cNvCxnSpPr/>
          <p:nvPr/>
        </p:nvCxnSpPr>
        <p:spPr>
          <a:xfrm flipV="1">
            <a:off x="2483516" y="4442960"/>
            <a:ext cx="569150" cy="9917"/>
          </a:xfrm>
          <a:prstGeom prst="line">
            <a:avLst/>
          </a:prstGeom>
          <a:ln w="15875">
            <a:solidFill>
              <a:srgbClr val="FF0000"/>
            </a:solidFill>
            <a:prstDash val="sysDash"/>
            <a:headEnd type="stealth" w="med" len="med"/>
            <a:tailEnd type="stealth" w="med" len="med"/>
          </a:ln>
        </p:spPr>
        <p:style>
          <a:lnRef idx="1">
            <a:schemeClr val="accent1"/>
          </a:lnRef>
          <a:fillRef idx="0">
            <a:schemeClr val="accent1"/>
          </a:fillRef>
          <a:effectRef idx="0">
            <a:schemeClr val="accent1"/>
          </a:effectRef>
          <a:fontRef idx="minor">
            <a:schemeClr val="tx1"/>
          </a:fontRef>
        </p:style>
      </p:cxnSp>
      <p:cxnSp>
        <p:nvCxnSpPr>
          <p:cNvPr id="215" name="直接连接符 214"/>
          <p:cNvCxnSpPr/>
          <p:nvPr/>
        </p:nvCxnSpPr>
        <p:spPr>
          <a:xfrm>
            <a:off x="2486815" y="2059189"/>
            <a:ext cx="533773" cy="17213"/>
          </a:xfrm>
          <a:prstGeom prst="line">
            <a:avLst/>
          </a:prstGeom>
          <a:ln w="15875">
            <a:solidFill>
              <a:srgbClr val="FF0000"/>
            </a:solidFill>
            <a:prstDash val="sysDash"/>
            <a:headEnd type="stealth" w="med" len="med"/>
            <a:tailEnd type="stealth" w="med" len="med"/>
          </a:ln>
        </p:spPr>
        <p:style>
          <a:lnRef idx="1">
            <a:schemeClr val="accent1"/>
          </a:lnRef>
          <a:fillRef idx="0">
            <a:schemeClr val="accent1"/>
          </a:fillRef>
          <a:effectRef idx="0">
            <a:schemeClr val="accent1"/>
          </a:effectRef>
          <a:fontRef idx="minor">
            <a:schemeClr val="tx1"/>
          </a:fontRef>
        </p:style>
      </p:cxnSp>
      <p:cxnSp>
        <p:nvCxnSpPr>
          <p:cNvPr id="217" name="直接连接符 216"/>
          <p:cNvCxnSpPr/>
          <p:nvPr/>
        </p:nvCxnSpPr>
        <p:spPr>
          <a:xfrm flipH="1">
            <a:off x="3038422" y="1789066"/>
            <a:ext cx="8233" cy="1086232"/>
          </a:xfrm>
          <a:prstGeom prst="line">
            <a:avLst/>
          </a:prstGeom>
          <a:ln>
            <a:prstDash val="lgDash"/>
          </a:ln>
        </p:spPr>
        <p:style>
          <a:lnRef idx="2">
            <a:schemeClr val="accent1"/>
          </a:lnRef>
          <a:fillRef idx="0">
            <a:schemeClr val="accent1"/>
          </a:fillRef>
          <a:effectRef idx="1">
            <a:schemeClr val="accent1"/>
          </a:effectRef>
          <a:fontRef idx="minor">
            <a:schemeClr val="tx1"/>
          </a:fontRef>
        </p:style>
      </p:cxnSp>
      <p:cxnSp>
        <p:nvCxnSpPr>
          <p:cNvPr id="218" name="直接连接符 217"/>
          <p:cNvCxnSpPr/>
          <p:nvPr/>
        </p:nvCxnSpPr>
        <p:spPr>
          <a:xfrm>
            <a:off x="3042223" y="4010748"/>
            <a:ext cx="10300" cy="928099"/>
          </a:xfrm>
          <a:prstGeom prst="line">
            <a:avLst/>
          </a:prstGeom>
          <a:ln>
            <a:prstDash val="lgDash"/>
          </a:ln>
        </p:spPr>
        <p:style>
          <a:lnRef idx="2">
            <a:schemeClr val="accent1"/>
          </a:lnRef>
          <a:fillRef idx="0">
            <a:schemeClr val="accent1"/>
          </a:fillRef>
          <a:effectRef idx="1">
            <a:schemeClr val="accent1"/>
          </a:effectRef>
          <a:fontRef idx="minor">
            <a:schemeClr val="tx1"/>
          </a:fontRef>
        </p:style>
      </p:cxnSp>
      <p:cxnSp>
        <p:nvCxnSpPr>
          <p:cNvPr id="220" name="直接连接符 219"/>
          <p:cNvCxnSpPr/>
          <p:nvPr/>
        </p:nvCxnSpPr>
        <p:spPr>
          <a:xfrm>
            <a:off x="3038422" y="2072454"/>
            <a:ext cx="591519" cy="8453"/>
          </a:xfrm>
          <a:prstGeom prst="line">
            <a:avLst/>
          </a:prstGeom>
          <a:ln w="15875">
            <a:solidFill>
              <a:srgbClr val="FF0000"/>
            </a:solidFill>
            <a:prstDash val="sysDash"/>
            <a:headEnd type="stealth" w="med" len="med"/>
            <a:tailEnd type="stealth" w="med" len="med"/>
          </a:ln>
        </p:spPr>
        <p:style>
          <a:lnRef idx="1">
            <a:schemeClr val="accent1"/>
          </a:lnRef>
          <a:fillRef idx="0">
            <a:schemeClr val="accent1"/>
          </a:fillRef>
          <a:effectRef idx="0">
            <a:schemeClr val="accent1"/>
          </a:effectRef>
          <a:fontRef idx="minor">
            <a:schemeClr val="tx1"/>
          </a:fontRef>
        </p:style>
      </p:cxnSp>
      <p:cxnSp>
        <p:nvCxnSpPr>
          <p:cNvPr id="223" name="直接连接符 222"/>
          <p:cNvCxnSpPr/>
          <p:nvPr/>
        </p:nvCxnSpPr>
        <p:spPr>
          <a:xfrm>
            <a:off x="3044114" y="4441343"/>
            <a:ext cx="591519" cy="8453"/>
          </a:xfrm>
          <a:prstGeom prst="line">
            <a:avLst/>
          </a:prstGeom>
          <a:ln w="15875">
            <a:solidFill>
              <a:srgbClr val="FF0000"/>
            </a:solidFill>
            <a:prstDash val="sysDash"/>
            <a:headEnd type="stealth" w="med" len="med"/>
            <a:tailEnd type="stealth" w="med" len="med"/>
          </a:ln>
        </p:spPr>
        <p:style>
          <a:lnRef idx="1">
            <a:schemeClr val="accent1"/>
          </a:lnRef>
          <a:fillRef idx="0">
            <a:schemeClr val="accent1"/>
          </a:fillRef>
          <a:effectRef idx="0">
            <a:schemeClr val="accent1"/>
          </a:effectRef>
          <a:fontRef idx="minor">
            <a:schemeClr val="tx1"/>
          </a:fontRef>
        </p:style>
      </p:cxnSp>
      <p:sp>
        <p:nvSpPr>
          <p:cNvPr id="224" name="TextBox 448"/>
          <p:cNvSpPr txBox="1"/>
          <p:nvPr/>
        </p:nvSpPr>
        <p:spPr>
          <a:xfrm>
            <a:off x="3226112" y="1745519"/>
            <a:ext cx="374447" cy="304287"/>
          </a:xfrm>
          <a:prstGeom prst="rect">
            <a:avLst/>
          </a:prstGeom>
          <a:no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1200" dirty="0" smtClean="0">
                <a:latin typeface="宋体" panose="02010600030101010101" pitchFamily="2" charset="-122"/>
                <a:ea typeface="宋体" panose="02010600030101010101" pitchFamily="2" charset="-122"/>
              </a:rPr>
              <a:t>2m</a:t>
            </a:r>
            <a:endParaRPr lang="zh-CN" altLang="en-US" sz="1200" dirty="0">
              <a:latin typeface="宋体" panose="02010600030101010101" pitchFamily="2" charset="-122"/>
              <a:ea typeface="宋体" panose="02010600030101010101" pitchFamily="2" charset="-122"/>
            </a:endParaRPr>
          </a:p>
        </p:txBody>
      </p:sp>
      <p:sp>
        <p:nvSpPr>
          <p:cNvPr id="225" name="TextBox 448"/>
          <p:cNvSpPr txBox="1"/>
          <p:nvPr/>
        </p:nvSpPr>
        <p:spPr>
          <a:xfrm>
            <a:off x="2603278" y="1740801"/>
            <a:ext cx="374447" cy="304287"/>
          </a:xfrm>
          <a:prstGeom prst="rect">
            <a:avLst/>
          </a:prstGeom>
          <a:no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1200" dirty="0" smtClean="0">
                <a:latin typeface="宋体" panose="02010600030101010101" pitchFamily="2" charset="-122"/>
                <a:ea typeface="宋体" panose="02010600030101010101" pitchFamily="2" charset="-122"/>
              </a:rPr>
              <a:t>2m</a:t>
            </a:r>
            <a:endParaRPr lang="zh-CN" altLang="en-US" sz="1200" dirty="0">
              <a:latin typeface="宋体" panose="02010600030101010101" pitchFamily="2" charset="-122"/>
              <a:ea typeface="宋体" panose="02010600030101010101" pitchFamily="2" charset="-122"/>
            </a:endParaRPr>
          </a:p>
        </p:txBody>
      </p:sp>
      <p:sp>
        <p:nvSpPr>
          <p:cNvPr id="226" name="TextBox 448"/>
          <p:cNvSpPr txBox="1"/>
          <p:nvPr/>
        </p:nvSpPr>
        <p:spPr>
          <a:xfrm>
            <a:off x="2616837" y="4520890"/>
            <a:ext cx="374447" cy="304287"/>
          </a:xfrm>
          <a:prstGeom prst="rect">
            <a:avLst/>
          </a:prstGeom>
          <a:no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1200" dirty="0" smtClean="0">
                <a:latin typeface="宋体" panose="02010600030101010101" pitchFamily="2" charset="-122"/>
                <a:ea typeface="宋体" panose="02010600030101010101" pitchFamily="2" charset="-122"/>
              </a:rPr>
              <a:t>2m</a:t>
            </a:r>
            <a:endParaRPr lang="zh-CN" altLang="en-US" sz="1200" dirty="0">
              <a:latin typeface="宋体" panose="02010600030101010101" pitchFamily="2" charset="-122"/>
              <a:ea typeface="宋体" panose="02010600030101010101" pitchFamily="2" charset="-122"/>
            </a:endParaRPr>
          </a:p>
        </p:txBody>
      </p:sp>
      <p:sp>
        <p:nvSpPr>
          <p:cNvPr id="227" name="TextBox 448"/>
          <p:cNvSpPr txBox="1"/>
          <p:nvPr/>
        </p:nvSpPr>
        <p:spPr>
          <a:xfrm>
            <a:off x="3234268" y="4496753"/>
            <a:ext cx="374447" cy="304287"/>
          </a:xfrm>
          <a:prstGeom prst="rect">
            <a:avLst/>
          </a:prstGeom>
          <a:no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1200" dirty="0" smtClean="0">
                <a:latin typeface="宋体" panose="02010600030101010101" pitchFamily="2" charset="-122"/>
                <a:ea typeface="宋体" panose="02010600030101010101" pitchFamily="2" charset="-122"/>
              </a:rPr>
              <a:t>2m</a:t>
            </a:r>
            <a:endParaRPr lang="zh-CN" altLang="en-US" sz="1200" dirty="0">
              <a:latin typeface="宋体" panose="02010600030101010101" pitchFamily="2" charset="-122"/>
              <a:ea typeface="宋体" panose="02010600030101010101" pitchFamily="2" charset="-122"/>
            </a:endParaRPr>
          </a:p>
        </p:txBody>
      </p:sp>
      <p:cxnSp>
        <p:nvCxnSpPr>
          <p:cNvPr id="228" name="直接连接符 227"/>
          <p:cNvCxnSpPr/>
          <p:nvPr/>
        </p:nvCxnSpPr>
        <p:spPr>
          <a:xfrm>
            <a:off x="2268637" y="3208541"/>
            <a:ext cx="750069" cy="8453"/>
          </a:xfrm>
          <a:prstGeom prst="line">
            <a:avLst/>
          </a:prstGeom>
          <a:ln w="15875">
            <a:solidFill>
              <a:srgbClr val="FF0000"/>
            </a:solidFill>
            <a:prstDash val="sysDash"/>
            <a:headEnd type="stealth" w="med" len="med"/>
            <a:tailEnd type="stealth" w="med" len="med"/>
          </a:ln>
        </p:spPr>
        <p:style>
          <a:lnRef idx="1">
            <a:schemeClr val="accent1"/>
          </a:lnRef>
          <a:fillRef idx="0">
            <a:schemeClr val="accent1"/>
          </a:fillRef>
          <a:effectRef idx="0">
            <a:schemeClr val="accent1"/>
          </a:effectRef>
          <a:fontRef idx="minor">
            <a:schemeClr val="tx1"/>
          </a:fontRef>
        </p:style>
      </p:cxnSp>
      <p:sp>
        <p:nvSpPr>
          <p:cNvPr id="230" name="TextBox 448"/>
          <p:cNvSpPr txBox="1"/>
          <p:nvPr/>
        </p:nvSpPr>
        <p:spPr>
          <a:xfrm>
            <a:off x="2444458" y="3283601"/>
            <a:ext cx="374447" cy="304287"/>
          </a:xfrm>
          <a:prstGeom prst="rect">
            <a:avLst/>
          </a:prstGeom>
          <a:no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1200" dirty="0">
                <a:latin typeface="宋体" panose="02010600030101010101" pitchFamily="2" charset="-122"/>
                <a:ea typeface="宋体" panose="02010600030101010101" pitchFamily="2" charset="-122"/>
              </a:rPr>
              <a:t>3</a:t>
            </a:r>
            <a:r>
              <a:rPr lang="en-US" altLang="zh-CN" sz="1200" dirty="0" smtClean="0">
                <a:latin typeface="宋体" panose="02010600030101010101" pitchFamily="2" charset="-122"/>
                <a:ea typeface="宋体" panose="02010600030101010101" pitchFamily="2" charset="-122"/>
              </a:rPr>
              <a:t>m</a:t>
            </a:r>
            <a:endParaRPr lang="zh-CN" altLang="en-US" sz="1200" dirty="0">
              <a:latin typeface="宋体" panose="02010600030101010101" pitchFamily="2" charset="-122"/>
              <a:ea typeface="宋体" panose="02010600030101010101" pitchFamily="2" charset="-122"/>
            </a:endParaRPr>
          </a:p>
        </p:txBody>
      </p:sp>
      <p:cxnSp>
        <p:nvCxnSpPr>
          <p:cNvPr id="231" name="直接连接符 230"/>
          <p:cNvCxnSpPr/>
          <p:nvPr/>
        </p:nvCxnSpPr>
        <p:spPr>
          <a:xfrm flipH="1">
            <a:off x="6061309" y="3732828"/>
            <a:ext cx="471447" cy="0"/>
          </a:xfrm>
          <a:prstGeom prst="line">
            <a:avLst/>
          </a:prstGeom>
          <a:ln>
            <a:prstDash val="lgDash"/>
          </a:ln>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28346999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79202" y="233084"/>
            <a:ext cx="677732" cy="4034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1323" tIns="35662" rIns="71323" bIns="35662" rtlCol="0" anchor="ctr"/>
          <a:lstStyle/>
          <a:p>
            <a:pPr algn="ctr"/>
            <a:r>
              <a:rPr lang="en-US" altLang="zh-CN" sz="2200" b="1" dirty="0" smtClean="0">
                <a:solidFill>
                  <a:schemeClr val="tx1"/>
                </a:solidFill>
                <a:latin typeface="微软雅黑" panose="020B0503020204020204" pitchFamily="34" charset="-122"/>
                <a:ea typeface="微软雅黑" panose="020B0503020204020204" pitchFamily="34" charset="-122"/>
              </a:rPr>
              <a:t>03</a:t>
            </a:r>
            <a:endParaRPr lang="zh-CN" altLang="en-US" sz="2200" b="1" dirty="0">
              <a:solidFill>
                <a:schemeClr val="tx1"/>
              </a:solidFill>
              <a:latin typeface="微软雅黑" panose="020B0503020204020204" pitchFamily="34" charset="-122"/>
              <a:ea typeface="微软雅黑" panose="020B0503020204020204" pitchFamily="34" charset="-122"/>
            </a:endParaRPr>
          </a:p>
        </p:txBody>
      </p:sp>
      <p:sp>
        <p:nvSpPr>
          <p:cNvPr id="31" name="标题 1"/>
          <p:cNvSpPr txBox="1"/>
          <p:nvPr/>
        </p:nvSpPr>
        <p:spPr bwMode="auto">
          <a:xfrm>
            <a:off x="1056937" y="210144"/>
            <a:ext cx="3416007" cy="476250"/>
          </a:xfrm>
          <a:prstGeom prst="rect">
            <a:avLst/>
          </a:prstGeom>
          <a:noFill/>
          <a:ln w="9525">
            <a:noFill/>
            <a:miter lim="800000"/>
          </a:ln>
        </p:spPr>
        <p:txBody>
          <a:bodyPr lIns="91429" tIns="45714" rIns="91429" bIns="45714" anchor="ctr"/>
          <a:lstStyle/>
          <a:p>
            <a:r>
              <a:rPr lang="zh-CN" altLang="en-US" sz="2400" b="1" dirty="0" smtClean="0">
                <a:solidFill>
                  <a:srgbClr val="7F7F7F"/>
                </a:solidFill>
                <a:latin typeface="+mn-ea"/>
                <a:ea typeface="+mn-ea"/>
                <a:cs typeface="Arial Unicode MS" panose="020B0604020202020204" pitchFamily="34" charset="-122"/>
              </a:rPr>
              <a:t>地图边界构建原理介绍</a:t>
            </a:r>
            <a:endParaRPr lang="zh-CN" altLang="en-US" sz="2400" b="1" dirty="0">
              <a:solidFill>
                <a:srgbClr val="7F7F7F"/>
              </a:solidFill>
              <a:latin typeface="+mn-ea"/>
              <a:ea typeface="+mn-ea"/>
              <a:cs typeface="Arial Unicode MS" panose="020B0604020202020204" pitchFamily="34" charset="-122"/>
            </a:endParaRPr>
          </a:p>
        </p:txBody>
      </p:sp>
      <p:sp>
        <p:nvSpPr>
          <p:cNvPr id="13" name="TextBox 12"/>
          <p:cNvSpPr txBox="1"/>
          <p:nvPr/>
        </p:nvSpPr>
        <p:spPr>
          <a:xfrm>
            <a:off x="8618220" y="5345966"/>
            <a:ext cx="454732" cy="338554"/>
          </a:xfrm>
          <a:prstGeom prst="rect">
            <a:avLst/>
          </a:prstGeom>
          <a:solidFill>
            <a:schemeClr val="bg1"/>
          </a:solidFill>
          <a:ln>
            <a:solidFill>
              <a:schemeClr val="bg1"/>
            </a:solidFill>
          </a:ln>
        </p:spPr>
        <p:txBody>
          <a:bodyPr wrap="square" rtlCol="0">
            <a:spAutoFit/>
          </a:bodyPr>
          <a:lstStyle/>
          <a:p>
            <a:r>
              <a:rPr lang="en-US" altLang="zh-CN" sz="1600" dirty="0" smtClean="0">
                <a:latin typeface="+mn-ea"/>
                <a:ea typeface="+mn-ea"/>
              </a:rPr>
              <a:t>  </a:t>
            </a:r>
            <a:endParaRPr lang="zh-CN" altLang="en-US" sz="1600" dirty="0">
              <a:latin typeface="+mn-ea"/>
              <a:ea typeface="+mn-ea"/>
            </a:endParaRPr>
          </a:p>
        </p:txBody>
      </p:sp>
      <p:sp>
        <p:nvSpPr>
          <p:cNvPr id="5"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TextBox 15"/>
          <p:cNvSpPr txBox="1"/>
          <p:nvPr/>
        </p:nvSpPr>
        <p:spPr>
          <a:xfrm>
            <a:off x="449847" y="1360130"/>
            <a:ext cx="5419782" cy="3000821"/>
          </a:xfrm>
          <a:prstGeom prst="rect">
            <a:avLst/>
          </a:prstGeom>
          <a:noFill/>
        </p:spPr>
        <p:txBody>
          <a:bodyPr wrap="square" rtlCol="0">
            <a:spAutoFit/>
          </a:bodyPr>
          <a:lstStyle/>
          <a:p>
            <a:pPr>
              <a:lnSpc>
                <a:spcPct val="150000"/>
              </a:lnSpc>
            </a:pPr>
            <a:r>
              <a:rPr lang="en-US" altLang="zh-CN" sz="1050" dirty="0" err="1">
                <a:solidFill>
                  <a:srgbClr val="FF0000"/>
                </a:solidFill>
                <a:latin typeface="+mn-lt"/>
              </a:rPr>
              <a:t>FSD,OD,USSlotBordLane</a:t>
            </a:r>
            <a:r>
              <a:rPr lang="en-US" altLang="zh-CN" sz="1050" dirty="0">
                <a:solidFill>
                  <a:srgbClr val="FF0000"/>
                </a:solidFill>
                <a:latin typeface="+mn-lt"/>
              </a:rPr>
              <a:t> </a:t>
            </a:r>
            <a:r>
              <a:rPr lang="zh-CN" altLang="en-US" sz="1050" dirty="0">
                <a:solidFill>
                  <a:srgbClr val="FF0000"/>
                </a:solidFill>
                <a:latin typeface="+mn-lt"/>
              </a:rPr>
              <a:t>地图融合详细设计：</a:t>
            </a:r>
            <a:r>
              <a:rPr lang="en-US" altLang="zh-CN" sz="1050" dirty="0">
                <a:solidFill>
                  <a:srgbClr val="FF0000"/>
                </a:solidFill>
                <a:latin typeface="+mn-lt"/>
              </a:rPr>
              <a:t/>
            </a:r>
            <a:br>
              <a:rPr lang="en-US" altLang="zh-CN" sz="1050" dirty="0">
                <a:solidFill>
                  <a:srgbClr val="FF0000"/>
                </a:solidFill>
                <a:latin typeface="+mn-lt"/>
              </a:rPr>
            </a:br>
            <a:r>
              <a:rPr lang="zh-CN" altLang="en-US" sz="1050" dirty="0">
                <a:latin typeface="+mn-lt"/>
              </a:rPr>
              <a:t>对折线</a:t>
            </a:r>
            <a:r>
              <a:rPr lang="en-US" altLang="zh-CN" sz="1050" dirty="0">
                <a:latin typeface="+mn-lt"/>
              </a:rPr>
              <a:t>R,B</a:t>
            </a:r>
            <a:r>
              <a:rPr lang="zh-CN" altLang="en-US" sz="1050" dirty="0">
                <a:latin typeface="+mn-lt"/>
              </a:rPr>
              <a:t>变换坐标，以</a:t>
            </a:r>
            <a:r>
              <a:rPr lang="en-US" altLang="zh-CN" sz="1050" dirty="0">
                <a:latin typeface="+mn-lt"/>
              </a:rPr>
              <a:t>B</a:t>
            </a:r>
            <a:r>
              <a:rPr lang="zh-CN" altLang="en-US" sz="1050" dirty="0">
                <a:latin typeface="+mn-lt"/>
              </a:rPr>
              <a:t>为融合基础和折线</a:t>
            </a:r>
            <a:r>
              <a:rPr lang="en-US" altLang="zh-CN" sz="1050" dirty="0">
                <a:latin typeface="+mn-lt"/>
              </a:rPr>
              <a:t>R</a:t>
            </a:r>
            <a:r>
              <a:rPr lang="zh-CN" altLang="en-US" sz="1050" dirty="0">
                <a:latin typeface="+mn-lt"/>
              </a:rPr>
              <a:t>融合</a:t>
            </a:r>
            <a:r>
              <a:rPr lang="zh-CN" altLang="en-US" sz="1050" dirty="0" smtClean="0">
                <a:latin typeface="+mn-lt"/>
              </a:rPr>
              <a:t>，</a:t>
            </a:r>
            <a:endParaRPr lang="en-US" altLang="zh-CN" sz="1050" dirty="0" smtClean="0">
              <a:latin typeface="+mn-lt"/>
            </a:endParaRPr>
          </a:p>
          <a:p>
            <a:pPr>
              <a:lnSpc>
                <a:spcPct val="150000"/>
              </a:lnSpc>
            </a:pPr>
            <a:endParaRPr lang="en-US" altLang="zh-CN" sz="1050" dirty="0">
              <a:latin typeface="+mn-lt"/>
            </a:endParaRPr>
          </a:p>
          <a:p>
            <a:pPr>
              <a:lnSpc>
                <a:spcPct val="150000"/>
              </a:lnSpc>
            </a:pPr>
            <a:r>
              <a:rPr lang="en-US" altLang="zh-CN" sz="1050" dirty="0">
                <a:latin typeface="+mn-lt"/>
              </a:rPr>
              <a:t>1.</a:t>
            </a:r>
            <a:r>
              <a:rPr lang="zh-CN" altLang="en-US" sz="1050" dirty="0">
                <a:latin typeface="+mn-lt"/>
              </a:rPr>
              <a:t>计算</a:t>
            </a:r>
            <a:r>
              <a:rPr lang="en-US" altLang="zh-CN" sz="1050" dirty="0">
                <a:latin typeface="+mn-lt"/>
              </a:rPr>
              <a:t>R</a:t>
            </a:r>
            <a:r>
              <a:rPr lang="zh-CN" altLang="en-US" sz="1050" dirty="0">
                <a:latin typeface="+mn-lt"/>
              </a:rPr>
              <a:t>上每个端点在</a:t>
            </a:r>
            <a:r>
              <a:rPr lang="en-US" altLang="zh-CN" sz="1050" dirty="0">
                <a:latin typeface="+mn-lt"/>
              </a:rPr>
              <a:t>B</a:t>
            </a:r>
            <a:r>
              <a:rPr lang="zh-CN" altLang="en-US" sz="1050" dirty="0">
                <a:latin typeface="+mn-lt"/>
              </a:rPr>
              <a:t>上的投影区间</a:t>
            </a:r>
            <a:r>
              <a:rPr lang="en-US" altLang="zh-CN" sz="1050" dirty="0">
                <a:latin typeface="+mn-lt"/>
              </a:rPr>
              <a:t>Q{1</a:t>
            </a:r>
            <a:r>
              <a:rPr lang="zh-CN" altLang="en-US" sz="1050" dirty="0">
                <a:latin typeface="+mn-lt"/>
              </a:rPr>
              <a:t>，</a:t>
            </a:r>
            <a:r>
              <a:rPr lang="en-US" altLang="zh-CN" sz="1050" dirty="0">
                <a:latin typeface="+mn-lt"/>
              </a:rPr>
              <a:t>2</a:t>
            </a:r>
            <a:r>
              <a:rPr lang="zh-CN" altLang="en-US" sz="1050" dirty="0">
                <a:latin typeface="+mn-lt"/>
              </a:rPr>
              <a:t>，</a:t>
            </a:r>
            <a:r>
              <a:rPr lang="en-US" altLang="zh-CN" sz="1050" dirty="0">
                <a:latin typeface="+mn-lt"/>
              </a:rPr>
              <a:t>3</a:t>
            </a:r>
            <a:r>
              <a:rPr lang="zh-CN" altLang="en-US" sz="1050" dirty="0">
                <a:latin typeface="+mn-lt"/>
              </a:rPr>
              <a:t>，</a:t>
            </a:r>
            <a:r>
              <a:rPr lang="en-US" altLang="zh-CN" sz="1050" dirty="0">
                <a:latin typeface="+mn-lt"/>
              </a:rPr>
              <a:t>4</a:t>
            </a:r>
            <a:r>
              <a:rPr lang="zh-CN" altLang="en-US" sz="1050" dirty="0">
                <a:latin typeface="+mn-lt"/>
              </a:rPr>
              <a:t>，</a:t>
            </a:r>
            <a:r>
              <a:rPr lang="en-US" altLang="zh-CN" sz="1050" dirty="0">
                <a:latin typeface="+mn-lt"/>
              </a:rPr>
              <a:t>5</a:t>
            </a:r>
            <a:r>
              <a:rPr lang="zh-CN" altLang="en-US" sz="1050" dirty="0">
                <a:latin typeface="+mn-lt"/>
              </a:rPr>
              <a:t>，</a:t>
            </a:r>
            <a:r>
              <a:rPr lang="en-US" altLang="zh-CN" sz="1050" dirty="0">
                <a:latin typeface="+mn-lt"/>
              </a:rPr>
              <a:t>6};</a:t>
            </a:r>
          </a:p>
          <a:p>
            <a:pPr>
              <a:lnSpc>
                <a:spcPct val="150000"/>
              </a:lnSpc>
            </a:pPr>
            <a:r>
              <a:rPr lang="en-US" altLang="zh-CN" sz="1050" dirty="0">
                <a:latin typeface="+mn-lt"/>
              </a:rPr>
              <a:t>2.</a:t>
            </a:r>
            <a:r>
              <a:rPr lang="zh-CN" altLang="en-US" sz="1050" dirty="0">
                <a:latin typeface="+mn-lt"/>
              </a:rPr>
              <a:t>依次取</a:t>
            </a:r>
            <a:r>
              <a:rPr lang="en-US" altLang="zh-CN" sz="1050" dirty="0">
                <a:latin typeface="+mn-lt"/>
              </a:rPr>
              <a:t>R</a:t>
            </a:r>
            <a:r>
              <a:rPr lang="zh-CN" altLang="en-US" sz="1050" dirty="0">
                <a:latin typeface="+mn-lt"/>
              </a:rPr>
              <a:t>的每条线段，以</a:t>
            </a:r>
            <a:r>
              <a:rPr lang="en-US" altLang="zh-CN" sz="1050" dirty="0">
                <a:latin typeface="+mn-lt"/>
              </a:rPr>
              <a:t>Lr01</a:t>
            </a:r>
            <a:r>
              <a:rPr lang="zh-CN" altLang="en-US" sz="1050" dirty="0">
                <a:latin typeface="+mn-lt"/>
              </a:rPr>
              <a:t>为例，根据端点的投射区域得到该线段需要与</a:t>
            </a:r>
            <a:r>
              <a:rPr lang="en-US" altLang="zh-CN" sz="1050" dirty="0">
                <a:latin typeface="+mn-lt"/>
              </a:rPr>
              <a:t>B</a:t>
            </a:r>
            <a:r>
              <a:rPr lang="zh-CN" altLang="en-US" sz="1050" dirty="0">
                <a:latin typeface="+mn-lt"/>
              </a:rPr>
              <a:t>融合的范围为 </a:t>
            </a:r>
            <a:r>
              <a:rPr lang="en-US" altLang="zh-CN" sz="1050" dirty="0">
                <a:latin typeface="+mn-lt"/>
              </a:rPr>
              <a:t>Z{0,2}, </a:t>
            </a:r>
          </a:p>
          <a:p>
            <a:pPr>
              <a:lnSpc>
                <a:spcPct val="150000"/>
              </a:lnSpc>
            </a:pPr>
            <a:r>
              <a:rPr lang="zh-CN" altLang="en-US" sz="1050" dirty="0">
                <a:latin typeface="+mn-lt"/>
              </a:rPr>
              <a:t>如果当前为</a:t>
            </a:r>
            <a:r>
              <a:rPr lang="en-US" altLang="zh-CN" sz="1050" dirty="0">
                <a:latin typeface="+mn-lt"/>
              </a:rPr>
              <a:t>R</a:t>
            </a:r>
            <a:r>
              <a:rPr lang="zh-CN" altLang="en-US" sz="1050" dirty="0">
                <a:latin typeface="+mn-lt"/>
              </a:rPr>
              <a:t>的第一段，且融合范围不是从</a:t>
            </a:r>
            <a:r>
              <a:rPr lang="en-US" altLang="zh-CN" sz="1050" dirty="0">
                <a:latin typeface="+mn-lt"/>
              </a:rPr>
              <a:t>0</a:t>
            </a:r>
            <a:r>
              <a:rPr lang="zh-CN" altLang="en-US" sz="1050" dirty="0">
                <a:latin typeface="+mn-lt"/>
              </a:rPr>
              <a:t>开始，则需要把起始融合之前的点存入输出数组中，并计算起始点到</a:t>
            </a:r>
            <a:r>
              <a:rPr lang="en-US" altLang="zh-CN" sz="1050" dirty="0">
                <a:latin typeface="+mn-lt"/>
              </a:rPr>
              <a:t>B</a:t>
            </a:r>
            <a:r>
              <a:rPr lang="zh-CN" altLang="en-US" sz="1050" dirty="0">
                <a:latin typeface="+mn-lt"/>
              </a:rPr>
              <a:t>的映射点</a:t>
            </a:r>
            <a:r>
              <a:rPr lang="en-US" altLang="zh-CN" sz="1050" dirty="0">
                <a:latin typeface="+mn-lt"/>
              </a:rPr>
              <a:t>,</a:t>
            </a:r>
            <a:r>
              <a:rPr lang="zh-CN" altLang="en-US" sz="1050" dirty="0">
                <a:latin typeface="+mn-lt"/>
              </a:rPr>
              <a:t>如果起始点在</a:t>
            </a:r>
            <a:r>
              <a:rPr lang="en-US" altLang="zh-CN" sz="1050" dirty="0">
                <a:latin typeface="+mn-lt"/>
              </a:rPr>
              <a:t>B</a:t>
            </a:r>
            <a:r>
              <a:rPr lang="zh-CN" altLang="en-US" sz="1050" dirty="0">
                <a:latin typeface="+mn-lt"/>
              </a:rPr>
              <a:t>内侧，则将映射点存入输出数组；否则舍弃映射点；</a:t>
            </a:r>
            <a:endParaRPr lang="en-US" altLang="zh-CN" sz="1050" dirty="0">
              <a:latin typeface="+mn-lt"/>
            </a:endParaRPr>
          </a:p>
          <a:p>
            <a:pPr>
              <a:lnSpc>
                <a:spcPct val="150000"/>
              </a:lnSpc>
            </a:pPr>
            <a:r>
              <a:rPr lang="zh-CN" altLang="en-US" sz="1050" dirty="0">
                <a:latin typeface="+mn-lt"/>
              </a:rPr>
              <a:t>如果没有融合范围，则将起始点存入输出数组，取下一段；</a:t>
            </a:r>
            <a:endParaRPr lang="en-US" altLang="zh-CN" sz="1050" dirty="0">
              <a:latin typeface="+mn-lt"/>
            </a:endParaRPr>
          </a:p>
          <a:p>
            <a:pPr>
              <a:lnSpc>
                <a:spcPct val="150000"/>
              </a:lnSpc>
            </a:pPr>
            <a:r>
              <a:rPr lang="zh-CN" altLang="en-US" sz="1050" dirty="0">
                <a:latin typeface="+mn-lt"/>
              </a:rPr>
              <a:t>若当前为</a:t>
            </a:r>
            <a:r>
              <a:rPr lang="en-US" altLang="zh-CN" sz="1050" dirty="0">
                <a:latin typeface="+mn-lt"/>
              </a:rPr>
              <a:t>R</a:t>
            </a:r>
            <a:r>
              <a:rPr lang="zh-CN" altLang="en-US" sz="1050" dirty="0">
                <a:latin typeface="+mn-lt"/>
              </a:rPr>
              <a:t>上最后一段，则跳至步骤</a:t>
            </a:r>
            <a:r>
              <a:rPr lang="en-US" altLang="zh-CN" sz="1050" dirty="0">
                <a:latin typeface="+mn-lt"/>
              </a:rPr>
              <a:t>5</a:t>
            </a:r>
            <a:r>
              <a:rPr lang="zh-CN" altLang="en-US" sz="1050" dirty="0">
                <a:latin typeface="+mn-lt"/>
              </a:rPr>
              <a:t>；</a:t>
            </a:r>
            <a:endParaRPr lang="en-US" altLang="zh-CN" sz="1050" dirty="0">
              <a:latin typeface="+mn-lt"/>
            </a:endParaRPr>
          </a:p>
          <a:p>
            <a:pPr>
              <a:lnSpc>
                <a:spcPct val="150000"/>
              </a:lnSpc>
            </a:pPr>
            <a:r>
              <a:rPr lang="en-US" altLang="zh-CN" sz="1050" dirty="0">
                <a:latin typeface="+mn-lt"/>
              </a:rPr>
              <a:t>3.</a:t>
            </a:r>
            <a:r>
              <a:rPr lang="zh-CN" altLang="en-US" sz="1050" dirty="0">
                <a:latin typeface="+mn-lt"/>
              </a:rPr>
              <a:t>计算</a:t>
            </a:r>
            <a:r>
              <a:rPr lang="en-US" altLang="zh-CN" sz="1050" dirty="0">
                <a:latin typeface="+mn-lt"/>
              </a:rPr>
              <a:t>Lr01</a:t>
            </a:r>
            <a:r>
              <a:rPr lang="zh-CN" altLang="en-US" sz="1050" dirty="0">
                <a:latin typeface="+mn-lt"/>
              </a:rPr>
              <a:t>与融合范围内的线段</a:t>
            </a:r>
            <a:r>
              <a:rPr lang="en-US" altLang="zh-CN" sz="1050" dirty="0">
                <a:latin typeface="+mn-lt"/>
              </a:rPr>
              <a:t>Lb01</a:t>
            </a:r>
            <a:r>
              <a:rPr lang="zh-CN" altLang="en-US" sz="1050" dirty="0">
                <a:latin typeface="+mn-lt"/>
              </a:rPr>
              <a:t>，</a:t>
            </a:r>
            <a:r>
              <a:rPr lang="en-US" altLang="zh-CN" sz="1050" dirty="0">
                <a:latin typeface="+mn-lt"/>
              </a:rPr>
              <a:t>Lb02</a:t>
            </a:r>
            <a:r>
              <a:rPr lang="zh-CN" altLang="en-US" sz="1050" dirty="0">
                <a:latin typeface="+mn-lt"/>
              </a:rPr>
              <a:t>的交点</a:t>
            </a:r>
            <a:r>
              <a:rPr lang="en-US" altLang="zh-CN" sz="1050" dirty="0">
                <a:latin typeface="+mn-lt"/>
              </a:rPr>
              <a:t>Pc[0]</a:t>
            </a:r>
            <a:r>
              <a:rPr lang="zh-CN" altLang="en-US" sz="1050" dirty="0">
                <a:latin typeface="+mn-lt"/>
              </a:rPr>
              <a:t>，</a:t>
            </a:r>
            <a:r>
              <a:rPr lang="en-US" altLang="zh-CN" sz="1050" dirty="0">
                <a:latin typeface="+mn-lt"/>
              </a:rPr>
              <a:t>Pc[1</a:t>
            </a:r>
            <a:r>
              <a:rPr lang="en-US" altLang="zh-CN" sz="1050" dirty="0" smtClean="0">
                <a:latin typeface="+mn-lt"/>
              </a:rPr>
              <a:t>];</a:t>
            </a:r>
            <a:endParaRPr lang="en-US" altLang="zh-CN" sz="1050" dirty="0">
              <a:latin typeface="+mn-lt"/>
            </a:endParaRPr>
          </a:p>
        </p:txBody>
      </p:sp>
      <p:pic>
        <p:nvPicPr>
          <p:cNvPr id="3" name="图片 2"/>
          <p:cNvPicPr>
            <a:picLocks noChangeAspect="1"/>
          </p:cNvPicPr>
          <p:nvPr/>
        </p:nvPicPr>
        <p:blipFill>
          <a:blip r:embed="rId4"/>
          <a:stretch>
            <a:fillRect/>
          </a:stretch>
        </p:blipFill>
        <p:spPr>
          <a:xfrm>
            <a:off x="6319475" y="817563"/>
            <a:ext cx="1398767" cy="3424568"/>
          </a:xfrm>
          <a:prstGeom prst="rect">
            <a:avLst/>
          </a:prstGeom>
        </p:spPr>
      </p:pic>
      <p:sp>
        <p:nvSpPr>
          <p:cNvPr id="8" name="TextBox 20"/>
          <p:cNvSpPr txBox="1"/>
          <p:nvPr/>
        </p:nvSpPr>
        <p:spPr>
          <a:xfrm>
            <a:off x="0" y="815513"/>
            <a:ext cx="8393635" cy="415498"/>
          </a:xfrm>
          <a:prstGeom prst="rect">
            <a:avLst/>
          </a:prstGeom>
          <a:noFill/>
        </p:spPr>
        <p:txBody>
          <a:bodyPr wrap="square" rtlCol="0">
            <a:spAutoFit/>
          </a:bodyPr>
          <a:lstStyle/>
          <a:p>
            <a:pPr marL="742950" lvl="2" indent="-285750">
              <a:lnSpc>
                <a:spcPct val="150000"/>
              </a:lnSpc>
              <a:buFont typeface="Wingdings" panose="05000000000000000000" pitchFamily="2" charset="2"/>
              <a:buChar char="p"/>
            </a:pPr>
            <a:r>
              <a:rPr lang="zh-CN" altLang="en-US" sz="1600" dirty="0" smtClean="0">
                <a:latin typeface="+mn-ea"/>
              </a:rPr>
              <a:t>地图融合详细设计</a:t>
            </a:r>
            <a:endParaRPr lang="en-US" altLang="zh-CN" sz="1600" dirty="0" smtClean="0">
              <a:latin typeface="+mn-ea"/>
            </a:endParaRPr>
          </a:p>
        </p:txBody>
      </p:sp>
    </p:spTree>
    <p:custDataLst>
      <p:tags r:id="rId1"/>
    </p:custDataLst>
    <p:extLst>
      <p:ext uri="{BB962C8B-B14F-4D97-AF65-F5344CB8AC3E}">
        <p14:creationId xmlns:p14="http://schemas.microsoft.com/office/powerpoint/2010/main" val="21023515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79202" y="233084"/>
            <a:ext cx="677732" cy="4034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1323" tIns="35662" rIns="71323" bIns="35662" rtlCol="0" anchor="ctr"/>
          <a:lstStyle/>
          <a:p>
            <a:pPr algn="ctr"/>
            <a:r>
              <a:rPr lang="en-US" altLang="zh-CN" sz="2200" b="1" dirty="0" smtClean="0">
                <a:solidFill>
                  <a:schemeClr val="tx1"/>
                </a:solidFill>
                <a:latin typeface="微软雅黑" panose="020B0503020204020204" pitchFamily="34" charset="-122"/>
                <a:ea typeface="微软雅黑" panose="020B0503020204020204" pitchFamily="34" charset="-122"/>
              </a:rPr>
              <a:t>03</a:t>
            </a:r>
            <a:endParaRPr lang="zh-CN" altLang="en-US" sz="2200" b="1" dirty="0">
              <a:solidFill>
                <a:schemeClr val="tx1"/>
              </a:solidFill>
              <a:latin typeface="微软雅黑" panose="020B0503020204020204" pitchFamily="34" charset="-122"/>
              <a:ea typeface="微软雅黑" panose="020B0503020204020204" pitchFamily="34" charset="-122"/>
            </a:endParaRPr>
          </a:p>
        </p:txBody>
      </p:sp>
      <p:sp>
        <p:nvSpPr>
          <p:cNvPr id="31" name="标题 1"/>
          <p:cNvSpPr txBox="1"/>
          <p:nvPr/>
        </p:nvSpPr>
        <p:spPr bwMode="auto">
          <a:xfrm>
            <a:off x="1056937" y="210144"/>
            <a:ext cx="3416007" cy="476250"/>
          </a:xfrm>
          <a:prstGeom prst="rect">
            <a:avLst/>
          </a:prstGeom>
          <a:noFill/>
          <a:ln w="9525">
            <a:noFill/>
            <a:miter lim="800000"/>
          </a:ln>
        </p:spPr>
        <p:txBody>
          <a:bodyPr lIns="91429" tIns="45714" rIns="91429" bIns="45714" anchor="ctr"/>
          <a:lstStyle/>
          <a:p>
            <a:r>
              <a:rPr lang="zh-CN" altLang="en-US" sz="2400" b="1" dirty="0" smtClean="0">
                <a:solidFill>
                  <a:srgbClr val="7F7F7F"/>
                </a:solidFill>
                <a:latin typeface="+mn-ea"/>
                <a:ea typeface="+mn-ea"/>
                <a:cs typeface="Arial Unicode MS" panose="020B0604020202020204" pitchFamily="34" charset="-122"/>
              </a:rPr>
              <a:t>地图边界构建原理介绍</a:t>
            </a:r>
            <a:endParaRPr lang="zh-CN" altLang="en-US" sz="2400" b="1" dirty="0">
              <a:solidFill>
                <a:srgbClr val="7F7F7F"/>
              </a:solidFill>
              <a:latin typeface="+mn-ea"/>
              <a:ea typeface="+mn-ea"/>
              <a:cs typeface="Arial Unicode MS" panose="020B0604020202020204" pitchFamily="34" charset="-122"/>
            </a:endParaRPr>
          </a:p>
        </p:txBody>
      </p:sp>
      <p:sp>
        <p:nvSpPr>
          <p:cNvPr id="13" name="TextBox 12"/>
          <p:cNvSpPr txBox="1"/>
          <p:nvPr/>
        </p:nvSpPr>
        <p:spPr>
          <a:xfrm>
            <a:off x="8618220" y="5345966"/>
            <a:ext cx="454732" cy="338554"/>
          </a:xfrm>
          <a:prstGeom prst="rect">
            <a:avLst/>
          </a:prstGeom>
          <a:solidFill>
            <a:schemeClr val="bg1"/>
          </a:solidFill>
          <a:ln>
            <a:solidFill>
              <a:schemeClr val="bg1"/>
            </a:solidFill>
          </a:ln>
        </p:spPr>
        <p:txBody>
          <a:bodyPr wrap="square" rtlCol="0">
            <a:spAutoFit/>
          </a:bodyPr>
          <a:lstStyle/>
          <a:p>
            <a:r>
              <a:rPr lang="en-US" altLang="zh-CN" sz="1600" dirty="0" smtClean="0">
                <a:latin typeface="+mn-ea"/>
                <a:ea typeface="+mn-ea"/>
              </a:rPr>
              <a:t>  </a:t>
            </a:r>
            <a:endParaRPr lang="zh-CN" altLang="en-US" sz="1600" dirty="0">
              <a:latin typeface="+mn-ea"/>
              <a:ea typeface="+mn-ea"/>
            </a:endParaRPr>
          </a:p>
        </p:txBody>
      </p:sp>
      <p:sp>
        <p:nvSpPr>
          <p:cNvPr id="5"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TextBox 15"/>
          <p:cNvSpPr txBox="1"/>
          <p:nvPr/>
        </p:nvSpPr>
        <p:spPr>
          <a:xfrm>
            <a:off x="600018" y="717550"/>
            <a:ext cx="7926762" cy="2397388"/>
          </a:xfrm>
          <a:prstGeom prst="rect">
            <a:avLst/>
          </a:prstGeom>
          <a:noFill/>
        </p:spPr>
        <p:txBody>
          <a:bodyPr wrap="square" rtlCol="0">
            <a:spAutoFit/>
          </a:bodyPr>
          <a:lstStyle/>
          <a:p>
            <a:pPr>
              <a:lnSpc>
                <a:spcPct val="150000"/>
              </a:lnSpc>
            </a:pPr>
            <a:r>
              <a:rPr lang="en-US" altLang="zh-CN" sz="1050" dirty="0" err="1">
                <a:solidFill>
                  <a:srgbClr val="FF0000"/>
                </a:solidFill>
                <a:latin typeface="+mn-lt"/>
              </a:rPr>
              <a:t>FSD,OD,USSlotBordLane</a:t>
            </a:r>
            <a:r>
              <a:rPr lang="en-US" altLang="zh-CN" sz="1050" dirty="0">
                <a:solidFill>
                  <a:srgbClr val="FF0000"/>
                </a:solidFill>
                <a:latin typeface="+mn-lt"/>
              </a:rPr>
              <a:t> </a:t>
            </a:r>
            <a:r>
              <a:rPr lang="zh-CN" altLang="en-US" sz="1050" dirty="0">
                <a:solidFill>
                  <a:srgbClr val="FF0000"/>
                </a:solidFill>
                <a:latin typeface="+mn-lt"/>
              </a:rPr>
              <a:t>地图融合详细设计：</a:t>
            </a:r>
            <a:r>
              <a:rPr lang="en-US" altLang="zh-CN" sz="1050" dirty="0">
                <a:solidFill>
                  <a:srgbClr val="FF0000"/>
                </a:solidFill>
                <a:latin typeface="+mn-lt"/>
              </a:rPr>
              <a:t/>
            </a:r>
            <a:br>
              <a:rPr lang="en-US" altLang="zh-CN" sz="1050" dirty="0">
                <a:solidFill>
                  <a:srgbClr val="FF0000"/>
                </a:solidFill>
                <a:latin typeface="+mn-lt"/>
              </a:rPr>
            </a:br>
            <a:r>
              <a:rPr lang="zh-CN" altLang="en-US" sz="1050" dirty="0">
                <a:solidFill>
                  <a:srgbClr val="000000"/>
                </a:solidFill>
                <a:latin typeface="+mn-lt"/>
              </a:rPr>
              <a:t>对折线</a:t>
            </a:r>
            <a:r>
              <a:rPr lang="en-US" altLang="zh-CN" sz="1050" dirty="0">
                <a:solidFill>
                  <a:srgbClr val="000000"/>
                </a:solidFill>
                <a:latin typeface="+mn-lt"/>
              </a:rPr>
              <a:t>R,B</a:t>
            </a:r>
            <a:r>
              <a:rPr lang="zh-CN" altLang="en-US" sz="1050" dirty="0">
                <a:solidFill>
                  <a:srgbClr val="000000"/>
                </a:solidFill>
                <a:latin typeface="+mn-lt"/>
              </a:rPr>
              <a:t>变换坐标，以</a:t>
            </a:r>
            <a:r>
              <a:rPr lang="en-US" altLang="zh-CN" sz="1050" dirty="0">
                <a:solidFill>
                  <a:srgbClr val="000000"/>
                </a:solidFill>
                <a:latin typeface="+mn-lt"/>
              </a:rPr>
              <a:t>B</a:t>
            </a:r>
            <a:r>
              <a:rPr lang="zh-CN" altLang="en-US" sz="1050" dirty="0">
                <a:solidFill>
                  <a:srgbClr val="000000"/>
                </a:solidFill>
                <a:latin typeface="+mn-lt"/>
              </a:rPr>
              <a:t>为融合基础和折线</a:t>
            </a:r>
            <a:r>
              <a:rPr lang="en-US" altLang="zh-CN" sz="1050" dirty="0">
                <a:solidFill>
                  <a:srgbClr val="000000"/>
                </a:solidFill>
                <a:latin typeface="+mn-lt"/>
              </a:rPr>
              <a:t>R</a:t>
            </a:r>
            <a:r>
              <a:rPr lang="zh-CN" altLang="en-US" sz="1050" dirty="0">
                <a:solidFill>
                  <a:srgbClr val="000000"/>
                </a:solidFill>
                <a:latin typeface="+mn-lt"/>
              </a:rPr>
              <a:t>融合，</a:t>
            </a:r>
            <a:endParaRPr lang="en-US" altLang="zh-CN" sz="1050" dirty="0">
              <a:solidFill>
                <a:srgbClr val="000000"/>
              </a:solidFill>
              <a:latin typeface="+mn-lt"/>
            </a:endParaRPr>
          </a:p>
          <a:p>
            <a:endParaRPr lang="en-US" altLang="zh-CN" sz="1050" dirty="0">
              <a:latin typeface="+mn-lt"/>
            </a:endParaRPr>
          </a:p>
          <a:p>
            <a:pPr>
              <a:lnSpc>
                <a:spcPct val="150000"/>
              </a:lnSpc>
            </a:pPr>
            <a:r>
              <a:rPr lang="en-US" altLang="zh-CN" sz="1050" dirty="0" smtClean="0">
                <a:latin typeface="+mn-lt"/>
              </a:rPr>
              <a:t>4</a:t>
            </a:r>
            <a:r>
              <a:rPr lang="en-US" altLang="zh-CN" sz="1050" dirty="0">
                <a:latin typeface="+mn-lt"/>
              </a:rPr>
              <a:t>.</a:t>
            </a:r>
            <a:r>
              <a:rPr lang="zh-CN" altLang="en-US" sz="1050" dirty="0">
                <a:latin typeface="+mn-lt"/>
              </a:rPr>
              <a:t>依次对</a:t>
            </a:r>
            <a:r>
              <a:rPr lang="en-US" altLang="zh-CN" sz="1050" dirty="0">
                <a:latin typeface="+mn-lt"/>
              </a:rPr>
              <a:t>Lr01</a:t>
            </a:r>
            <a:r>
              <a:rPr lang="zh-CN" altLang="en-US" sz="1050" dirty="0">
                <a:latin typeface="+mn-lt"/>
              </a:rPr>
              <a:t>的线段进行判定 </a:t>
            </a:r>
            <a:endParaRPr lang="en-US" altLang="zh-CN" sz="1050" dirty="0">
              <a:latin typeface="+mn-lt"/>
            </a:endParaRPr>
          </a:p>
          <a:p>
            <a:pPr>
              <a:lnSpc>
                <a:spcPct val="150000"/>
              </a:lnSpc>
            </a:pPr>
            <a:r>
              <a:rPr lang="en-US" altLang="zh-CN" sz="1050" dirty="0">
                <a:latin typeface="+mn-lt"/>
              </a:rPr>
              <a:t>【</a:t>
            </a:r>
            <a:r>
              <a:rPr lang="zh-CN" altLang="en-US" sz="1050" dirty="0">
                <a:latin typeface="+mn-lt"/>
              </a:rPr>
              <a:t>线段</a:t>
            </a:r>
            <a:r>
              <a:rPr lang="en-US" altLang="zh-CN" sz="1050" dirty="0">
                <a:latin typeface="+mn-lt"/>
              </a:rPr>
              <a:t>Pr0Pc[0]</a:t>
            </a:r>
          </a:p>
          <a:p>
            <a:pPr>
              <a:lnSpc>
                <a:spcPct val="150000"/>
              </a:lnSpc>
            </a:pPr>
            <a:r>
              <a:rPr lang="zh-CN" altLang="en-US" sz="1050" dirty="0">
                <a:latin typeface="+mn-lt"/>
              </a:rPr>
              <a:t>线段</a:t>
            </a:r>
            <a:r>
              <a:rPr lang="en-US" altLang="zh-CN" sz="1050" dirty="0">
                <a:latin typeface="+mn-lt"/>
              </a:rPr>
              <a:t>Pc[0]Pc[1],</a:t>
            </a:r>
          </a:p>
          <a:p>
            <a:pPr>
              <a:lnSpc>
                <a:spcPct val="150000"/>
              </a:lnSpc>
            </a:pPr>
            <a:r>
              <a:rPr lang="zh-CN" altLang="en-US" sz="1050" dirty="0">
                <a:latin typeface="+mn-lt"/>
              </a:rPr>
              <a:t>线段</a:t>
            </a:r>
            <a:r>
              <a:rPr lang="en-US" altLang="zh-CN" sz="1050" dirty="0">
                <a:latin typeface="+mn-lt"/>
              </a:rPr>
              <a:t>Pc[1]Pr1】</a:t>
            </a:r>
            <a:r>
              <a:rPr lang="zh-CN" altLang="en-US" sz="1050" dirty="0">
                <a:latin typeface="+mn-lt"/>
              </a:rPr>
              <a:t>（没交点就只判断</a:t>
            </a:r>
            <a:r>
              <a:rPr lang="en-US" altLang="zh-CN" sz="1050" dirty="0">
                <a:latin typeface="+mn-lt"/>
              </a:rPr>
              <a:t>Lr01</a:t>
            </a:r>
            <a:r>
              <a:rPr lang="zh-CN" altLang="en-US" sz="1050" dirty="0">
                <a:latin typeface="+mn-lt"/>
              </a:rPr>
              <a:t>本身，两线段共线默认为无交点）</a:t>
            </a:r>
            <a:endParaRPr lang="en-US" altLang="zh-CN" sz="1050" dirty="0">
              <a:latin typeface="+mn-lt"/>
            </a:endParaRPr>
          </a:p>
          <a:p>
            <a:pPr>
              <a:lnSpc>
                <a:spcPct val="150000"/>
              </a:lnSpc>
            </a:pPr>
            <a:r>
              <a:rPr lang="zh-CN" altLang="en-US" sz="1050" dirty="0">
                <a:latin typeface="+mn-lt"/>
              </a:rPr>
              <a:t>线段处于</a:t>
            </a:r>
            <a:r>
              <a:rPr lang="en-US" altLang="zh-CN" sz="1050" dirty="0">
                <a:latin typeface="+mn-lt"/>
              </a:rPr>
              <a:t>B</a:t>
            </a:r>
            <a:r>
              <a:rPr lang="zh-CN" altLang="en-US" sz="1050" dirty="0">
                <a:latin typeface="+mn-lt"/>
              </a:rPr>
              <a:t>的内侧：将该线段的起始点存入输出数组，取下一条线段；</a:t>
            </a:r>
            <a:endParaRPr lang="en-US" altLang="zh-CN" sz="1050" dirty="0">
              <a:latin typeface="+mn-lt"/>
            </a:endParaRPr>
          </a:p>
          <a:p>
            <a:pPr>
              <a:lnSpc>
                <a:spcPct val="150000"/>
              </a:lnSpc>
            </a:pPr>
            <a:r>
              <a:rPr lang="zh-CN" altLang="en-US" sz="1050" dirty="0">
                <a:latin typeface="+mn-lt"/>
              </a:rPr>
              <a:t>线段处于</a:t>
            </a:r>
            <a:r>
              <a:rPr lang="en-US" altLang="zh-CN" sz="1050" dirty="0">
                <a:latin typeface="+mn-lt"/>
              </a:rPr>
              <a:t>B</a:t>
            </a:r>
            <a:r>
              <a:rPr lang="zh-CN" altLang="en-US" sz="1050" dirty="0">
                <a:latin typeface="+mn-lt"/>
              </a:rPr>
              <a:t>的外侧；若起始点为交点，则将起始点存入。将在这线段范围内的</a:t>
            </a:r>
            <a:r>
              <a:rPr lang="en-US" altLang="zh-CN" sz="1050" dirty="0">
                <a:latin typeface="+mn-lt"/>
              </a:rPr>
              <a:t>B</a:t>
            </a:r>
            <a:r>
              <a:rPr lang="zh-CN" altLang="en-US" sz="1050" dirty="0">
                <a:latin typeface="+mn-lt"/>
              </a:rPr>
              <a:t>的端点也依次存入输出数组；</a:t>
            </a:r>
            <a:endParaRPr lang="en-US" altLang="zh-CN" sz="1050" dirty="0">
              <a:latin typeface="+mn-lt"/>
            </a:endParaRPr>
          </a:p>
          <a:p>
            <a:pPr>
              <a:lnSpc>
                <a:spcPct val="150000"/>
              </a:lnSpc>
            </a:pPr>
            <a:r>
              <a:rPr lang="zh-CN" altLang="en-US" sz="1050" dirty="0">
                <a:latin typeface="+mn-lt"/>
              </a:rPr>
              <a:t>直至取完线段为止</a:t>
            </a:r>
            <a:r>
              <a:rPr lang="zh-CN" altLang="en-US" sz="1050" dirty="0" smtClean="0">
                <a:latin typeface="+mn-lt"/>
              </a:rPr>
              <a:t>；</a:t>
            </a:r>
            <a:endParaRPr lang="en-US" altLang="zh-CN" sz="1050" dirty="0">
              <a:latin typeface="+mn-lt"/>
            </a:endParaRPr>
          </a:p>
        </p:txBody>
      </p:sp>
      <p:pic>
        <p:nvPicPr>
          <p:cNvPr id="2" name="图片 1"/>
          <p:cNvPicPr>
            <a:picLocks noChangeAspect="1"/>
          </p:cNvPicPr>
          <p:nvPr/>
        </p:nvPicPr>
        <p:blipFill>
          <a:blip r:embed="rId4"/>
          <a:stretch>
            <a:fillRect/>
          </a:stretch>
        </p:blipFill>
        <p:spPr>
          <a:xfrm>
            <a:off x="1341120" y="3097173"/>
            <a:ext cx="5966339" cy="2009438"/>
          </a:xfrm>
          <a:prstGeom prst="rect">
            <a:avLst/>
          </a:prstGeom>
        </p:spPr>
      </p:pic>
    </p:spTree>
    <p:custDataLst>
      <p:tags r:id="rId1"/>
    </p:custDataLst>
    <p:extLst>
      <p:ext uri="{BB962C8B-B14F-4D97-AF65-F5344CB8AC3E}">
        <p14:creationId xmlns:p14="http://schemas.microsoft.com/office/powerpoint/2010/main" val="41136886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79202" y="233084"/>
            <a:ext cx="677732" cy="4034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1323" tIns="35662" rIns="71323" bIns="35662" rtlCol="0" anchor="ctr"/>
          <a:lstStyle/>
          <a:p>
            <a:pPr algn="ctr"/>
            <a:r>
              <a:rPr lang="en-US" altLang="zh-CN" sz="2200" b="1" dirty="0" smtClean="0">
                <a:solidFill>
                  <a:schemeClr val="tx1"/>
                </a:solidFill>
                <a:latin typeface="微软雅黑" panose="020B0503020204020204" pitchFamily="34" charset="-122"/>
                <a:ea typeface="微软雅黑" panose="020B0503020204020204" pitchFamily="34" charset="-122"/>
              </a:rPr>
              <a:t>03</a:t>
            </a:r>
            <a:endParaRPr lang="zh-CN" altLang="en-US" sz="2200" b="1" dirty="0">
              <a:solidFill>
                <a:schemeClr val="tx1"/>
              </a:solidFill>
              <a:latin typeface="微软雅黑" panose="020B0503020204020204" pitchFamily="34" charset="-122"/>
              <a:ea typeface="微软雅黑" panose="020B0503020204020204" pitchFamily="34" charset="-122"/>
            </a:endParaRPr>
          </a:p>
        </p:txBody>
      </p:sp>
      <p:sp>
        <p:nvSpPr>
          <p:cNvPr id="31" name="标题 1"/>
          <p:cNvSpPr txBox="1"/>
          <p:nvPr/>
        </p:nvSpPr>
        <p:spPr bwMode="auto">
          <a:xfrm>
            <a:off x="1056937" y="210144"/>
            <a:ext cx="3416007" cy="476250"/>
          </a:xfrm>
          <a:prstGeom prst="rect">
            <a:avLst/>
          </a:prstGeom>
          <a:noFill/>
          <a:ln w="9525">
            <a:noFill/>
            <a:miter lim="800000"/>
          </a:ln>
        </p:spPr>
        <p:txBody>
          <a:bodyPr lIns="91429" tIns="45714" rIns="91429" bIns="45714" anchor="ctr"/>
          <a:lstStyle/>
          <a:p>
            <a:r>
              <a:rPr lang="zh-CN" altLang="en-US" sz="2400" b="1" dirty="0" smtClean="0">
                <a:solidFill>
                  <a:srgbClr val="7F7F7F"/>
                </a:solidFill>
                <a:latin typeface="+mn-ea"/>
                <a:ea typeface="+mn-ea"/>
                <a:cs typeface="Arial Unicode MS" panose="020B0604020202020204" pitchFamily="34" charset="-122"/>
              </a:rPr>
              <a:t>地图边界构建原理介绍</a:t>
            </a:r>
            <a:endParaRPr lang="zh-CN" altLang="en-US" sz="2400" b="1" dirty="0">
              <a:solidFill>
                <a:srgbClr val="7F7F7F"/>
              </a:solidFill>
              <a:latin typeface="+mn-ea"/>
              <a:ea typeface="+mn-ea"/>
              <a:cs typeface="Arial Unicode MS" panose="020B0604020202020204" pitchFamily="34" charset="-122"/>
            </a:endParaRPr>
          </a:p>
        </p:txBody>
      </p:sp>
      <p:sp>
        <p:nvSpPr>
          <p:cNvPr id="13" name="TextBox 12"/>
          <p:cNvSpPr txBox="1"/>
          <p:nvPr/>
        </p:nvSpPr>
        <p:spPr>
          <a:xfrm>
            <a:off x="8618220" y="5345966"/>
            <a:ext cx="454732" cy="338554"/>
          </a:xfrm>
          <a:prstGeom prst="rect">
            <a:avLst/>
          </a:prstGeom>
          <a:solidFill>
            <a:schemeClr val="bg1"/>
          </a:solidFill>
          <a:ln>
            <a:solidFill>
              <a:schemeClr val="bg1"/>
            </a:solidFill>
          </a:ln>
        </p:spPr>
        <p:txBody>
          <a:bodyPr wrap="square" rtlCol="0">
            <a:spAutoFit/>
          </a:bodyPr>
          <a:lstStyle/>
          <a:p>
            <a:r>
              <a:rPr lang="en-US" altLang="zh-CN" sz="1600" dirty="0" smtClean="0">
                <a:latin typeface="+mn-ea"/>
                <a:ea typeface="+mn-ea"/>
              </a:rPr>
              <a:t>  </a:t>
            </a:r>
            <a:endParaRPr lang="zh-CN" altLang="en-US" sz="1600" dirty="0">
              <a:latin typeface="+mn-ea"/>
              <a:ea typeface="+mn-ea"/>
            </a:endParaRPr>
          </a:p>
        </p:txBody>
      </p:sp>
      <p:sp>
        <p:nvSpPr>
          <p:cNvPr id="5"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TextBox 15"/>
          <p:cNvSpPr txBox="1"/>
          <p:nvPr/>
        </p:nvSpPr>
        <p:spPr>
          <a:xfrm>
            <a:off x="600018" y="1151890"/>
            <a:ext cx="4177722" cy="2973891"/>
          </a:xfrm>
          <a:prstGeom prst="rect">
            <a:avLst/>
          </a:prstGeom>
          <a:noFill/>
        </p:spPr>
        <p:txBody>
          <a:bodyPr wrap="square" rtlCol="0">
            <a:spAutoFit/>
          </a:bodyPr>
          <a:lstStyle/>
          <a:p>
            <a:pPr>
              <a:lnSpc>
                <a:spcPct val="150000"/>
              </a:lnSpc>
            </a:pPr>
            <a:r>
              <a:rPr lang="en-US" altLang="zh-CN" sz="1050" dirty="0" err="1">
                <a:solidFill>
                  <a:srgbClr val="FF0000"/>
                </a:solidFill>
                <a:latin typeface="+mn-lt"/>
              </a:rPr>
              <a:t>FSD,OD,USSlotBordLane</a:t>
            </a:r>
            <a:r>
              <a:rPr lang="en-US" altLang="zh-CN" sz="1050" dirty="0">
                <a:solidFill>
                  <a:srgbClr val="FF0000"/>
                </a:solidFill>
                <a:latin typeface="+mn-lt"/>
              </a:rPr>
              <a:t> </a:t>
            </a:r>
            <a:r>
              <a:rPr lang="zh-CN" altLang="en-US" sz="1050" dirty="0">
                <a:solidFill>
                  <a:srgbClr val="FF0000"/>
                </a:solidFill>
                <a:latin typeface="+mn-lt"/>
              </a:rPr>
              <a:t>地图融合详细设计：</a:t>
            </a:r>
            <a:r>
              <a:rPr lang="en-US" altLang="zh-CN" sz="1050" dirty="0">
                <a:solidFill>
                  <a:srgbClr val="FF0000"/>
                </a:solidFill>
                <a:latin typeface="+mn-lt"/>
              </a:rPr>
              <a:t/>
            </a:r>
            <a:br>
              <a:rPr lang="en-US" altLang="zh-CN" sz="1050" dirty="0">
                <a:solidFill>
                  <a:srgbClr val="FF0000"/>
                </a:solidFill>
                <a:latin typeface="+mn-lt"/>
              </a:rPr>
            </a:br>
            <a:r>
              <a:rPr lang="zh-CN" altLang="en-US" sz="1050" dirty="0">
                <a:latin typeface="+mn-lt"/>
              </a:rPr>
              <a:t>对折线</a:t>
            </a:r>
            <a:r>
              <a:rPr lang="en-US" altLang="zh-CN" sz="1050" dirty="0">
                <a:latin typeface="+mn-lt"/>
              </a:rPr>
              <a:t>R,B</a:t>
            </a:r>
            <a:r>
              <a:rPr lang="zh-CN" altLang="en-US" sz="1050" dirty="0">
                <a:latin typeface="+mn-lt"/>
              </a:rPr>
              <a:t>变换坐标，以</a:t>
            </a:r>
            <a:r>
              <a:rPr lang="en-US" altLang="zh-CN" sz="1050" dirty="0">
                <a:latin typeface="+mn-lt"/>
              </a:rPr>
              <a:t>B</a:t>
            </a:r>
            <a:r>
              <a:rPr lang="zh-CN" altLang="en-US" sz="1050" dirty="0">
                <a:latin typeface="+mn-lt"/>
              </a:rPr>
              <a:t>为融合基础和折线</a:t>
            </a:r>
            <a:r>
              <a:rPr lang="en-US" altLang="zh-CN" sz="1050" dirty="0">
                <a:latin typeface="+mn-lt"/>
              </a:rPr>
              <a:t>R</a:t>
            </a:r>
            <a:r>
              <a:rPr lang="zh-CN" altLang="en-US" sz="1050" dirty="0">
                <a:latin typeface="+mn-lt"/>
              </a:rPr>
              <a:t>融合，</a:t>
            </a:r>
            <a:endParaRPr lang="en-US" altLang="zh-CN" sz="1050" dirty="0">
              <a:latin typeface="+mn-lt"/>
            </a:endParaRPr>
          </a:p>
          <a:p>
            <a:pPr>
              <a:lnSpc>
                <a:spcPct val="150000"/>
              </a:lnSpc>
            </a:pPr>
            <a:endParaRPr lang="en-US" altLang="zh-CN" sz="1050" dirty="0">
              <a:latin typeface="+mn-lt"/>
            </a:endParaRPr>
          </a:p>
          <a:p>
            <a:pPr>
              <a:lnSpc>
                <a:spcPct val="150000"/>
              </a:lnSpc>
            </a:pPr>
            <a:r>
              <a:rPr lang="en-US" altLang="zh-CN" sz="1050" dirty="0">
                <a:latin typeface="+mn-lt"/>
              </a:rPr>
              <a:t>5.</a:t>
            </a:r>
            <a:r>
              <a:rPr lang="zh-CN" altLang="en-US" sz="1050" dirty="0">
                <a:latin typeface="+mn-lt"/>
              </a:rPr>
              <a:t>处理了最后一段</a:t>
            </a:r>
            <a:r>
              <a:rPr lang="en-US" altLang="zh-CN" sz="1050" dirty="0" err="1">
                <a:latin typeface="+mn-lt"/>
              </a:rPr>
              <a:t>Lr</a:t>
            </a:r>
            <a:r>
              <a:rPr lang="zh-CN" altLang="en-US" sz="1050" dirty="0">
                <a:latin typeface="+mn-lt"/>
              </a:rPr>
              <a:t>线段以后，</a:t>
            </a:r>
            <a:endParaRPr lang="en-US" altLang="zh-CN" sz="1050" dirty="0">
              <a:latin typeface="+mn-lt"/>
            </a:endParaRPr>
          </a:p>
          <a:p>
            <a:pPr>
              <a:lnSpc>
                <a:spcPct val="150000"/>
              </a:lnSpc>
            </a:pPr>
            <a:r>
              <a:rPr lang="en-US" altLang="zh-CN" sz="1050" dirty="0">
                <a:latin typeface="+mn-lt"/>
              </a:rPr>
              <a:t>5.1 </a:t>
            </a:r>
            <a:r>
              <a:rPr lang="zh-CN" altLang="en-US" sz="1050" dirty="0">
                <a:latin typeface="+mn-lt"/>
              </a:rPr>
              <a:t>若结束点在</a:t>
            </a:r>
            <a:r>
              <a:rPr lang="en-US" altLang="zh-CN" sz="1050" dirty="0">
                <a:latin typeface="+mn-lt"/>
              </a:rPr>
              <a:t>B</a:t>
            </a:r>
            <a:r>
              <a:rPr lang="zh-CN" altLang="en-US" sz="1050" dirty="0">
                <a:latin typeface="+mn-lt"/>
              </a:rPr>
              <a:t>上有映射点，</a:t>
            </a:r>
            <a:endParaRPr lang="en-US" altLang="zh-CN" sz="1050" dirty="0">
              <a:latin typeface="+mn-lt"/>
            </a:endParaRPr>
          </a:p>
          <a:p>
            <a:pPr>
              <a:lnSpc>
                <a:spcPct val="150000"/>
              </a:lnSpc>
            </a:pPr>
            <a:r>
              <a:rPr lang="en-US" altLang="zh-CN" sz="1050" dirty="0">
                <a:latin typeface="+mn-lt"/>
              </a:rPr>
              <a:t>5.1.1</a:t>
            </a:r>
            <a:r>
              <a:rPr lang="zh-CN" altLang="en-US" sz="1050" dirty="0">
                <a:latin typeface="+mn-lt"/>
              </a:rPr>
              <a:t>结束点在</a:t>
            </a:r>
            <a:r>
              <a:rPr lang="en-US" altLang="zh-CN" sz="1050" dirty="0">
                <a:latin typeface="+mn-lt"/>
              </a:rPr>
              <a:t>B</a:t>
            </a:r>
            <a:r>
              <a:rPr lang="zh-CN" altLang="en-US" sz="1050" dirty="0">
                <a:latin typeface="+mn-lt"/>
              </a:rPr>
              <a:t>内侧，则将结束点和映射点都存入输出数组；</a:t>
            </a:r>
            <a:endParaRPr lang="en-US" altLang="zh-CN" sz="1050" dirty="0">
              <a:latin typeface="+mn-lt"/>
            </a:endParaRPr>
          </a:p>
          <a:p>
            <a:pPr>
              <a:lnSpc>
                <a:spcPct val="150000"/>
              </a:lnSpc>
            </a:pPr>
            <a:r>
              <a:rPr lang="en-US" altLang="zh-CN" sz="1050" dirty="0">
                <a:latin typeface="+mn-lt"/>
              </a:rPr>
              <a:t>5.1.2</a:t>
            </a:r>
            <a:r>
              <a:rPr lang="zh-CN" altLang="en-US" sz="1050" dirty="0">
                <a:latin typeface="+mn-lt"/>
              </a:rPr>
              <a:t>点在</a:t>
            </a:r>
            <a:r>
              <a:rPr lang="en-US" altLang="zh-CN" sz="1050" dirty="0">
                <a:latin typeface="+mn-lt"/>
              </a:rPr>
              <a:t>B</a:t>
            </a:r>
            <a:r>
              <a:rPr lang="zh-CN" altLang="en-US" sz="1050" dirty="0">
                <a:latin typeface="+mn-lt"/>
              </a:rPr>
              <a:t>外侧，不做处理；</a:t>
            </a:r>
            <a:endParaRPr lang="en-US" altLang="zh-CN" sz="1050" dirty="0">
              <a:latin typeface="+mn-lt"/>
            </a:endParaRPr>
          </a:p>
          <a:p>
            <a:pPr>
              <a:lnSpc>
                <a:spcPct val="150000"/>
              </a:lnSpc>
            </a:pPr>
            <a:r>
              <a:rPr lang="zh-CN" altLang="en-US" sz="1050" dirty="0">
                <a:latin typeface="+mn-lt"/>
              </a:rPr>
              <a:t>将映射点后续的剩余的</a:t>
            </a:r>
            <a:r>
              <a:rPr lang="en-US" altLang="zh-CN" sz="1050" dirty="0">
                <a:latin typeface="+mn-lt"/>
              </a:rPr>
              <a:t>B</a:t>
            </a:r>
            <a:r>
              <a:rPr lang="zh-CN" altLang="en-US" sz="1050" dirty="0">
                <a:latin typeface="+mn-lt"/>
              </a:rPr>
              <a:t>的段点放入输出数组中；</a:t>
            </a:r>
            <a:r>
              <a:rPr lang="en-US" altLang="zh-CN" sz="1050" dirty="0">
                <a:latin typeface="+mn-lt"/>
              </a:rPr>
              <a:t/>
            </a:r>
            <a:br>
              <a:rPr lang="en-US" altLang="zh-CN" sz="1050" dirty="0">
                <a:latin typeface="+mn-lt"/>
              </a:rPr>
            </a:br>
            <a:r>
              <a:rPr lang="en-US" altLang="zh-CN" sz="1050" dirty="0">
                <a:latin typeface="+mn-lt"/>
              </a:rPr>
              <a:t>5.2</a:t>
            </a:r>
            <a:r>
              <a:rPr lang="zh-CN" altLang="en-US" sz="1050" dirty="0">
                <a:latin typeface="+mn-lt"/>
              </a:rPr>
              <a:t>若没有映射：得到</a:t>
            </a:r>
            <a:r>
              <a:rPr lang="en-US" altLang="zh-CN" sz="1050" dirty="0">
                <a:latin typeface="+mn-lt"/>
              </a:rPr>
              <a:t>B</a:t>
            </a:r>
            <a:r>
              <a:rPr lang="zh-CN" altLang="en-US" sz="1050" dirty="0">
                <a:latin typeface="+mn-lt"/>
              </a:rPr>
              <a:t>最后端点在</a:t>
            </a:r>
            <a:r>
              <a:rPr lang="en-US" altLang="zh-CN" sz="1050" dirty="0">
                <a:latin typeface="+mn-lt"/>
              </a:rPr>
              <a:t>R</a:t>
            </a:r>
            <a:r>
              <a:rPr lang="zh-CN" altLang="en-US" sz="1050" dirty="0">
                <a:latin typeface="+mn-lt"/>
              </a:rPr>
              <a:t>的映射点，若结束点在</a:t>
            </a:r>
            <a:r>
              <a:rPr lang="en-US" altLang="zh-CN" sz="1050" dirty="0">
                <a:latin typeface="+mn-lt"/>
              </a:rPr>
              <a:t>B</a:t>
            </a:r>
            <a:r>
              <a:rPr lang="zh-CN" altLang="en-US" sz="1050" dirty="0">
                <a:latin typeface="+mn-lt"/>
              </a:rPr>
              <a:t>外侧，则存入该映射点。</a:t>
            </a:r>
            <a:endParaRPr lang="en-US" altLang="zh-CN" sz="1050" dirty="0">
              <a:latin typeface="+mn-lt"/>
            </a:endParaRPr>
          </a:p>
          <a:p>
            <a:pPr>
              <a:lnSpc>
                <a:spcPct val="150000"/>
              </a:lnSpc>
            </a:pPr>
            <a:r>
              <a:rPr lang="zh-CN" altLang="en-US" sz="1050" dirty="0">
                <a:latin typeface="+mn-lt"/>
              </a:rPr>
              <a:t>保存结束点至输出数组中；</a:t>
            </a:r>
            <a:endParaRPr lang="en-US" altLang="zh-CN" sz="1050" dirty="0">
              <a:latin typeface="+mn-lt"/>
            </a:endParaRPr>
          </a:p>
          <a:p>
            <a:endParaRPr lang="en-US" altLang="zh-CN" sz="1400" dirty="0">
              <a:latin typeface="+mn-lt"/>
            </a:endParaRPr>
          </a:p>
        </p:txBody>
      </p:sp>
      <p:pic>
        <p:nvPicPr>
          <p:cNvPr id="3" name="图片 2"/>
          <p:cNvPicPr>
            <a:picLocks noChangeAspect="1"/>
          </p:cNvPicPr>
          <p:nvPr/>
        </p:nvPicPr>
        <p:blipFill>
          <a:blip r:embed="rId4"/>
          <a:stretch>
            <a:fillRect/>
          </a:stretch>
        </p:blipFill>
        <p:spPr>
          <a:xfrm>
            <a:off x="4983558" y="853440"/>
            <a:ext cx="3443610" cy="3352237"/>
          </a:xfrm>
          <a:prstGeom prst="rect">
            <a:avLst/>
          </a:prstGeom>
        </p:spPr>
      </p:pic>
    </p:spTree>
    <p:custDataLst>
      <p:tags r:id="rId1"/>
    </p:custDataLst>
    <p:extLst>
      <p:ext uri="{BB962C8B-B14F-4D97-AF65-F5344CB8AC3E}">
        <p14:creationId xmlns:p14="http://schemas.microsoft.com/office/powerpoint/2010/main" val="28547563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79202" y="233084"/>
            <a:ext cx="677732" cy="4034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1323" tIns="35662" rIns="71323" bIns="35662" rtlCol="0" anchor="ctr"/>
          <a:lstStyle/>
          <a:p>
            <a:pPr algn="ctr"/>
            <a:r>
              <a:rPr lang="en-US" altLang="zh-CN" sz="2200" b="1" dirty="0" smtClean="0">
                <a:solidFill>
                  <a:schemeClr val="tx1"/>
                </a:solidFill>
                <a:latin typeface="微软雅黑" panose="020B0503020204020204" pitchFamily="34" charset="-122"/>
                <a:ea typeface="微软雅黑" panose="020B0503020204020204" pitchFamily="34" charset="-122"/>
              </a:rPr>
              <a:t>03</a:t>
            </a:r>
            <a:endParaRPr lang="zh-CN" altLang="en-US" sz="2200" b="1" dirty="0">
              <a:solidFill>
                <a:schemeClr val="tx1"/>
              </a:solidFill>
              <a:latin typeface="微软雅黑" panose="020B0503020204020204" pitchFamily="34" charset="-122"/>
              <a:ea typeface="微软雅黑" panose="020B0503020204020204" pitchFamily="34" charset="-122"/>
            </a:endParaRPr>
          </a:p>
        </p:txBody>
      </p:sp>
      <p:sp>
        <p:nvSpPr>
          <p:cNvPr id="31" name="标题 1"/>
          <p:cNvSpPr txBox="1"/>
          <p:nvPr/>
        </p:nvSpPr>
        <p:spPr bwMode="auto">
          <a:xfrm>
            <a:off x="1056937" y="210144"/>
            <a:ext cx="3416007" cy="476250"/>
          </a:xfrm>
          <a:prstGeom prst="rect">
            <a:avLst/>
          </a:prstGeom>
          <a:noFill/>
          <a:ln w="9525">
            <a:noFill/>
            <a:miter lim="800000"/>
          </a:ln>
        </p:spPr>
        <p:txBody>
          <a:bodyPr lIns="91429" tIns="45714" rIns="91429" bIns="45714" anchor="ctr"/>
          <a:lstStyle/>
          <a:p>
            <a:r>
              <a:rPr lang="zh-CN" altLang="en-US" sz="2400" b="1" dirty="0" smtClean="0">
                <a:solidFill>
                  <a:srgbClr val="7F7F7F"/>
                </a:solidFill>
                <a:latin typeface="+mn-ea"/>
                <a:ea typeface="+mn-ea"/>
                <a:cs typeface="Arial Unicode MS" panose="020B0604020202020204" pitchFamily="34" charset="-122"/>
              </a:rPr>
              <a:t>地图边界构建原理介绍</a:t>
            </a:r>
            <a:endParaRPr lang="zh-CN" altLang="en-US" sz="2400" b="1" dirty="0">
              <a:solidFill>
                <a:srgbClr val="7F7F7F"/>
              </a:solidFill>
              <a:latin typeface="+mn-ea"/>
              <a:ea typeface="+mn-ea"/>
              <a:cs typeface="Arial Unicode MS" panose="020B0604020202020204" pitchFamily="34" charset="-122"/>
            </a:endParaRPr>
          </a:p>
        </p:txBody>
      </p:sp>
      <p:sp>
        <p:nvSpPr>
          <p:cNvPr id="13" name="TextBox 12"/>
          <p:cNvSpPr txBox="1"/>
          <p:nvPr/>
        </p:nvSpPr>
        <p:spPr>
          <a:xfrm>
            <a:off x="8618220" y="5345966"/>
            <a:ext cx="454732" cy="338554"/>
          </a:xfrm>
          <a:prstGeom prst="rect">
            <a:avLst/>
          </a:prstGeom>
          <a:solidFill>
            <a:schemeClr val="bg1"/>
          </a:solidFill>
          <a:ln>
            <a:solidFill>
              <a:schemeClr val="bg1"/>
            </a:solidFill>
          </a:ln>
        </p:spPr>
        <p:txBody>
          <a:bodyPr wrap="square" rtlCol="0">
            <a:spAutoFit/>
          </a:bodyPr>
          <a:lstStyle/>
          <a:p>
            <a:r>
              <a:rPr lang="en-US" altLang="zh-CN" sz="1600" dirty="0" smtClean="0">
                <a:latin typeface="+mn-ea"/>
                <a:ea typeface="+mn-ea"/>
              </a:rPr>
              <a:t>  </a:t>
            </a:r>
            <a:endParaRPr lang="zh-CN" altLang="en-US" sz="1600" dirty="0">
              <a:latin typeface="+mn-ea"/>
              <a:ea typeface="+mn-ea"/>
            </a:endParaRPr>
          </a:p>
        </p:txBody>
      </p:sp>
      <p:sp>
        <p:nvSpPr>
          <p:cNvPr id="5"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TextBox 20"/>
          <p:cNvSpPr txBox="1"/>
          <p:nvPr/>
        </p:nvSpPr>
        <p:spPr>
          <a:xfrm>
            <a:off x="0" y="815513"/>
            <a:ext cx="8393635" cy="461665"/>
          </a:xfrm>
          <a:prstGeom prst="rect">
            <a:avLst/>
          </a:prstGeom>
          <a:noFill/>
        </p:spPr>
        <p:txBody>
          <a:bodyPr wrap="square" rtlCol="0">
            <a:spAutoFit/>
          </a:bodyPr>
          <a:lstStyle/>
          <a:p>
            <a:pPr marL="742950" lvl="2" indent="-285750">
              <a:lnSpc>
                <a:spcPct val="150000"/>
              </a:lnSpc>
              <a:buFont typeface="Wingdings" panose="05000000000000000000" pitchFamily="2" charset="2"/>
              <a:buChar char="p"/>
            </a:pPr>
            <a:r>
              <a:rPr lang="en-US" altLang="zh-CN" sz="1600" dirty="0" smtClean="0">
                <a:latin typeface="+mn-ea"/>
              </a:rPr>
              <a:t>PDC</a:t>
            </a:r>
            <a:r>
              <a:rPr lang="zh-CN" altLang="en-US" sz="1600" dirty="0" smtClean="0">
                <a:latin typeface="+mn-ea"/>
              </a:rPr>
              <a:t>边界融合详细设计</a:t>
            </a:r>
            <a:endParaRPr lang="en-US" altLang="zh-CN" sz="1600" dirty="0" smtClean="0">
              <a:latin typeface="+mn-ea"/>
            </a:endParaRPr>
          </a:p>
        </p:txBody>
      </p:sp>
      <p:sp>
        <p:nvSpPr>
          <p:cNvPr id="15" name="矩形 14"/>
          <p:cNvSpPr/>
          <p:nvPr/>
        </p:nvSpPr>
        <p:spPr>
          <a:xfrm>
            <a:off x="2803150" y="3718067"/>
            <a:ext cx="431528" cy="369332"/>
          </a:xfrm>
          <a:prstGeom prst="rect">
            <a:avLst/>
          </a:prstGeom>
        </p:spPr>
        <p:txBody>
          <a:bodyPr wrap="square">
            <a:spAutoFit/>
          </a:bodyPr>
          <a:lstStyle/>
          <a:p>
            <a:r>
              <a:rPr lang="en-US" altLang="zh-CN" dirty="0">
                <a:latin typeface="宋体" panose="02010600030101010101" pitchFamily="2" charset="-122"/>
                <a:sym typeface="Wingdings" panose="05000000000000000000" pitchFamily="2" charset="2"/>
              </a:rPr>
              <a:t></a:t>
            </a:r>
            <a:endParaRPr lang="zh-CN" altLang="en-US" dirty="0"/>
          </a:p>
        </p:txBody>
      </p:sp>
      <p:sp>
        <p:nvSpPr>
          <p:cNvPr id="16" name="TextBox 15"/>
          <p:cNvSpPr txBox="1"/>
          <p:nvPr/>
        </p:nvSpPr>
        <p:spPr>
          <a:xfrm>
            <a:off x="5940119" y="1054516"/>
            <a:ext cx="3011862" cy="781561"/>
          </a:xfrm>
          <a:prstGeom prst="rect">
            <a:avLst/>
          </a:prstGeom>
          <a:noFill/>
        </p:spPr>
        <p:txBody>
          <a:bodyPr wrap="square" rtlCol="0">
            <a:spAutoFit/>
          </a:bodyPr>
          <a:lstStyle/>
          <a:p>
            <a:pPr>
              <a:lnSpc>
                <a:spcPct val="150000"/>
              </a:lnSpc>
            </a:pPr>
            <a:r>
              <a:rPr lang="en-US" altLang="zh-CN" sz="1050" dirty="0" smtClean="0">
                <a:latin typeface="+mn-lt"/>
              </a:rPr>
              <a:t>A.</a:t>
            </a:r>
            <a:r>
              <a:rPr lang="zh-CN" altLang="en-US" sz="1050" dirty="0" smtClean="0">
                <a:latin typeface="+mn-lt"/>
              </a:rPr>
              <a:t> 以车头泊出为例，当车尾两角点还在车位内，车头两角点</a:t>
            </a:r>
            <a:r>
              <a:rPr lang="en-US" altLang="zh-CN" sz="1050" dirty="0" smtClean="0">
                <a:latin typeface="+mn-lt"/>
              </a:rPr>
              <a:t>x</a:t>
            </a:r>
            <a:r>
              <a:rPr lang="zh-CN" altLang="en-US" sz="1050" dirty="0" smtClean="0">
                <a:latin typeface="+mn-lt"/>
              </a:rPr>
              <a:t>方向没有超出车位</a:t>
            </a:r>
            <a:r>
              <a:rPr lang="en-US" altLang="zh-CN" sz="1050" dirty="0" smtClean="0">
                <a:latin typeface="+mn-lt"/>
              </a:rPr>
              <a:t>1.5m</a:t>
            </a:r>
            <a:r>
              <a:rPr lang="zh-CN" altLang="en-US" sz="1050" dirty="0" smtClean="0">
                <a:latin typeface="+mn-lt"/>
              </a:rPr>
              <a:t>时，则融合实时的</a:t>
            </a:r>
            <a:r>
              <a:rPr lang="en-US" altLang="zh-CN" sz="1050" dirty="0" smtClean="0">
                <a:latin typeface="+mn-lt"/>
              </a:rPr>
              <a:t>PDC</a:t>
            </a:r>
            <a:r>
              <a:rPr lang="zh-CN" altLang="en-US" sz="1050" dirty="0" smtClean="0">
                <a:latin typeface="+mn-lt"/>
              </a:rPr>
              <a:t>信息至地图边界；否则不再更新。</a:t>
            </a:r>
            <a:endParaRPr lang="en-US" altLang="zh-CN" sz="1050" dirty="0" smtClean="0">
              <a:latin typeface="+mn-lt"/>
            </a:endParaRPr>
          </a:p>
        </p:txBody>
      </p:sp>
      <p:sp>
        <p:nvSpPr>
          <p:cNvPr id="9" name="矩形 8"/>
          <p:cNvSpPr/>
          <p:nvPr/>
        </p:nvSpPr>
        <p:spPr>
          <a:xfrm>
            <a:off x="5940119" y="1089871"/>
            <a:ext cx="3011862" cy="845609"/>
          </a:xfrm>
          <a:prstGeom prst="rect">
            <a:avLst/>
          </a:prstGeom>
          <a:noFill/>
          <a:ln w="25400">
            <a:solidFill>
              <a:srgbClr val="0099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solidFill>
                <a:schemeClr val="tx1"/>
              </a:solidFill>
            </a:endParaRPr>
          </a:p>
        </p:txBody>
      </p:sp>
      <p:cxnSp>
        <p:nvCxnSpPr>
          <p:cNvPr id="11" name="直接箭头连接符 10"/>
          <p:cNvCxnSpPr>
            <a:endCxn id="9" idx="1"/>
          </p:cNvCxnSpPr>
          <p:nvPr/>
        </p:nvCxnSpPr>
        <p:spPr>
          <a:xfrm flipV="1">
            <a:off x="5090160" y="1512676"/>
            <a:ext cx="849959" cy="1443884"/>
          </a:xfrm>
          <a:prstGeom prst="straightConnector1">
            <a:avLst/>
          </a:prstGeom>
          <a:ln w="12700">
            <a:prstDash val="sysDot"/>
            <a:tailEnd type="triangle"/>
          </a:ln>
        </p:spPr>
        <p:style>
          <a:lnRef idx="2">
            <a:schemeClr val="accent1"/>
          </a:lnRef>
          <a:fillRef idx="0">
            <a:schemeClr val="accent1"/>
          </a:fillRef>
          <a:effectRef idx="1">
            <a:schemeClr val="accent1"/>
          </a:effectRef>
          <a:fontRef idx="minor">
            <a:schemeClr val="tx1"/>
          </a:fontRef>
        </p:style>
      </p:cxnSp>
      <p:grpSp>
        <p:nvGrpSpPr>
          <p:cNvPr id="30" name="组合 29"/>
          <p:cNvGrpSpPr/>
          <p:nvPr/>
        </p:nvGrpSpPr>
        <p:grpSpPr>
          <a:xfrm>
            <a:off x="6010183" y="2183907"/>
            <a:ext cx="2941798" cy="2956264"/>
            <a:chOff x="-1" y="248"/>
            <a:chExt cx="5496776" cy="4862198"/>
          </a:xfrm>
        </p:grpSpPr>
        <p:grpSp>
          <p:nvGrpSpPr>
            <p:cNvPr id="32" name="组合 31"/>
            <p:cNvGrpSpPr/>
            <p:nvPr/>
          </p:nvGrpSpPr>
          <p:grpSpPr>
            <a:xfrm rot="16696298">
              <a:off x="2429755" y="1779393"/>
              <a:ext cx="544013" cy="1501200"/>
              <a:chOff x="2338555" y="1793327"/>
              <a:chExt cx="555406" cy="1501200"/>
            </a:xfrm>
          </p:grpSpPr>
          <p:cxnSp>
            <p:nvCxnSpPr>
              <p:cNvPr id="48" name="直接连接符 47"/>
              <p:cNvCxnSpPr/>
              <p:nvPr/>
            </p:nvCxnSpPr>
            <p:spPr>
              <a:xfrm flipH="1" flipV="1">
                <a:off x="2342637" y="3288208"/>
                <a:ext cx="540000" cy="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49" name="直接连接符 48"/>
              <p:cNvCxnSpPr/>
              <p:nvPr/>
            </p:nvCxnSpPr>
            <p:spPr>
              <a:xfrm flipH="1" flipV="1">
                <a:off x="2338555" y="1793327"/>
                <a:ext cx="0" cy="150120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50" name="直接连接符 49"/>
              <p:cNvCxnSpPr/>
              <p:nvPr/>
            </p:nvCxnSpPr>
            <p:spPr>
              <a:xfrm flipH="1" flipV="1">
                <a:off x="2893961" y="1793327"/>
                <a:ext cx="0" cy="150120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51" name="直接连接符 50"/>
              <p:cNvCxnSpPr/>
              <p:nvPr/>
            </p:nvCxnSpPr>
            <p:spPr>
              <a:xfrm flipH="1" flipV="1">
                <a:off x="2342637" y="1804100"/>
                <a:ext cx="540000" cy="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52" name="直接连接符 51"/>
              <p:cNvCxnSpPr/>
              <p:nvPr/>
            </p:nvCxnSpPr>
            <p:spPr>
              <a:xfrm flipH="1" flipV="1">
                <a:off x="2348080" y="2949662"/>
                <a:ext cx="540000" cy="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53" name="直接连接符 52"/>
              <p:cNvCxnSpPr/>
              <p:nvPr/>
            </p:nvCxnSpPr>
            <p:spPr>
              <a:xfrm flipH="1" flipV="1">
                <a:off x="2619913" y="1798188"/>
                <a:ext cx="0" cy="149124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grpSp>
        <p:grpSp>
          <p:nvGrpSpPr>
            <p:cNvPr id="33" name="组合 32"/>
            <p:cNvGrpSpPr/>
            <p:nvPr/>
          </p:nvGrpSpPr>
          <p:grpSpPr>
            <a:xfrm>
              <a:off x="2624197" y="670035"/>
              <a:ext cx="1409700" cy="3824125"/>
              <a:chOff x="2614449" y="670035"/>
              <a:chExt cx="1409700" cy="3838575"/>
            </a:xfrm>
          </p:grpSpPr>
          <p:cxnSp>
            <p:nvCxnSpPr>
              <p:cNvPr id="43" name="直接连接符 42"/>
              <p:cNvCxnSpPr/>
              <p:nvPr/>
            </p:nvCxnSpPr>
            <p:spPr>
              <a:xfrm>
                <a:off x="2614449" y="670035"/>
                <a:ext cx="0" cy="1400175"/>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2623974" y="3108435"/>
                <a:ext cx="0" cy="1400175"/>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rot="5400000">
                <a:off x="3319299" y="1365361"/>
                <a:ext cx="0" cy="1400175"/>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rot="5400000">
                <a:off x="3324062" y="2398823"/>
                <a:ext cx="0" cy="1400175"/>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4024149" y="2079735"/>
                <a:ext cx="0" cy="1028700"/>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34" name="组合 33"/>
            <p:cNvGrpSpPr/>
            <p:nvPr/>
          </p:nvGrpSpPr>
          <p:grpSpPr>
            <a:xfrm rot="31679">
              <a:off x="-1" y="248"/>
              <a:ext cx="5496776" cy="4862198"/>
              <a:chOff x="0" y="0"/>
              <a:chExt cx="5496776" cy="5029202"/>
            </a:xfrm>
          </p:grpSpPr>
          <p:cxnSp>
            <p:nvCxnSpPr>
              <p:cNvPr id="38" name="直接连接符 37"/>
              <p:cNvCxnSpPr/>
              <p:nvPr/>
            </p:nvCxnSpPr>
            <p:spPr>
              <a:xfrm rot="21568321" flipV="1">
                <a:off x="2458302" y="133350"/>
                <a:ext cx="0" cy="4895852"/>
              </a:xfrm>
              <a:prstGeom prst="line">
                <a:avLst/>
              </a:prstGeom>
              <a:noFill/>
              <a:ln w="15875" cap="flat" cmpd="sng" algn="ctr">
                <a:solidFill>
                  <a:schemeClr val="accent1">
                    <a:lumMod val="75000"/>
                  </a:schemeClr>
                </a:solidFill>
                <a:prstDash val="dash"/>
                <a:headEnd type="none"/>
                <a:tailEnd type="arrow"/>
              </a:ln>
              <a:effectLst>
                <a:outerShdw blurRad="40000" dist="20000" dir="5400000" rotWithShape="0">
                  <a:srgbClr val="000000">
                    <a:alpha val="38000"/>
                  </a:srgbClr>
                </a:outerShdw>
              </a:effectLst>
            </p:spPr>
          </p:cxnSp>
          <p:cxnSp>
            <p:nvCxnSpPr>
              <p:cNvPr id="39" name="直接连接符 38"/>
              <p:cNvCxnSpPr/>
              <p:nvPr/>
            </p:nvCxnSpPr>
            <p:spPr>
              <a:xfrm rot="21568321">
                <a:off x="0" y="2132662"/>
                <a:ext cx="5343524" cy="0"/>
              </a:xfrm>
              <a:prstGeom prst="line">
                <a:avLst/>
              </a:prstGeom>
              <a:noFill/>
              <a:ln w="15875" cap="flat" cmpd="sng" algn="ctr">
                <a:solidFill>
                  <a:schemeClr val="accent1">
                    <a:lumMod val="75000"/>
                  </a:schemeClr>
                </a:solidFill>
                <a:prstDash val="dash"/>
                <a:headEnd type="none"/>
                <a:tailEnd type="arrow"/>
              </a:ln>
              <a:effectLst>
                <a:outerShdw blurRad="40000" dist="20000" dir="5400000" rotWithShape="0">
                  <a:srgbClr val="000000">
                    <a:alpha val="38000"/>
                  </a:srgbClr>
                </a:outerShdw>
              </a:effectLst>
            </p:spPr>
          </p:cxnSp>
          <p:sp>
            <p:nvSpPr>
              <p:cNvPr id="40" name="矩形 39"/>
              <p:cNvSpPr/>
              <p:nvPr/>
            </p:nvSpPr>
            <p:spPr>
              <a:xfrm>
                <a:off x="2086828" y="0"/>
                <a:ext cx="295274" cy="266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zh-CN" sz="1100">
                    <a:solidFill>
                      <a:sysClr val="windowText" lastClr="000000"/>
                    </a:solidFill>
                  </a:rPr>
                  <a:t>Y</a:t>
                </a:r>
                <a:endParaRPr lang="zh-CN" altLang="en-US" sz="1100">
                  <a:solidFill>
                    <a:sysClr val="windowText" lastClr="000000"/>
                  </a:solidFill>
                </a:endParaRPr>
              </a:p>
            </p:txBody>
          </p:sp>
          <p:sp>
            <p:nvSpPr>
              <p:cNvPr id="41" name="矩形 40"/>
              <p:cNvSpPr/>
              <p:nvPr/>
            </p:nvSpPr>
            <p:spPr>
              <a:xfrm>
                <a:off x="5201502" y="2238375"/>
                <a:ext cx="295274" cy="266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zh-CN" sz="1100">
                    <a:solidFill>
                      <a:sysClr val="windowText" lastClr="000000"/>
                    </a:solidFill>
                  </a:rPr>
                  <a:t>X</a:t>
                </a:r>
                <a:endParaRPr lang="zh-CN" altLang="en-US" sz="1100">
                  <a:solidFill>
                    <a:sysClr val="windowText" lastClr="000000"/>
                  </a:solidFill>
                </a:endParaRPr>
              </a:p>
            </p:txBody>
          </p:sp>
          <p:sp>
            <p:nvSpPr>
              <p:cNvPr id="42" name="椭圆 41"/>
              <p:cNvSpPr>
                <a:spLocks noChangeAspect="1"/>
              </p:cNvSpPr>
              <p:nvPr/>
            </p:nvSpPr>
            <p:spPr>
              <a:xfrm flipV="1">
                <a:off x="2411803" y="2091300"/>
                <a:ext cx="72000" cy="72000"/>
              </a:xfrm>
              <a:prstGeom prst="ellipse">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zh-CN" altLang="en-US" sz="1100"/>
              </a:p>
            </p:txBody>
          </p:sp>
        </p:grpSp>
        <p:sp>
          <p:nvSpPr>
            <p:cNvPr id="35" name="TextBox 447"/>
            <p:cNvSpPr txBox="1"/>
            <p:nvPr/>
          </p:nvSpPr>
          <p:spPr>
            <a:xfrm>
              <a:off x="1902926" y="1106015"/>
              <a:ext cx="1924248" cy="298535"/>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700" dirty="0"/>
                <a:t>Dis &gt;</a:t>
              </a:r>
              <a:r>
                <a:rPr lang="en-US" altLang="zh-CN" sz="700" baseline="0" dirty="0"/>
                <a:t> 1500mm=&gt;</a:t>
              </a:r>
              <a:r>
                <a:rPr lang="en-US" altLang="zh-CN" sz="700" dirty="0"/>
                <a:t>Keep</a:t>
              </a:r>
              <a:endParaRPr lang="zh-CN" altLang="en-US" sz="700" dirty="0"/>
            </a:p>
          </p:txBody>
        </p:sp>
        <p:cxnSp>
          <p:nvCxnSpPr>
            <p:cNvPr id="36" name="直接连接符 35"/>
            <p:cNvCxnSpPr/>
            <p:nvPr/>
          </p:nvCxnSpPr>
          <p:spPr>
            <a:xfrm>
              <a:off x="1832742" y="1497724"/>
              <a:ext cx="604344" cy="6570"/>
            </a:xfrm>
            <a:prstGeom prst="line">
              <a:avLst/>
            </a:prstGeom>
            <a:ln w="15875">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flipV="1">
              <a:off x="1845882" y="1215259"/>
              <a:ext cx="6568" cy="3632640"/>
            </a:xfrm>
            <a:prstGeom prst="line">
              <a:avLst/>
            </a:prstGeom>
            <a:noFill/>
            <a:ln w="15875" cap="flat" cmpd="sng" algn="ctr">
              <a:solidFill>
                <a:schemeClr val="accent1">
                  <a:lumMod val="75000"/>
                </a:schemeClr>
              </a:solidFill>
              <a:prstDash val="dash"/>
              <a:headEnd type="none"/>
              <a:tailEnd type="none"/>
            </a:ln>
            <a:effectLst>
              <a:outerShdw blurRad="40000" dist="20000" dir="5400000" rotWithShape="0">
                <a:srgbClr val="000000">
                  <a:alpha val="38000"/>
                </a:srgbClr>
              </a:outerShdw>
            </a:effectLst>
          </p:spPr>
        </p:cxnSp>
      </p:grpSp>
      <p:grpSp>
        <p:nvGrpSpPr>
          <p:cNvPr id="4" name="组合 3"/>
          <p:cNvGrpSpPr/>
          <p:nvPr/>
        </p:nvGrpSpPr>
        <p:grpSpPr>
          <a:xfrm>
            <a:off x="978343" y="1370620"/>
            <a:ext cx="1808506" cy="3495835"/>
            <a:chOff x="978343" y="1370620"/>
            <a:chExt cx="1808506" cy="3495835"/>
          </a:xfrm>
        </p:grpSpPr>
        <p:sp>
          <p:nvSpPr>
            <p:cNvPr id="55" name="圆角矩形 54"/>
            <p:cNvSpPr/>
            <p:nvPr/>
          </p:nvSpPr>
          <p:spPr>
            <a:xfrm>
              <a:off x="1637829" y="1370620"/>
              <a:ext cx="1110306" cy="282587"/>
            </a:xfrm>
            <a:prstGeom prst="roundRect">
              <a:avLst/>
            </a:prstGeom>
            <a:solidFill>
              <a:srgbClr val="4F81BD"/>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latin typeface="宋体" panose="02010600030101010101" pitchFamily="2" charset="-122"/>
                  <a:ea typeface="宋体" panose="02010600030101010101" pitchFamily="2" charset="-122"/>
                </a:rPr>
                <a:t>根据车位框定地图</a:t>
              </a:r>
              <a:r>
                <a:rPr lang="zh-CN" altLang="en-US" sz="700" dirty="0" smtClean="0">
                  <a:latin typeface="宋体" panose="02010600030101010101" pitchFamily="2" charset="-122"/>
                  <a:ea typeface="宋体" panose="02010600030101010101" pitchFamily="2" charset="-122"/>
                </a:rPr>
                <a:t>参数</a:t>
              </a:r>
              <a:endParaRPr lang="zh-CN" altLang="en-US" sz="700" dirty="0">
                <a:latin typeface="宋体" panose="02010600030101010101" pitchFamily="2" charset="-122"/>
                <a:ea typeface="宋体" panose="02010600030101010101" pitchFamily="2" charset="-122"/>
              </a:endParaRPr>
            </a:p>
          </p:txBody>
        </p:sp>
        <p:sp>
          <p:nvSpPr>
            <p:cNvPr id="56" name="圆角矩形 55"/>
            <p:cNvSpPr/>
            <p:nvPr/>
          </p:nvSpPr>
          <p:spPr>
            <a:xfrm>
              <a:off x="1668800" y="1800413"/>
              <a:ext cx="1052235" cy="278508"/>
            </a:xfrm>
            <a:prstGeom prst="roundRect">
              <a:avLst/>
            </a:prstGeom>
            <a:solidFill>
              <a:srgbClr val="4F81BD"/>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latin typeface="宋体" panose="02010600030101010101" pitchFamily="2" charset="-122"/>
                  <a:ea typeface="宋体" panose="02010600030101010101" pitchFamily="2" charset="-122"/>
                </a:rPr>
                <a:t>根据车辆位置定车位大小</a:t>
              </a:r>
            </a:p>
          </p:txBody>
        </p:sp>
        <p:sp>
          <p:nvSpPr>
            <p:cNvPr id="57" name="圆角矩形 56"/>
            <p:cNvSpPr/>
            <p:nvPr/>
          </p:nvSpPr>
          <p:spPr>
            <a:xfrm>
              <a:off x="1637829" y="2267312"/>
              <a:ext cx="1110306" cy="331520"/>
            </a:xfrm>
            <a:prstGeom prst="roundRect">
              <a:avLst/>
            </a:prstGeom>
            <a:solidFill>
              <a:srgbClr val="4F81BD"/>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latin typeface="宋体" panose="02010600030101010101" pitchFamily="2" charset="-122"/>
                  <a:ea typeface="宋体" panose="02010600030101010101" pitchFamily="2" charset="-122"/>
                </a:rPr>
                <a:t>电子栅栏限定车位大小及地图参数</a:t>
              </a:r>
            </a:p>
          </p:txBody>
        </p:sp>
        <p:sp>
          <p:nvSpPr>
            <p:cNvPr id="58" name="圆角矩形 57"/>
            <p:cNvSpPr/>
            <p:nvPr/>
          </p:nvSpPr>
          <p:spPr>
            <a:xfrm>
              <a:off x="978344" y="2770912"/>
              <a:ext cx="1808504" cy="315209"/>
            </a:xfrm>
            <a:prstGeom prst="roundRect">
              <a:avLst/>
            </a:prstGeom>
            <a:solidFill>
              <a:srgbClr val="4F81BD"/>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latin typeface="宋体" panose="02010600030101010101" pitchFamily="2" charset="-122"/>
                  <a:ea typeface="宋体" panose="02010600030101010101" pitchFamily="2" charset="-122"/>
                </a:rPr>
                <a:t>根据车位参数构造基础边界</a:t>
              </a:r>
            </a:p>
          </p:txBody>
        </p:sp>
        <p:sp>
          <p:nvSpPr>
            <p:cNvPr id="59" name="圆角矩形 58"/>
            <p:cNvSpPr/>
            <p:nvPr/>
          </p:nvSpPr>
          <p:spPr>
            <a:xfrm>
              <a:off x="978343" y="3257792"/>
              <a:ext cx="1808504" cy="315208"/>
            </a:xfrm>
            <a:prstGeom prst="roundRect">
              <a:avLst/>
            </a:prstGeom>
            <a:solidFill>
              <a:srgbClr val="4F81BD"/>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a:latin typeface="宋体" panose="02010600030101010101" pitchFamily="2" charset="-122"/>
                  <a:ea typeface="宋体" panose="02010600030101010101" pitchFamily="2" charset="-122"/>
                </a:rPr>
                <a:t>地图边界融合</a:t>
              </a:r>
              <a:r>
                <a:rPr lang="en-US" altLang="zh-CN" sz="700">
                  <a:latin typeface="宋体" panose="02010600030101010101" pitchFamily="2" charset="-122"/>
                  <a:ea typeface="宋体" panose="02010600030101010101" pitchFamily="2" charset="-122"/>
                </a:rPr>
                <a:t>FSD</a:t>
              </a:r>
              <a:r>
                <a:rPr lang="zh-CN" altLang="en-US" sz="700">
                  <a:latin typeface="宋体" panose="02010600030101010101" pitchFamily="2" charset="-122"/>
                  <a:ea typeface="宋体" panose="02010600030101010101" pitchFamily="2" charset="-122"/>
                </a:rPr>
                <a:t>数据</a:t>
              </a:r>
            </a:p>
          </p:txBody>
        </p:sp>
        <p:sp>
          <p:nvSpPr>
            <p:cNvPr id="60" name="圆角矩形 59"/>
            <p:cNvSpPr/>
            <p:nvPr/>
          </p:nvSpPr>
          <p:spPr>
            <a:xfrm>
              <a:off x="978345" y="3745081"/>
              <a:ext cx="1808504" cy="286257"/>
            </a:xfrm>
            <a:prstGeom prst="roundRect">
              <a:avLst/>
            </a:prstGeom>
            <a:solidFill>
              <a:schemeClr val="accent3"/>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latin typeface="宋体" panose="02010600030101010101" pitchFamily="2" charset="-122"/>
                  <a:ea typeface="宋体" panose="02010600030101010101" pitchFamily="2" charset="-122"/>
                </a:rPr>
                <a:t>地图边界</a:t>
              </a:r>
              <a:r>
                <a:rPr lang="zh-CN" altLang="en-US" sz="700" dirty="0" smtClean="0">
                  <a:latin typeface="宋体" panose="02010600030101010101" pitchFamily="2" charset="-122"/>
                  <a:ea typeface="宋体" panose="02010600030101010101" pitchFamily="2" charset="-122"/>
                </a:rPr>
                <a:t>融合</a:t>
              </a:r>
              <a:r>
                <a:rPr lang="en-US" altLang="zh-CN" sz="700" dirty="0" smtClean="0">
                  <a:latin typeface="宋体" panose="02010600030101010101" pitchFamily="2" charset="-122"/>
                  <a:ea typeface="宋体" panose="02010600030101010101" pitchFamily="2" charset="-122"/>
                </a:rPr>
                <a:t>PDC</a:t>
              </a:r>
              <a:r>
                <a:rPr lang="zh-CN" altLang="en-US" sz="700" dirty="0" smtClean="0">
                  <a:latin typeface="宋体" panose="02010600030101010101" pitchFamily="2" charset="-122"/>
                  <a:ea typeface="宋体" panose="02010600030101010101" pitchFamily="2" charset="-122"/>
                </a:rPr>
                <a:t>数据</a:t>
              </a:r>
              <a:endParaRPr lang="zh-CN" altLang="en-US" sz="700" dirty="0">
                <a:latin typeface="宋体" panose="02010600030101010101" pitchFamily="2" charset="-122"/>
                <a:ea typeface="宋体" panose="02010600030101010101" pitchFamily="2" charset="-122"/>
              </a:endParaRPr>
            </a:p>
          </p:txBody>
        </p:sp>
        <p:sp>
          <p:nvSpPr>
            <p:cNvPr id="61" name="圆角矩形 60"/>
            <p:cNvSpPr/>
            <p:nvPr/>
          </p:nvSpPr>
          <p:spPr>
            <a:xfrm>
              <a:off x="989958" y="4580198"/>
              <a:ext cx="1781405" cy="286257"/>
            </a:xfrm>
            <a:prstGeom prst="roundRect">
              <a:avLst/>
            </a:prstGeom>
            <a:solidFill>
              <a:srgbClr val="4F81BD"/>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latin typeface="宋体" panose="02010600030101010101" pitchFamily="2" charset="-122"/>
                  <a:ea typeface="宋体" panose="02010600030101010101" pitchFamily="2" charset="-122"/>
                </a:rPr>
                <a:t>目标停靠点界定和更新</a:t>
              </a:r>
            </a:p>
          </p:txBody>
        </p:sp>
        <p:sp>
          <p:nvSpPr>
            <p:cNvPr id="62" name="圆角矩形 61"/>
            <p:cNvSpPr/>
            <p:nvPr/>
          </p:nvSpPr>
          <p:spPr>
            <a:xfrm>
              <a:off x="978344" y="4154483"/>
              <a:ext cx="1808504" cy="286256"/>
            </a:xfrm>
            <a:prstGeom prst="roundRect">
              <a:avLst/>
            </a:prstGeom>
            <a:solidFill>
              <a:srgbClr val="4F81BD"/>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latin typeface="宋体" panose="02010600030101010101" pitchFamily="2" charset="-122"/>
                  <a:ea typeface="宋体" panose="02010600030101010101" pitchFamily="2" charset="-122"/>
                </a:rPr>
                <a:t>离散障碍物更新及</a:t>
              </a:r>
              <a:r>
                <a:rPr lang="zh-CN" altLang="en-US" sz="700" dirty="0" smtClean="0">
                  <a:latin typeface="宋体" panose="02010600030101010101" pitchFamily="2" charset="-122"/>
                  <a:ea typeface="宋体" panose="02010600030101010101" pitchFamily="2" charset="-122"/>
                </a:rPr>
                <a:t>处理</a:t>
              </a:r>
              <a:endParaRPr lang="zh-CN" altLang="en-US" sz="700" dirty="0">
                <a:latin typeface="宋体" panose="02010600030101010101" pitchFamily="2" charset="-122"/>
                <a:ea typeface="宋体" panose="02010600030101010101" pitchFamily="2" charset="-122"/>
              </a:endParaRPr>
            </a:p>
          </p:txBody>
        </p:sp>
        <p:cxnSp>
          <p:nvCxnSpPr>
            <p:cNvPr id="63" name="直接连接符 62"/>
            <p:cNvCxnSpPr>
              <a:stCxn id="55" idx="2"/>
              <a:endCxn id="56" idx="0"/>
            </p:cNvCxnSpPr>
            <p:nvPr/>
          </p:nvCxnSpPr>
          <p:spPr>
            <a:xfrm>
              <a:off x="2192982" y="1653207"/>
              <a:ext cx="1936" cy="147206"/>
            </a:xfrm>
            <a:prstGeom prst="line">
              <a:avLst/>
            </a:prstGeom>
            <a:ln w="15875">
              <a:solidFill>
                <a:srgbClr val="4F81BD"/>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4" name="直接连接符 63"/>
            <p:cNvCxnSpPr>
              <a:stCxn id="56" idx="2"/>
              <a:endCxn id="57" idx="0"/>
            </p:cNvCxnSpPr>
            <p:nvPr/>
          </p:nvCxnSpPr>
          <p:spPr>
            <a:xfrm flipH="1">
              <a:off x="2192982" y="2078921"/>
              <a:ext cx="1936" cy="188391"/>
            </a:xfrm>
            <a:prstGeom prst="line">
              <a:avLst/>
            </a:prstGeom>
            <a:ln w="15875">
              <a:solidFill>
                <a:srgbClr val="4F81BD"/>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5" name="直接连接符 64"/>
            <p:cNvCxnSpPr>
              <a:stCxn id="57" idx="2"/>
              <a:endCxn id="58" idx="0"/>
            </p:cNvCxnSpPr>
            <p:nvPr/>
          </p:nvCxnSpPr>
          <p:spPr>
            <a:xfrm>
              <a:off x="2192982" y="2598832"/>
              <a:ext cx="1936" cy="172079"/>
            </a:xfrm>
            <a:prstGeom prst="line">
              <a:avLst/>
            </a:prstGeom>
            <a:ln w="15875">
              <a:solidFill>
                <a:srgbClr val="4F81BD"/>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6" name="直接连接符 65"/>
            <p:cNvCxnSpPr>
              <a:stCxn id="58" idx="2"/>
              <a:endCxn id="59" idx="0"/>
            </p:cNvCxnSpPr>
            <p:nvPr/>
          </p:nvCxnSpPr>
          <p:spPr>
            <a:xfrm flipH="1">
              <a:off x="2194917" y="3086120"/>
              <a:ext cx="1" cy="171671"/>
            </a:xfrm>
            <a:prstGeom prst="line">
              <a:avLst/>
            </a:prstGeom>
            <a:ln w="15875">
              <a:solidFill>
                <a:srgbClr val="4F81BD"/>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7" name="直接连接符 66"/>
            <p:cNvCxnSpPr>
              <a:stCxn id="59" idx="2"/>
              <a:endCxn id="60" idx="0"/>
            </p:cNvCxnSpPr>
            <p:nvPr/>
          </p:nvCxnSpPr>
          <p:spPr>
            <a:xfrm>
              <a:off x="2194917" y="3573000"/>
              <a:ext cx="2" cy="172081"/>
            </a:xfrm>
            <a:prstGeom prst="line">
              <a:avLst/>
            </a:prstGeom>
            <a:ln w="15875">
              <a:solidFill>
                <a:srgbClr val="4F81BD"/>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8" name="直接连接符 67"/>
            <p:cNvCxnSpPr>
              <a:stCxn id="60" idx="2"/>
              <a:endCxn id="62" idx="0"/>
            </p:cNvCxnSpPr>
            <p:nvPr/>
          </p:nvCxnSpPr>
          <p:spPr>
            <a:xfrm flipH="1">
              <a:off x="2194918" y="4031338"/>
              <a:ext cx="1" cy="123146"/>
            </a:xfrm>
            <a:prstGeom prst="line">
              <a:avLst/>
            </a:prstGeom>
            <a:ln w="15875">
              <a:solidFill>
                <a:srgbClr val="4F81BD"/>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a:off x="2196853" y="4452973"/>
              <a:ext cx="1" cy="122738"/>
            </a:xfrm>
            <a:prstGeom prst="line">
              <a:avLst/>
            </a:prstGeom>
            <a:ln w="15875">
              <a:solidFill>
                <a:srgbClr val="4F81BD"/>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198409" y="1137571"/>
            <a:ext cx="2768317" cy="3687492"/>
            <a:chOff x="3198409" y="1137571"/>
            <a:chExt cx="2768317" cy="3687492"/>
          </a:xfrm>
        </p:grpSpPr>
        <p:sp>
          <p:nvSpPr>
            <p:cNvPr id="71" name="圆角矩形 70"/>
            <p:cNvSpPr/>
            <p:nvPr/>
          </p:nvSpPr>
          <p:spPr>
            <a:xfrm>
              <a:off x="4038730" y="4582648"/>
              <a:ext cx="1244762" cy="242415"/>
            </a:xfrm>
            <a:prstGeom prst="roundRect">
              <a:avLst/>
            </a:prstGeom>
            <a:solidFill>
              <a:srgbClr val="4F81BD"/>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700">
                  <a:latin typeface="宋体" panose="02010600030101010101" pitchFamily="2" charset="-122"/>
                  <a:ea typeface="宋体" panose="02010600030101010101" pitchFamily="2" charset="-122"/>
                </a:rPr>
                <a:t>Planning</a:t>
              </a:r>
              <a:endParaRPr lang="zh-CN" altLang="en-US" sz="700">
                <a:latin typeface="宋体" panose="02010600030101010101" pitchFamily="2" charset="-122"/>
                <a:ea typeface="宋体" panose="02010600030101010101" pitchFamily="2" charset="-122"/>
              </a:endParaRPr>
            </a:p>
          </p:txBody>
        </p:sp>
        <p:sp>
          <p:nvSpPr>
            <p:cNvPr id="72" name="矩形 71"/>
            <p:cNvSpPr/>
            <p:nvPr/>
          </p:nvSpPr>
          <p:spPr>
            <a:xfrm>
              <a:off x="3198409" y="3421266"/>
              <a:ext cx="1346031" cy="184775"/>
            </a:xfrm>
            <a:prstGeom prst="rect">
              <a:avLst/>
            </a:prstGeom>
            <a:solidFill>
              <a:srgbClr val="4F81BD"/>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latin typeface="宋体" panose="02010600030101010101" pitchFamily="2" charset="-122"/>
                  <a:ea typeface="宋体" panose="02010600030101010101" pitchFamily="2" charset="-122"/>
                </a:rPr>
                <a:t>车位一侧地图边界和参数记忆</a:t>
              </a:r>
            </a:p>
          </p:txBody>
        </p:sp>
        <p:sp>
          <p:nvSpPr>
            <p:cNvPr id="73" name="圆角矩形 72"/>
            <p:cNvSpPr/>
            <p:nvPr/>
          </p:nvSpPr>
          <p:spPr>
            <a:xfrm>
              <a:off x="4038728" y="3659594"/>
              <a:ext cx="1244762" cy="233829"/>
            </a:xfrm>
            <a:prstGeom prst="roundRect">
              <a:avLst/>
            </a:prstGeom>
            <a:solidFill>
              <a:srgbClr val="4F81BD"/>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latin typeface="宋体" panose="02010600030101010101" pitchFamily="2" charset="-122"/>
                  <a:ea typeface="宋体" panose="02010600030101010101" pitchFamily="2" charset="-122"/>
                </a:rPr>
                <a:t>获取和</a:t>
              </a:r>
              <a:r>
                <a:rPr lang="zh-CN" altLang="en-US" sz="700" dirty="0" smtClean="0">
                  <a:latin typeface="宋体" panose="02010600030101010101" pitchFamily="2" charset="-122"/>
                  <a:ea typeface="宋体" panose="02010600030101010101" pitchFamily="2" charset="-122"/>
                </a:rPr>
                <a:t>处理</a:t>
              </a:r>
              <a:r>
                <a:rPr lang="en-US" altLang="zh-CN" sz="700" dirty="0" smtClean="0">
                  <a:latin typeface="宋体" panose="02010600030101010101" pitchFamily="2" charset="-122"/>
                  <a:ea typeface="宋体" panose="02010600030101010101" pitchFamily="2" charset="-122"/>
                </a:rPr>
                <a:t>PDC</a:t>
              </a:r>
              <a:r>
                <a:rPr lang="zh-CN" altLang="en-US" sz="700" dirty="0" smtClean="0">
                  <a:latin typeface="宋体" panose="02010600030101010101" pitchFamily="2" charset="-122"/>
                  <a:ea typeface="宋体" panose="02010600030101010101" pitchFamily="2" charset="-122"/>
                </a:rPr>
                <a:t>数据</a:t>
              </a:r>
              <a:endParaRPr lang="zh-CN" altLang="en-US" sz="700" dirty="0">
                <a:latin typeface="宋体" panose="02010600030101010101" pitchFamily="2" charset="-122"/>
                <a:ea typeface="宋体" panose="02010600030101010101" pitchFamily="2" charset="-122"/>
              </a:endParaRPr>
            </a:p>
          </p:txBody>
        </p:sp>
        <p:sp>
          <p:nvSpPr>
            <p:cNvPr id="74" name="椭圆 73"/>
            <p:cNvSpPr/>
            <p:nvPr/>
          </p:nvSpPr>
          <p:spPr>
            <a:xfrm>
              <a:off x="4176946" y="2810119"/>
              <a:ext cx="964264" cy="586619"/>
            </a:xfrm>
            <a:prstGeom prst="ellipse">
              <a:avLst/>
            </a:prstGeom>
            <a:solidFill>
              <a:srgbClr val="4F81BD"/>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latin typeface="宋体" panose="02010600030101010101" pitchFamily="2" charset="-122"/>
                  <a:ea typeface="宋体" panose="02010600030101010101" pitchFamily="2" charset="-122"/>
                </a:rPr>
                <a:t>判定当前车辆位置是否需要</a:t>
              </a:r>
              <a:r>
                <a:rPr lang="zh-CN" altLang="en-US" sz="700" dirty="0" smtClean="0">
                  <a:latin typeface="宋体" panose="02010600030101010101" pitchFamily="2" charset="-122"/>
                  <a:ea typeface="宋体" panose="02010600030101010101" pitchFamily="2" charset="-122"/>
                </a:rPr>
                <a:t>融合</a:t>
              </a:r>
              <a:endParaRPr lang="zh-CN" altLang="en-US" sz="700" dirty="0">
                <a:latin typeface="宋体" panose="02010600030101010101" pitchFamily="2" charset="-122"/>
                <a:ea typeface="宋体" panose="02010600030101010101" pitchFamily="2" charset="-122"/>
              </a:endParaRPr>
            </a:p>
          </p:txBody>
        </p:sp>
        <p:cxnSp>
          <p:nvCxnSpPr>
            <p:cNvPr id="75" name="直接连接符 74"/>
            <p:cNvCxnSpPr>
              <a:stCxn id="86" idx="2"/>
              <a:endCxn id="71" idx="0"/>
            </p:cNvCxnSpPr>
            <p:nvPr/>
          </p:nvCxnSpPr>
          <p:spPr>
            <a:xfrm>
              <a:off x="4661924" y="4312026"/>
              <a:ext cx="1" cy="270622"/>
            </a:xfrm>
            <a:prstGeom prst="line">
              <a:avLst/>
            </a:prstGeom>
            <a:ln w="15875">
              <a:solidFill>
                <a:srgbClr val="4F81BD"/>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6" name="直接连接符 75"/>
            <p:cNvCxnSpPr>
              <a:endCxn id="73" idx="0"/>
            </p:cNvCxnSpPr>
            <p:nvPr/>
          </p:nvCxnSpPr>
          <p:spPr>
            <a:xfrm>
              <a:off x="4655825" y="3384475"/>
              <a:ext cx="6096" cy="275119"/>
            </a:xfrm>
            <a:prstGeom prst="line">
              <a:avLst/>
            </a:prstGeom>
            <a:ln w="15875">
              <a:solidFill>
                <a:srgbClr val="4F81BD"/>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7" name="肘形连接符 76"/>
            <p:cNvCxnSpPr>
              <a:stCxn id="74" idx="6"/>
              <a:endCxn id="71" idx="3"/>
            </p:cNvCxnSpPr>
            <p:nvPr/>
          </p:nvCxnSpPr>
          <p:spPr>
            <a:xfrm>
              <a:off x="5141210" y="3103224"/>
              <a:ext cx="142281" cy="1600428"/>
            </a:xfrm>
            <a:prstGeom prst="bentConnector3">
              <a:avLst>
                <a:gd name="adj1" fmla="val 199429"/>
              </a:avLst>
            </a:prstGeom>
            <a:ln>
              <a:solidFill>
                <a:srgbClr val="4F81BD"/>
              </a:solidFill>
              <a:tailEnd type="arrow"/>
            </a:ln>
          </p:spPr>
          <p:style>
            <a:lnRef idx="1">
              <a:schemeClr val="accent1"/>
            </a:lnRef>
            <a:fillRef idx="0">
              <a:schemeClr val="accent1"/>
            </a:fillRef>
            <a:effectRef idx="0">
              <a:schemeClr val="accent1"/>
            </a:effectRef>
            <a:fontRef idx="minor">
              <a:schemeClr val="tx1"/>
            </a:fontRef>
          </p:style>
        </p:cxnSp>
        <p:sp>
          <p:nvSpPr>
            <p:cNvPr id="78" name="圆角矩形 77"/>
            <p:cNvSpPr/>
            <p:nvPr/>
          </p:nvSpPr>
          <p:spPr>
            <a:xfrm>
              <a:off x="4034664" y="1870303"/>
              <a:ext cx="1240697" cy="360965"/>
            </a:xfrm>
            <a:prstGeom prst="roundRect">
              <a:avLst/>
            </a:prstGeom>
            <a:solidFill>
              <a:srgbClr val="4F81BD"/>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latin typeface="宋体" panose="02010600030101010101" pitchFamily="2" charset="-122"/>
                  <a:ea typeface="宋体" panose="02010600030101010101" pitchFamily="2" charset="-122"/>
                </a:rPr>
                <a:t>获取上一周期</a:t>
              </a:r>
              <a:r>
                <a:rPr lang="zh-CN" altLang="en-US" sz="700" dirty="0" smtClean="0">
                  <a:latin typeface="宋体" panose="02010600030101010101" pitchFamily="2" charset="-122"/>
                  <a:ea typeface="宋体" panose="02010600030101010101" pitchFamily="2" charset="-122"/>
                </a:rPr>
                <a:t>融合</a:t>
              </a:r>
              <a:r>
                <a:rPr lang="en-US" altLang="zh-CN" sz="700" dirty="0" smtClean="0">
                  <a:latin typeface="宋体" panose="02010600030101010101" pitchFamily="2" charset="-122"/>
                  <a:ea typeface="宋体" panose="02010600030101010101" pitchFamily="2" charset="-122"/>
                </a:rPr>
                <a:t>PDC</a:t>
              </a:r>
              <a:r>
                <a:rPr lang="zh-CN" altLang="en-US" sz="700" dirty="0" smtClean="0">
                  <a:latin typeface="宋体" panose="02010600030101010101" pitchFamily="2" charset="-122"/>
                  <a:ea typeface="宋体" panose="02010600030101010101" pitchFamily="2" charset="-122"/>
                </a:rPr>
                <a:t>前</a:t>
              </a:r>
              <a:r>
                <a:rPr lang="zh-CN" altLang="en-US" sz="700" dirty="0">
                  <a:latin typeface="宋体" panose="02010600030101010101" pitchFamily="2" charset="-122"/>
                  <a:ea typeface="宋体" panose="02010600030101010101" pitchFamily="2" charset="-122"/>
                </a:rPr>
                <a:t>的地图数据</a:t>
              </a:r>
            </a:p>
          </p:txBody>
        </p:sp>
        <p:sp>
          <p:nvSpPr>
            <p:cNvPr id="79" name="椭圆 78"/>
            <p:cNvSpPr/>
            <p:nvPr/>
          </p:nvSpPr>
          <p:spPr>
            <a:xfrm>
              <a:off x="4168815" y="1137571"/>
              <a:ext cx="964264" cy="586619"/>
            </a:xfrm>
            <a:prstGeom prst="ellipse">
              <a:avLst/>
            </a:prstGeom>
            <a:solidFill>
              <a:srgbClr val="4F81BD"/>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latin typeface="宋体" panose="02010600030101010101" pitchFamily="2" charset="-122"/>
                  <a:ea typeface="宋体" panose="02010600030101010101" pitchFamily="2" charset="-122"/>
                </a:rPr>
                <a:t>判定</a:t>
              </a:r>
              <a:r>
                <a:rPr lang="zh-CN" altLang="en-US" sz="700" dirty="0" smtClean="0">
                  <a:latin typeface="宋体" panose="02010600030101010101" pitchFamily="2" charset="-122"/>
                  <a:ea typeface="宋体" panose="02010600030101010101" pitchFamily="2" charset="-122"/>
                </a:rPr>
                <a:t>当前</a:t>
              </a:r>
              <a:r>
                <a:rPr lang="en-US" altLang="zh-CN" sz="700" dirty="0" smtClean="0">
                  <a:latin typeface="宋体" panose="02010600030101010101" pitchFamily="2" charset="-122"/>
                  <a:ea typeface="宋体" panose="02010600030101010101" pitchFamily="2" charset="-122"/>
                </a:rPr>
                <a:t>PDC</a:t>
              </a:r>
              <a:r>
                <a:rPr lang="zh-CN" altLang="en-US" sz="700" dirty="0" smtClean="0">
                  <a:latin typeface="宋体" panose="02010600030101010101" pitchFamily="2" charset="-122"/>
                  <a:ea typeface="宋体" panose="02010600030101010101" pitchFamily="2" charset="-122"/>
                </a:rPr>
                <a:t>融合</a:t>
              </a:r>
              <a:r>
                <a:rPr lang="zh-CN" altLang="en-US" sz="700" dirty="0">
                  <a:latin typeface="宋体" panose="02010600030101010101" pitchFamily="2" charset="-122"/>
                  <a:ea typeface="宋体" panose="02010600030101010101" pitchFamily="2" charset="-122"/>
                </a:rPr>
                <a:t>状态</a:t>
              </a:r>
            </a:p>
          </p:txBody>
        </p:sp>
        <p:cxnSp>
          <p:nvCxnSpPr>
            <p:cNvPr id="80" name="肘形连接符 79"/>
            <p:cNvCxnSpPr>
              <a:stCxn id="72" idx="0"/>
              <a:endCxn id="78" idx="1"/>
            </p:cNvCxnSpPr>
            <p:nvPr/>
          </p:nvCxnSpPr>
          <p:spPr>
            <a:xfrm rot="5400000" flipH="1" flipV="1">
              <a:off x="3267804" y="2654407"/>
              <a:ext cx="1370480" cy="163239"/>
            </a:xfrm>
            <a:prstGeom prst="bentConnector2">
              <a:avLst/>
            </a:prstGeom>
            <a:ln>
              <a:solidFill>
                <a:srgbClr val="4F81BD"/>
              </a:solidFill>
              <a:tailEnd type="arrow"/>
            </a:ln>
          </p:spPr>
          <p:style>
            <a:lnRef idx="1">
              <a:schemeClr val="accent1"/>
            </a:lnRef>
            <a:fillRef idx="0">
              <a:schemeClr val="accent1"/>
            </a:fillRef>
            <a:effectRef idx="0">
              <a:schemeClr val="accent1"/>
            </a:effectRef>
            <a:fontRef idx="minor">
              <a:schemeClr val="tx1"/>
            </a:fontRef>
          </p:style>
        </p:cxnSp>
        <p:cxnSp>
          <p:nvCxnSpPr>
            <p:cNvPr id="81" name="直接连接符 80"/>
            <p:cNvCxnSpPr>
              <a:stCxn id="78" idx="2"/>
              <a:endCxn id="74" idx="0"/>
            </p:cNvCxnSpPr>
            <p:nvPr/>
          </p:nvCxnSpPr>
          <p:spPr>
            <a:xfrm>
              <a:off x="4655826" y="2231268"/>
              <a:ext cx="4066" cy="578851"/>
            </a:xfrm>
            <a:prstGeom prst="line">
              <a:avLst/>
            </a:prstGeom>
            <a:ln w="15875">
              <a:solidFill>
                <a:srgbClr val="4F81BD"/>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2" name="直接连接符 81"/>
            <p:cNvCxnSpPr>
              <a:stCxn id="79" idx="4"/>
              <a:endCxn id="78" idx="0"/>
            </p:cNvCxnSpPr>
            <p:nvPr/>
          </p:nvCxnSpPr>
          <p:spPr>
            <a:xfrm>
              <a:off x="4650947" y="1724190"/>
              <a:ext cx="4066" cy="146113"/>
            </a:xfrm>
            <a:prstGeom prst="line">
              <a:avLst/>
            </a:prstGeom>
            <a:ln w="15875">
              <a:solidFill>
                <a:srgbClr val="4F81BD"/>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3" name="TextBox 448"/>
            <p:cNvSpPr txBox="1"/>
            <p:nvPr/>
          </p:nvSpPr>
          <p:spPr>
            <a:xfrm>
              <a:off x="4700543" y="3429441"/>
              <a:ext cx="460994" cy="160247"/>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altLang="zh-CN" sz="700">
                  <a:latin typeface="宋体" panose="02010600030101010101" pitchFamily="2" charset="-122"/>
                  <a:ea typeface="宋体" panose="02010600030101010101" pitchFamily="2" charset="-122"/>
                </a:rPr>
                <a:t>updata</a:t>
              </a:r>
              <a:endParaRPr lang="zh-CN" altLang="en-US" sz="700">
                <a:latin typeface="宋体" panose="02010600030101010101" pitchFamily="2" charset="-122"/>
                <a:ea typeface="宋体" panose="02010600030101010101" pitchFamily="2" charset="-122"/>
              </a:endParaRPr>
            </a:p>
          </p:txBody>
        </p:sp>
        <p:sp>
          <p:nvSpPr>
            <p:cNvPr id="84" name="TextBox 449"/>
            <p:cNvSpPr txBox="1"/>
            <p:nvPr/>
          </p:nvSpPr>
          <p:spPr>
            <a:xfrm>
              <a:off x="5435299" y="3183348"/>
              <a:ext cx="531427" cy="307822"/>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altLang="zh-CN" sz="700">
                  <a:latin typeface="宋体" panose="02010600030101010101" pitchFamily="2" charset="-122"/>
                  <a:ea typeface="宋体" panose="02010600030101010101" pitchFamily="2" charset="-122"/>
                </a:rPr>
                <a:t>invalid /Keep</a:t>
              </a:r>
              <a:endParaRPr lang="zh-CN" altLang="en-US" sz="700">
                <a:latin typeface="宋体" panose="02010600030101010101" pitchFamily="2" charset="-122"/>
                <a:ea typeface="宋体" panose="02010600030101010101" pitchFamily="2" charset="-122"/>
              </a:endParaRPr>
            </a:p>
          </p:txBody>
        </p:sp>
        <p:sp>
          <p:nvSpPr>
            <p:cNvPr id="85" name="TextBox 451"/>
            <p:cNvSpPr txBox="1"/>
            <p:nvPr/>
          </p:nvSpPr>
          <p:spPr>
            <a:xfrm>
              <a:off x="3704548" y="1655135"/>
              <a:ext cx="542879" cy="180942"/>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altLang="zh-CN" sz="700" dirty="0" err="1">
                  <a:latin typeface="宋体" panose="02010600030101010101" pitchFamily="2" charset="-122"/>
                  <a:ea typeface="宋体" panose="02010600030101010101" pitchFamily="2" charset="-122"/>
                </a:rPr>
                <a:t>updata</a:t>
              </a:r>
              <a:endParaRPr lang="zh-CN" altLang="en-US" sz="700" dirty="0">
                <a:latin typeface="宋体" panose="02010600030101010101" pitchFamily="2" charset="-122"/>
                <a:ea typeface="宋体" panose="02010600030101010101" pitchFamily="2" charset="-122"/>
              </a:endParaRPr>
            </a:p>
          </p:txBody>
        </p:sp>
        <p:sp>
          <p:nvSpPr>
            <p:cNvPr id="86" name="圆角矩形 85"/>
            <p:cNvSpPr/>
            <p:nvPr/>
          </p:nvSpPr>
          <p:spPr>
            <a:xfrm>
              <a:off x="4038729" y="4078197"/>
              <a:ext cx="1244762" cy="233829"/>
            </a:xfrm>
            <a:prstGeom prst="roundRect">
              <a:avLst/>
            </a:prstGeom>
            <a:solidFill>
              <a:srgbClr val="4F81BD"/>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latin typeface="宋体" panose="02010600030101010101" pitchFamily="2" charset="-122"/>
                  <a:ea typeface="宋体" panose="02010600030101010101" pitchFamily="2" charset="-122"/>
                </a:rPr>
                <a:t>地图边界</a:t>
              </a:r>
              <a:r>
                <a:rPr lang="zh-CN" altLang="en-US" sz="700" dirty="0" smtClean="0">
                  <a:latin typeface="宋体" panose="02010600030101010101" pitchFamily="2" charset="-122"/>
                  <a:ea typeface="宋体" panose="02010600030101010101" pitchFamily="2" charset="-122"/>
                </a:rPr>
                <a:t>融合</a:t>
              </a:r>
              <a:r>
                <a:rPr lang="en-US" altLang="zh-CN" sz="700" dirty="0" smtClean="0">
                  <a:latin typeface="宋体" panose="02010600030101010101" pitchFamily="2" charset="-122"/>
                  <a:ea typeface="宋体" panose="02010600030101010101" pitchFamily="2" charset="-122"/>
                </a:rPr>
                <a:t>PDC</a:t>
              </a:r>
              <a:r>
                <a:rPr lang="zh-CN" altLang="en-US" sz="700" dirty="0" smtClean="0">
                  <a:latin typeface="宋体" panose="02010600030101010101" pitchFamily="2" charset="-122"/>
                  <a:ea typeface="宋体" panose="02010600030101010101" pitchFamily="2" charset="-122"/>
                </a:rPr>
                <a:t>数据</a:t>
              </a:r>
              <a:endParaRPr lang="zh-CN" altLang="en-US" sz="700" dirty="0">
                <a:latin typeface="宋体" panose="02010600030101010101" pitchFamily="2" charset="-122"/>
                <a:ea typeface="宋体" panose="02010600030101010101" pitchFamily="2" charset="-122"/>
              </a:endParaRPr>
            </a:p>
          </p:txBody>
        </p:sp>
        <p:cxnSp>
          <p:nvCxnSpPr>
            <p:cNvPr id="87" name="直接连接符 86"/>
            <p:cNvCxnSpPr>
              <a:stCxn id="73" idx="2"/>
              <a:endCxn id="86" idx="0"/>
            </p:cNvCxnSpPr>
            <p:nvPr/>
          </p:nvCxnSpPr>
          <p:spPr>
            <a:xfrm>
              <a:off x="4661922" y="3893423"/>
              <a:ext cx="1" cy="184774"/>
            </a:xfrm>
            <a:prstGeom prst="line">
              <a:avLst/>
            </a:prstGeom>
            <a:ln w="15875">
              <a:solidFill>
                <a:srgbClr val="4F81BD"/>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8" name="肘形连接符 87"/>
            <p:cNvCxnSpPr>
              <a:stCxn id="74" idx="4"/>
              <a:endCxn id="72" idx="3"/>
            </p:cNvCxnSpPr>
            <p:nvPr/>
          </p:nvCxnSpPr>
          <p:spPr>
            <a:xfrm rot="5400000">
              <a:off x="4543301" y="3397877"/>
              <a:ext cx="116916" cy="114638"/>
            </a:xfrm>
            <a:prstGeom prst="bentConnector2">
              <a:avLst/>
            </a:prstGeom>
            <a:ln w="15875">
              <a:solidFill>
                <a:srgbClr val="4F81BD"/>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24014190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79202" y="233084"/>
            <a:ext cx="677732" cy="4034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1323" tIns="35662" rIns="71323" bIns="35662" rtlCol="0" anchor="ctr"/>
          <a:lstStyle/>
          <a:p>
            <a:pPr algn="ctr"/>
            <a:r>
              <a:rPr lang="en-US" altLang="zh-CN" sz="2200" b="1" dirty="0" smtClean="0">
                <a:solidFill>
                  <a:schemeClr val="tx1"/>
                </a:solidFill>
                <a:latin typeface="微软雅黑" panose="020B0503020204020204" pitchFamily="34" charset="-122"/>
                <a:ea typeface="微软雅黑" panose="020B0503020204020204" pitchFamily="34" charset="-122"/>
              </a:rPr>
              <a:t>03</a:t>
            </a:r>
            <a:endParaRPr lang="zh-CN" altLang="en-US" sz="2200" b="1" dirty="0">
              <a:solidFill>
                <a:schemeClr val="tx1"/>
              </a:solidFill>
              <a:latin typeface="微软雅黑" panose="020B0503020204020204" pitchFamily="34" charset="-122"/>
              <a:ea typeface="微软雅黑" panose="020B0503020204020204" pitchFamily="34" charset="-122"/>
            </a:endParaRPr>
          </a:p>
        </p:txBody>
      </p:sp>
      <p:sp>
        <p:nvSpPr>
          <p:cNvPr id="31" name="标题 1"/>
          <p:cNvSpPr txBox="1"/>
          <p:nvPr/>
        </p:nvSpPr>
        <p:spPr bwMode="auto">
          <a:xfrm>
            <a:off x="1056937" y="210144"/>
            <a:ext cx="3416007" cy="476250"/>
          </a:xfrm>
          <a:prstGeom prst="rect">
            <a:avLst/>
          </a:prstGeom>
          <a:noFill/>
          <a:ln w="9525">
            <a:noFill/>
            <a:miter lim="800000"/>
          </a:ln>
        </p:spPr>
        <p:txBody>
          <a:bodyPr lIns="91429" tIns="45714" rIns="91429" bIns="45714" anchor="ctr"/>
          <a:lstStyle/>
          <a:p>
            <a:r>
              <a:rPr lang="zh-CN" altLang="en-US" sz="2400" b="1" dirty="0" smtClean="0">
                <a:solidFill>
                  <a:srgbClr val="7F7F7F"/>
                </a:solidFill>
                <a:latin typeface="+mn-ea"/>
                <a:ea typeface="+mn-ea"/>
                <a:cs typeface="Arial Unicode MS" panose="020B0604020202020204" pitchFamily="34" charset="-122"/>
              </a:rPr>
              <a:t>地图边界构建原理介绍</a:t>
            </a:r>
            <a:endParaRPr lang="zh-CN" altLang="en-US" sz="2400" b="1" dirty="0">
              <a:solidFill>
                <a:srgbClr val="7F7F7F"/>
              </a:solidFill>
              <a:latin typeface="+mn-ea"/>
              <a:ea typeface="+mn-ea"/>
              <a:cs typeface="Arial Unicode MS" panose="020B0604020202020204" pitchFamily="34" charset="-122"/>
            </a:endParaRPr>
          </a:p>
        </p:txBody>
      </p:sp>
      <p:sp>
        <p:nvSpPr>
          <p:cNvPr id="13" name="TextBox 12"/>
          <p:cNvSpPr txBox="1"/>
          <p:nvPr/>
        </p:nvSpPr>
        <p:spPr>
          <a:xfrm>
            <a:off x="8618220" y="5345966"/>
            <a:ext cx="454732" cy="338554"/>
          </a:xfrm>
          <a:prstGeom prst="rect">
            <a:avLst/>
          </a:prstGeom>
          <a:solidFill>
            <a:schemeClr val="bg1"/>
          </a:solidFill>
          <a:ln>
            <a:solidFill>
              <a:schemeClr val="bg1"/>
            </a:solidFill>
          </a:ln>
        </p:spPr>
        <p:txBody>
          <a:bodyPr wrap="square" rtlCol="0">
            <a:spAutoFit/>
          </a:bodyPr>
          <a:lstStyle/>
          <a:p>
            <a:r>
              <a:rPr lang="en-US" altLang="zh-CN" sz="1600" dirty="0" smtClean="0">
                <a:latin typeface="+mn-ea"/>
                <a:ea typeface="+mn-ea"/>
              </a:rPr>
              <a:t>  </a:t>
            </a:r>
            <a:endParaRPr lang="zh-CN" altLang="en-US" sz="1600" dirty="0">
              <a:latin typeface="+mn-ea"/>
              <a:ea typeface="+mn-ea"/>
            </a:endParaRPr>
          </a:p>
        </p:txBody>
      </p:sp>
      <p:sp>
        <p:nvSpPr>
          <p:cNvPr id="5"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TextBox 20"/>
          <p:cNvSpPr txBox="1"/>
          <p:nvPr/>
        </p:nvSpPr>
        <p:spPr>
          <a:xfrm>
            <a:off x="0" y="815513"/>
            <a:ext cx="8393635" cy="461665"/>
          </a:xfrm>
          <a:prstGeom prst="rect">
            <a:avLst/>
          </a:prstGeom>
          <a:noFill/>
        </p:spPr>
        <p:txBody>
          <a:bodyPr wrap="square" rtlCol="0">
            <a:spAutoFit/>
          </a:bodyPr>
          <a:lstStyle/>
          <a:p>
            <a:pPr marL="742950" lvl="2" indent="-285750">
              <a:lnSpc>
                <a:spcPct val="150000"/>
              </a:lnSpc>
              <a:buFont typeface="Wingdings" panose="05000000000000000000" pitchFamily="2" charset="2"/>
              <a:buChar char="p"/>
            </a:pPr>
            <a:r>
              <a:rPr lang="en-US" altLang="zh-CN" sz="1600" dirty="0" smtClean="0">
                <a:latin typeface="+mn-ea"/>
              </a:rPr>
              <a:t>PDC</a:t>
            </a:r>
            <a:r>
              <a:rPr lang="zh-CN" altLang="en-US" sz="1600" dirty="0" smtClean="0">
                <a:latin typeface="+mn-ea"/>
              </a:rPr>
              <a:t>边界融合详细设计</a:t>
            </a:r>
            <a:endParaRPr lang="en-US" altLang="zh-CN" sz="1600" dirty="0" smtClean="0">
              <a:latin typeface="+mn-ea"/>
            </a:endParaRPr>
          </a:p>
        </p:txBody>
      </p:sp>
      <p:sp>
        <p:nvSpPr>
          <p:cNvPr id="16" name="TextBox 15"/>
          <p:cNvSpPr txBox="1"/>
          <p:nvPr/>
        </p:nvSpPr>
        <p:spPr>
          <a:xfrm>
            <a:off x="5940119" y="2042930"/>
            <a:ext cx="3011862" cy="1304203"/>
          </a:xfrm>
          <a:prstGeom prst="rect">
            <a:avLst/>
          </a:prstGeom>
          <a:noFill/>
        </p:spPr>
        <p:txBody>
          <a:bodyPr wrap="square" rtlCol="0">
            <a:spAutoFit/>
          </a:bodyPr>
          <a:lstStyle/>
          <a:p>
            <a:pPr>
              <a:lnSpc>
                <a:spcPct val="150000"/>
              </a:lnSpc>
            </a:pPr>
            <a:r>
              <a:rPr lang="en-US" altLang="zh-CN" sz="1050" dirty="0" smtClean="0">
                <a:latin typeface="+mn-lt"/>
              </a:rPr>
              <a:t>B.</a:t>
            </a:r>
            <a:r>
              <a:rPr lang="zh-CN" altLang="en-US" sz="1050" dirty="0" smtClean="0">
                <a:latin typeface="+mn-lt"/>
              </a:rPr>
              <a:t>处理</a:t>
            </a:r>
            <a:r>
              <a:rPr lang="en-US" altLang="zh-CN" sz="1050" dirty="0">
                <a:latin typeface="+mn-lt"/>
              </a:rPr>
              <a:t>PDC</a:t>
            </a:r>
            <a:r>
              <a:rPr lang="zh-CN" altLang="en-US" sz="1050" dirty="0" smtClean="0">
                <a:latin typeface="+mn-lt"/>
              </a:rPr>
              <a:t>线段</a:t>
            </a:r>
            <a:r>
              <a:rPr lang="zh-CN" altLang="en-US" sz="1050" dirty="0">
                <a:latin typeface="+mn-lt"/>
              </a:rPr>
              <a:t>：</a:t>
            </a:r>
            <a:endParaRPr lang="en-US" altLang="zh-CN" sz="1050" dirty="0">
              <a:latin typeface="+mn-lt"/>
            </a:endParaRPr>
          </a:p>
          <a:p>
            <a:pPr>
              <a:lnSpc>
                <a:spcPct val="150000"/>
              </a:lnSpc>
            </a:pPr>
            <a:r>
              <a:rPr lang="zh-CN" altLang="en-US" sz="1050" dirty="0" smtClean="0">
                <a:latin typeface="+mn-lt"/>
              </a:rPr>
              <a:t>坐标变换</a:t>
            </a:r>
            <a:r>
              <a:rPr lang="zh-CN" altLang="en-US" sz="1050" dirty="0">
                <a:latin typeface="+mn-lt"/>
              </a:rPr>
              <a:t>至车身坐标系</a:t>
            </a:r>
            <a:r>
              <a:rPr lang="en-US" altLang="zh-CN" sz="1050" dirty="0" smtClean="0">
                <a:latin typeface="+mn-lt"/>
              </a:rPr>
              <a:t>;</a:t>
            </a:r>
            <a:r>
              <a:rPr lang="zh-CN" altLang="en-US" sz="1050" dirty="0" smtClean="0">
                <a:latin typeface="+mn-lt"/>
              </a:rPr>
              <a:t>区分</a:t>
            </a:r>
            <a:r>
              <a:rPr lang="zh-CN" altLang="en-US" sz="1050" dirty="0">
                <a:latin typeface="+mn-lt"/>
              </a:rPr>
              <a:t>左右</a:t>
            </a:r>
            <a:r>
              <a:rPr lang="en-US" altLang="zh-CN" sz="1050" dirty="0" smtClean="0">
                <a:latin typeface="+mn-lt"/>
              </a:rPr>
              <a:t>;</a:t>
            </a:r>
            <a:r>
              <a:rPr lang="zh-CN" altLang="en-US" sz="1050" dirty="0" smtClean="0">
                <a:latin typeface="+mn-lt"/>
              </a:rPr>
              <a:t>按</a:t>
            </a:r>
            <a:r>
              <a:rPr lang="en-US" altLang="zh-CN" sz="1050" dirty="0">
                <a:latin typeface="+mn-lt"/>
              </a:rPr>
              <a:t>y</a:t>
            </a:r>
            <a:r>
              <a:rPr lang="zh-CN" altLang="en-US" sz="1050" dirty="0">
                <a:latin typeface="+mn-lt"/>
              </a:rPr>
              <a:t>由大到小排序</a:t>
            </a:r>
            <a:r>
              <a:rPr lang="zh-CN" altLang="en-US" sz="1050" dirty="0" smtClean="0">
                <a:latin typeface="+mn-lt"/>
              </a:rPr>
              <a:t>；针对</a:t>
            </a:r>
            <a:r>
              <a:rPr lang="zh-CN" altLang="en-US" sz="1050" dirty="0">
                <a:latin typeface="+mn-lt"/>
              </a:rPr>
              <a:t>两线段间连线可能侵占车身的</a:t>
            </a:r>
            <a:r>
              <a:rPr lang="zh-CN" altLang="en-US" sz="1050" dirty="0" smtClean="0">
                <a:latin typeface="+mn-lt"/>
              </a:rPr>
              <a:t>情况，填充</a:t>
            </a:r>
            <a:r>
              <a:rPr lang="zh-CN" altLang="en-US" sz="1050" dirty="0">
                <a:latin typeface="+mn-lt"/>
              </a:rPr>
              <a:t>虚拟</a:t>
            </a:r>
            <a:r>
              <a:rPr lang="zh-CN" altLang="en-US" sz="1050" dirty="0" smtClean="0">
                <a:latin typeface="+mn-lt"/>
              </a:rPr>
              <a:t>线段。根据</a:t>
            </a:r>
            <a:r>
              <a:rPr lang="zh-CN" altLang="en-US" sz="1050" dirty="0">
                <a:latin typeface="+mn-lt"/>
              </a:rPr>
              <a:t>泊出类型</a:t>
            </a:r>
            <a:r>
              <a:rPr lang="zh-CN" altLang="en-US" sz="1050" dirty="0" smtClean="0">
                <a:latin typeface="+mn-lt"/>
              </a:rPr>
              <a:t>对</a:t>
            </a:r>
            <a:r>
              <a:rPr lang="en-US" altLang="zh-CN" sz="1050" dirty="0" smtClean="0">
                <a:latin typeface="+mn-lt"/>
              </a:rPr>
              <a:t>PDC</a:t>
            </a:r>
            <a:r>
              <a:rPr lang="zh-CN" altLang="en-US" sz="1050" dirty="0" smtClean="0">
                <a:latin typeface="+mn-lt"/>
              </a:rPr>
              <a:t>点</a:t>
            </a:r>
            <a:r>
              <a:rPr lang="zh-CN" altLang="en-US" sz="1050" dirty="0">
                <a:latin typeface="+mn-lt"/>
              </a:rPr>
              <a:t>重新排序，得到</a:t>
            </a:r>
            <a:r>
              <a:rPr lang="en-US" altLang="zh-CN" sz="1050" dirty="0">
                <a:latin typeface="+mn-lt"/>
              </a:rPr>
              <a:t>obj2</a:t>
            </a:r>
            <a:r>
              <a:rPr lang="zh-CN" altLang="en-US" sz="1050" dirty="0">
                <a:latin typeface="+mn-lt"/>
              </a:rPr>
              <a:t>和</a:t>
            </a:r>
            <a:r>
              <a:rPr lang="en-US" altLang="zh-CN" sz="1050" dirty="0">
                <a:latin typeface="+mn-lt"/>
              </a:rPr>
              <a:t>obj1</a:t>
            </a:r>
            <a:r>
              <a:rPr lang="zh-CN" altLang="en-US" sz="1050" dirty="0">
                <a:latin typeface="+mn-lt"/>
              </a:rPr>
              <a:t>两侧的</a:t>
            </a:r>
            <a:r>
              <a:rPr lang="zh-CN" altLang="en-US" sz="1050" dirty="0" smtClean="0">
                <a:latin typeface="+mn-lt"/>
              </a:rPr>
              <a:t>折线。</a:t>
            </a:r>
            <a:endParaRPr lang="en-US" altLang="zh-CN" sz="1050" dirty="0" smtClean="0">
              <a:latin typeface="+mn-lt"/>
            </a:endParaRPr>
          </a:p>
        </p:txBody>
      </p:sp>
      <p:sp>
        <p:nvSpPr>
          <p:cNvPr id="18" name="矩形 17"/>
          <p:cNvSpPr/>
          <p:nvPr/>
        </p:nvSpPr>
        <p:spPr>
          <a:xfrm>
            <a:off x="5940119" y="2026499"/>
            <a:ext cx="3011862" cy="1265341"/>
          </a:xfrm>
          <a:prstGeom prst="rect">
            <a:avLst/>
          </a:prstGeom>
          <a:noFill/>
          <a:ln w="25400">
            <a:solidFill>
              <a:srgbClr val="0099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solidFill>
                <a:schemeClr val="tx1"/>
              </a:solidFill>
            </a:endParaRPr>
          </a:p>
        </p:txBody>
      </p:sp>
      <p:cxnSp>
        <p:nvCxnSpPr>
          <p:cNvPr id="22" name="直接箭头连接符 21"/>
          <p:cNvCxnSpPr>
            <a:endCxn id="18" idx="1"/>
          </p:cNvCxnSpPr>
          <p:nvPr/>
        </p:nvCxnSpPr>
        <p:spPr>
          <a:xfrm flipV="1">
            <a:off x="5272724" y="2659170"/>
            <a:ext cx="667395" cy="1058897"/>
          </a:xfrm>
          <a:prstGeom prst="straightConnector1">
            <a:avLst/>
          </a:prstGeom>
          <a:ln w="12700">
            <a:prstDash val="sysDot"/>
            <a:tailEnd type="triangle"/>
          </a:ln>
        </p:spPr>
        <p:style>
          <a:lnRef idx="2">
            <a:schemeClr val="accent1"/>
          </a:lnRef>
          <a:fillRef idx="0">
            <a:schemeClr val="accent1"/>
          </a:fillRef>
          <a:effectRef idx="1">
            <a:schemeClr val="accent1"/>
          </a:effectRef>
          <a:fontRef idx="minor">
            <a:schemeClr val="tx1"/>
          </a:fontRef>
        </p:style>
      </p:cxnSp>
      <p:grpSp>
        <p:nvGrpSpPr>
          <p:cNvPr id="14" name="组合 13"/>
          <p:cNvGrpSpPr/>
          <p:nvPr/>
        </p:nvGrpSpPr>
        <p:grpSpPr>
          <a:xfrm>
            <a:off x="327812" y="1759629"/>
            <a:ext cx="1022139" cy="3064421"/>
            <a:chOff x="0" y="0"/>
            <a:chExt cx="1274380" cy="3632640"/>
          </a:xfrm>
        </p:grpSpPr>
        <p:grpSp>
          <p:nvGrpSpPr>
            <p:cNvPr id="15" name="组合 14"/>
            <p:cNvGrpSpPr/>
            <p:nvPr/>
          </p:nvGrpSpPr>
          <p:grpSpPr>
            <a:xfrm>
              <a:off x="124811" y="871291"/>
              <a:ext cx="544013" cy="1501200"/>
              <a:chOff x="124811" y="840830"/>
              <a:chExt cx="555406" cy="1501200"/>
            </a:xfrm>
          </p:grpSpPr>
          <p:cxnSp>
            <p:nvCxnSpPr>
              <p:cNvPr id="26" name="直接连接符 25"/>
              <p:cNvCxnSpPr/>
              <p:nvPr/>
            </p:nvCxnSpPr>
            <p:spPr>
              <a:xfrm flipH="1" flipV="1">
                <a:off x="128893" y="2335711"/>
                <a:ext cx="540000" cy="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27" name="直接连接符 26"/>
              <p:cNvCxnSpPr/>
              <p:nvPr/>
            </p:nvCxnSpPr>
            <p:spPr>
              <a:xfrm flipH="1" flipV="1">
                <a:off x="124811" y="840830"/>
                <a:ext cx="0" cy="150120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28" name="直接连接符 27"/>
              <p:cNvCxnSpPr/>
              <p:nvPr/>
            </p:nvCxnSpPr>
            <p:spPr>
              <a:xfrm flipH="1" flipV="1">
                <a:off x="680217" y="840830"/>
                <a:ext cx="0" cy="150120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29" name="直接连接符 28"/>
              <p:cNvCxnSpPr/>
              <p:nvPr/>
            </p:nvCxnSpPr>
            <p:spPr>
              <a:xfrm flipH="1" flipV="1">
                <a:off x="128893" y="851603"/>
                <a:ext cx="540000" cy="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30" name="直接连接符 29"/>
              <p:cNvCxnSpPr/>
              <p:nvPr/>
            </p:nvCxnSpPr>
            <p:spPr>
              <a:xfrm flipH="1" flipV="1">
                <a:off x="134336" y="1997165"/>
                <a:ext cx="540000" cy="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32" name="直接连接符 31"/>
              <p:cNvCxnSpPr/>
              <p:nvPr/>
            </p:nvCxnSpPr>
            <p:spPr>
              <a:xfrm flipH="1" flipV="1">
                <a:off x="406169" y="845691"/>
                <a:ext cx="0" cy="149124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grpSp>
        <p:cxnSp>
          <p:nvCxnSpPr>
            <p:cNvPr id="17" name="直接连接符 16"/>
            <p:cNvCxnSpPr/>
            <p:nvPr/>
          </p:nvCxnSpPr>
          <p:spPr>
            <a:xfrm flipV="1">
              <a:off x="111673" y="387570"/>
              <a:ext cx="131379" cy="275897"/>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V="1">
              <a:off x="1044466" y="486106"/>
              <a:ext cx="229914" cy="177362"/>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926224" y="840830"/>
              <a:ext cx="111673" cy="1366345"/>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0" y="2305709"/>
              <a:ext cx="183931" cy="229915"/>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821121" y="2345124"/>
              <a:ext cx="78828" cy="269326"/>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flipV="1">
              <a:off x="394138" y="0"/>
              <a:ext cx="6568" cy="3632640"/>
            </a:xfrm>
            <a:prstGeom prst="line">
              <a:avLst/>
            </a:prstGeom>
            <a:noFill/>
            <a:ln w="15875" cap="flat" cmpd="sng" algn="ctr">
              <a:solidFill>
                <a:schemeClr val="accent1">
                  <a:lumMod val="75000"/>
                </a:schemeClr>
              </a:solidFill>
              <a:prstDash val="dash"/>
              <a:headEnd type="none"/>
              <a:tailEnd type="none"/>
            </a:ln>
            <a:effectLst>
              <a:outerShdw blurRad="40000" dist="20000" dir="5400000" rotWithShape="0">
                <a:srgbClr val="000000">
                  <a:alpha val="38000"/>
                </a:srgbClr>
              </a:outerShdw>
            </a:effectLst>
          </p:spPr>
        </p:cxnSp>
        <p:cxnSp>
          <p:nvCxnSpPr>
            <p:cNvPr id="25" name="直接连接符 24"/>
            <p:cNvCxnSpPr/>
            <p:nvPr/>
          </p:nvCxnSpPr>
          <p:spPr>
            <a:xfrm flipV="1">
              <a:off x="289036" y="65691"/>
              <a:ext cx="144517" cy="216779"/>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33" name="组合 32"/>
          <p:cNvGrpSpPr/>
          <p:nvPr/>
        </p:nvGrpSpPr>
        <p:grpSpPr>
          <a:xfrm>
            <a:off x="986407" y="1759629"/>
            <a:ext cx="2205982" cy="3155530"/>
            <a:chOff x="-243944" y="0"/>
            <a:chExt cx="2529943" cy="3632640"/>
          </a:xfrm>
        </p:grpSpPr>
        <p:grpSp>
          <p:nvGrpSpPr>
            <p:cNvPr id="34" name="组合 33"/>
            <p:cNvGrpSpPr/>
            <p:nvPr/>
          </p:nvGrpSpPr>
          <p:grpSpPr>
            <a:xfrm>
              <a:off x="578068" y="0"/>
              <a:ext cx="1248103" cy="3632640"/>
              <a:chOff x="578068" y="0"/>
              <a:chExt cx="1248103" cy="3632640"/>
            </a:xfrm>
          </p:grpSpPr>
          <p:grpSp>
            <p:nvGrpSpPr>
              <p:cNvPr id="43" name="组合 42"/>
              <p:cNvGrpSpPr/>
              <p:nvPr/>
            </p:nvGrpSpPr>
            <p:grpSpPr>
              <a:xfrm>
                <a:off x="676601" y="871291"/>
                <a:ext cx="544013" cy="1501200"/>
                <a:chOff x="676602" y="840830"/>
                <a:chExt cx="555406" cy="1501200"/>
              </a:xfrm>
            </p:grpSpPr>
            <p:cxnSp>
              <p:nvCxnSpPr>
                <p:cNvPr id="51" name="直接连接符 50"/>
                <p:cNvCxnSpPr/>
                <p:nvPr/>
              </p:nvCxnSpPr>
              <p:spPr>
                <a:xfrm flipH="1" flipV="1">
                  <a:off x="680684" y="2335711"/>
                  <a:ext cx="540000" cy="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52" name="直接连接符 51"/>
                <p:cNvCxnSpPr/>
                <p:nvPr/>
              </p:nvCxnSpPr>
              <p:spPr>
                <a:xfrm flipH="1" flipV="1">
                  <a:off x="676602" y="840830"/>
                  <a:ext cx="0" cy="150120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53" name="直接连接符 52"/>
                <p:cNvCxnSpPr/>
                <p:nvPr/>
              </p:nvCxnSpPr>
              <p:spPr>
                <a:xfrm flipH="1" flipV="1">
                  <a:off x="1232008" y="840830"/>
                  <a:ext cx="0" cy="150120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54" name="直接连接符 53"/>
                <p:cNvCxnSpPr/>
                <p:nvPr/>
              </p:nvCxnSpPr>
              <p:spPr>
                <a:xfrm flipH="1" flipV="1">
                  <a:off x="680684" y="851603"/>
                  <a:ext cx="540000" cy="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55" name="直接连接符 54"/>
                <p:cNvCxnSpPr/>
                <p:nvPr/>
              </p:nvCxnSpPr>
              <p:spPr>
                <a:xfrm flipH="1" flipV="1">
                  <a:off x="686127" y="1997165"/>
                  <a:ext cx="540000" cy="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56" name="直接连接符 55"/>
                <p:cNvCxnSpPr/>
                <p:nvPr/>
              </p:nvCxnSpPr>
              <p:spPr>
                <a:xfrm flipH="1" flipV="1">
                  <a:off x="957960" y="845691"/>
                  <a:ext cx="0" cy="149124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grpSp>
          <p:cxnSp>
            <p:nvCxnSpPr>
              <p:cNvPr id="44" name="直接连接符 43"/>
              <p:cNvCxnSpPr/>
              <p:nvPr/>
            </p:nvCxnSpPr>
            <p:spPr>
              <a:xfrm flipV="1">
                <a:off x="663464" y="387570"/>
                <a:ext cx="131379" cy="275897"/>
              </a:xfrm>
              <a:prstGeom prst="line">
                <a:avLst/>
              </a:prstGeom>
              <a:ln>
                <a:headEnd type="triangle" w="med" len="med"/>
                <a:tailEnd type="oval" w="med" len="med"/>
              </a:ln>
            </p:spPr>
            <p:style>
              <a:lnRef idx="1">
                <a:schemeClr val="accent3"/>
              </a:lnRef>
              <a:fillRef idx="0">
                <a:schemeClr val="accent3"/>
              </a:fillRef>
              <a:effectRef idx="0">
                <a:schemeClr val="accent3"/>
              </a:effectRef>
              <a:fontRef idx="minor">
                <a:schemeClr val="tx1"/>
              </a:fontRef>
            </p:style>
          </p:cxnSp>
          <p:cxnSp>
            <p:nvCxnSpPr>
              <p:cNvPr id="45" name="直接连接符 44"/>
              <p:cNvCxnSpPr/>
              <p:nvPr/>
            </p:nvCxnSpPr>
            <p:spPr>
              <a:xfrm flipV="1">
                <a:off x="1596257" y="486106"/>
                <a:ext cx="229914" cy="177362"/>
              </a:xfrm>
              <a:prstGeom prst="line">
                <a:avLst/>
              </a:prstGeom>
              <a:ln>
                <a:headEnd type="triangle" w="med" len="med"/>
                <a:tailEnd type="oval" w="med" len="med"/>
              </a:ln>
            </p:spPr>
            <p:style>
              <a:lnRef idx="1">
                <a:schemeClr val="accent3"/>
              </a:lnRef>
              <a:fillRef idx="0">
                <a:schemeClr val="accent3"/>
              </a:fillRef>
              <a:effectRef idx="0">
                <a:schemeClr val="accent3"/>
              </a:effectRef>
              <a:fontRef idx="minor">
                <a:schemeClr val="tx1"/>
              </a:fontRef>
            </p:style>
          </p:cxnSp>
          <p:cxnSp>
            <p:nvCxnSpPr>
              <p:cNvPr id="46" name="直接连接符 45"/>
              <p:cNvCxnSpPr/>
              <p:nvPr/>
            </p:nvCxnSpPr>
            <p:spPr>
              <a:xfrm flipH="1">
                <a:off x="1478015" y="840830"/>
                <a:ext cx="111673" cy="1366345"/>
              </a:xfrm>
              <a:prstGeom prst="line">
                <a:avLst/>
              </a:prstGeom>
              <a:ln>
                <a:headEnd type="oval" w="med" len="med"/>
                <a:tailEnd type="triangle" w="med" len="med"/>
              </a:ln>
            </p:spPr>
            <p:style>
              <a:lnRef idx="1">
                <a:schemeClr val="accent3"/>
              </a:lnRef>
              <a:fillRef idx="0">
                <a:schemeClr val="accent3"/>
              </a:fillRef>
              <a:effectRef idx="0">
                <a:schemeClr val="accent3"/>
              </a:effectRef>
              <a:fontRef idx="minor">
                <a:schemeClr val="tx1"/>
              </a:fontRef>
            </p:style>
          </p:cxnSp>
          <p:cxnSp>
            <p:nvCxnSpPr>
              <p:cNvPr id="47" name="直接连接符 46"/>
              <p:cNvCxnSpPr/>
              <p:nvPr/>
            </p:nvCxnSpPr>
            <p:spPr>
              <a:xfrm>
                <a:off x="578068" y="2272862"/>
                <a:ext cx="190499" cy="249624"/>
              </a:xfrm>
              <a:prstGeom prst="line">
                <a:avLst/>
              </a:prstGeom>
              <a:ln>
                <a:headEnd type="oval" w="med" len="med"/>
                <a:tailEnd type="oval" w="med" len="med"/>
              </a:ln>
            </p:spPr>
            <p:style>
              <a:lnRef idx="1">
                <a:schemeClr val="accent3"/>
              </a:lnRef>
              <a:fillRef idx="0">
                <a:schemeClr val="accent3"/>
              </a:fillRef>
              <a:effectRef idx="0">
                <a:schemeClr val="accent3"/>
              </a:effectRef>
              <a:fontRef idx="minor">
                <a:schemeClr val="tx1"/>
              </a:fontRef>
            </p:style>
          </p:cxnSp>
          <p:cxnSp>
            <p:nvCxnSpPr>
              <p:cNvPr id="48" name="直接连接符 47"/>
              <p:cNvCxnSpPr/>
              <p:nvPr/>
            </p:nvCxnSpPr>
            <p:spPr>
              <a:xfrm flipV="1">
                <a:off x="1372912" y="2345124"/>
                <a:ext cx="78828" cy="269326"/>
              </a:xfrm>
              <a:prstGeom prst="line">
                <a:avLst/>
              </a:prstGeom>
              <a:ln>
                <a:headEnd type="oval" w="med" len="med"/>
                <a:tailEnd type="oval" w="med" len="med"/>
              </a:ln>
            </p:spPr>
            <p:style>
              <a:lnRef idx="1">
                <a:schemeClr val="accent3"/>
              </a:lnRef>
              <a:fillRef idx="0">
                <a:schemeClr val="accent3"/>
              </a:fillRef>
              <a:effectRef idx="0">
                <a:schemeClr val="accent3"/>
              </a:effectRef>
              <a:fontRef idx="minor">
                <a:schemeClr val="tx1"/>
              </a:fontRef>
            </p:style>
          </p:cxnSp>
          <p:cxnSp>
            <p:nvCxnSpPr>
              <p:cNvPr id="49" name="直接连接符 48"/>
              <p:cNvCxnSpPr/>
              <p:nvPr/>
            </p:nvCxnSpPr>
            <p:spPr>
              <a:xfrm flipH="1" flipV="1">
                <a:off x="945929" y="0"/>
                <a:ext cx="6568" cy="3632640"/>
              </a:xfrm>
              <a:prstGeom prst="line">
                <a:avLst/>
              </a:prstGeom>
              <a:noFill/>
              <a:ln w="15875" cap="flat" cmpd="sng" algn="ctr">
                <a:solidFill>
                  <a:schemeClr val="accent1">
                    <a:lumMod val="75000"/>
                  </a:schemeClr>
                </a:solidFill>
                <a:prstDash val="dash"/>
                <a:headEnd type="none"/>
                <a:tailEnd type="none"/>
              </a:ln>
              <a:effectLst>
                <a:outerShdw blurRad="40000" dist="20000" dir="5400000" rotWithShape="0">
                  <a:srgbClr val="000000">
                    <a:alpha val="38000"/>
                  </a:srgbClr>
                </a:outerShdw>
              </a:effectLst>
            </p:spPr>
          </p:cxnSp>
          <p:cxnSp>
            <p:nvCxnSpPr>
              <p:cNvPr id="50" name="直接连接符 49"/>
              <p:cNvCxnSpPr/>
              <p:nvPr/>
            </p:nvCxnSpPr>
            <p:spPr>
              <a:xfrm flipV="1">
                <a:off x="840827" y="65691"/>
                <a:ext cx="144517" cy="216779"/>
              </a:xfrm>
              <a:prstGeom prst="line">
                <a:avLst/>
              </a:prstGeom>
              <a:ln>
                <a:headEnd type="oval" w="med" len="med"/>
                <a:tailEnd type="oval" w="med" len="med"/>
              </a:ln>
            </p:spPr>
            <p:style>
              <a:lnRef idx="1">
                <a:schemeClr val="accent2"/>
              </a:lnRef>
              <a:fillRef idx="0">
                <a:schemeClr val="accent2"/>
              </a:fillRef>
              <a:effectRef idx="0">
                <a:schemeClr val="accent2"/>
              </a:effectRef>
              <a:fontRef idx="minor">
                <a:schemeClr val="tx1"/>
              </a:fontRef>
            </p:style>
          </p:cxnSp>
        </p:grpSp>
        <p:cxnSp>
          <p:nvCxnSpPr>
            <p:cNvPr id="35" name="直接连接符 34"/>
            <p:cNvCxnSpPr/>
            <p:nvPr/>
          </p:nvCxnSpPr>
          <p:spPr>
            <a:xfrm flipH="1" flipV="1">
              <a:off x="479533" y="663466"/>
              <a:ext cx="2" cy="1609404"/>
            </a:xfrm>
            <a:prstGeom prst="line">
              <a:avLst/>
            </a:prstGeom>
            <a:ln>
              <a:headEnd type="triangle" w="med" len="med"/>
              <a:tailEnd type="oval" w="med" len="med"/>
            </a:ln>
          </p:spPr>
          <p:style>
            <a:lnRef idx="1">
              <a:schemeClr val="dk1"/>
            </a:lnRef>
            <a:fillRef idx="0">
              <a:schemeClr val="dk1"/>
            </a:fillRef>
            <a:effectRef idx="0">
              <a:schemeClr val="dk1"/>
            </a:effectRef>
            <a:fontRef idx="minor">
              <a:schemeClr val="tx1"/>
            </a:fontRef>
          </p:style>
        </p:cxnSp>
        <p:cxnSp>
          <p:nvCxnSpPr>
            <p:cNvPr id="36" name="直接连接符 35"/>
            <p:cNvCxnSpPr/>
            <p:nvPr/>
          </p:nvCxnSpPr>
          <p:spPr>
            <a:xfrm flipV="1">
              <a:off x="492671" y="663465"/>
              <a:ext cx="170794" cy="0"/>
            </a:xfrm>
            <a:prstGeom prst="line">
              <a:avLst/>
            </a:prstGeom>
            <a:ln>
              <a:headEnd type="triangle" w="med" len="med"/>
              <a:tailEnd type="oval" w="med" len="med"/>
            </a:ln>
          </p:spPr>
          <p:style>
            <a:lnRef idx="1">
              <a:schemeClr val="accent3"/>
            </a:lnRef>
            <a:fillRef idx="0">
              <a:schemeClr val="accent3"/>
            </a:fillRef>
            <a:effectRef idx="0">
              <a:schemeClr val="accent3"/>
            </a:effectRef>
            <a:fontRef idx="minor">
              <a:schemeClr val="tx1"/>
            </a:fontRef>
          </p:style>
        </p:cxnSp>
        <p:cxnSp>
          <p:nvCxnSpPr>
            <p:cNvPr id="37" name="直接连接符 36"/>
            <p:cNvCxnSpPr/>
            <p:nvPr/>
          </p:nvCxnSpPr>
          <p:spPr>
            <a:xfrm flipV="1">
              <a:off x="459827" y="2272861"/>
              <a:ext cx="124810" cy="0"/>
            </a:xfrm>
            <a:prstGeom prst="line">
              <a:avLst/>
            </a:prstGeom>
            <a:ln>
              <a:headEnd type="oval" w="med" len="med"/>
              <a:tailEnd type="triangle" w="med" len="med"/>
            </a:ln>
          </p:spPr>
          <p:style>
            <a:lnRef idx="1">
              <a:schemeClr val="accent3"/>
            </a:lnRef>
            <a:fillRef idx="0">
              <a:schemeClr val="accent3"/>
            </a:fillRef>
            <a:effectRef idx="0">
              <a:schemeClr val="accent3"/>
            </a:effectRef>
            <a:fontRef idx="minor">
              <a:schemeClr val="tx1"/>
            </a:fontRef>
          </p:style>
        </p:cxnSp>
        <p:sp>
          <p:nvSpPr>
            <p:cNvPr id="38" name="TextBox 447"/>
            <p:cNvSpPr txBox="1"/>
            <p:nvPr/>
          </p:nvSpPr>
          <p:spPr>
            <a:xfrm>
              <a:off x="-243944" y="231258"/>
              <a:ext cx="992807" cy="195724"/>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800" dirty="0"/>
                <a:t>Dis &gt;</a:t>
              </a:r>
              <a:r>
                <a:rPr lang="en-US" altLang="zh-CN" sz="800" baseline="0" dirty="0"/>
                <a:t> </a:t>
              </a:r>
              <a:r>
                <a:rPr lang="en-US" altLang="zh-CN" sz="800" baseline="0" dirty="0" smtClean="0"/>
                <a:t>2000mm</a:t>
              </a:r>
              <a:endParaRPr lang="en-US" altLang="zh-CN" sz="800" baseline="0" dirty="0"/>
            </a:p>
          </p:txBody>
        </p:sp>
        <p:cxnSp>
          <p:nvCxnSpPr>
            <p:cNvPr id="39" name="直接连接符 38"/>
            <p:cNvCxnSpPr/>
            <p:nvPr/>
          </p:nvCxnSpPr>
          <p:spPr>
            <a:xfrm flipV="1">
              <a:off x="1596257" y="670035"/>
              <a:ext cx="1" cy="170799"/>
            </a:xfrm>
            <a:prstGeom prst="line">
              <a:avLst/>
            </a:prstGeom>
            <a:ln>
              <a:headEnd type="triangle" w="med" len="med"/>
              <a:tailEnd type="oval" w="med" len="med"/>
            </a:ln>
          </p:spPr>
          <p:style>
            <a:lnRef idx="1">
              <a:schemeClr val="accent3"/>
            </a:lnRef>
            <a:fillRef idx="0">
              <a:schemeClr val="accent3"/>
            </a:fillRef>
            <a:effectRef idx="0">
              <a:schemeClr val="accent3"/>
            </a:effectRef>
            <a:fontRef idx="minor">
              <a:schemeClr val="tx1"/>
            </a:fontRef>
          </p:style>
        </p:cxnSp>
        <p:cxnSp>
          <p:nvCxnSpPr>
            <p:cNvPr id="40" name="直接连接符 39"/>
            <p:cNvCxnSpPr/>
            <p:nvPr/>
          </p:nvCxnSpPr>
          <p:spPr>
            <a:xfrm flipV="1">
              <a:off x="1451740" y="2187466"/>
              <a:ext cx="19708" cy="157655"/>
            </a:xfrm>
            <a:prstGeom prst="line">
              <a:avLst/>
            </a:prstGeom>
            <a:ln>
              <a:headEnd type="triangle" w="med" len="med"/>
              <a:tailEnd type="oval" w="med" len="med"/>
            </a:ln>
          </p:spPr>
          <p:style>
            <a:lnRef idx="1">
              <a:schemeClr val="accent3"/>
            </a:lnRef>
            <a:fillRef idx="0">
              <a:schemeClr val="accent3"/>
            </a:fillRef>
            <a:effectRef idx="0">
              <a:schemeClr val="accent3"/>
            </a:effectRef>
            <a:fontRef idx="minor">
              <a:schemeClr val="tx1"/>
            </a:fontRef>
          </p:style>
        </p:cxnSp>
        <p:sp>
          <p:nvSpPr>
            <p:cNvPr id="41" name="TextBox 447"/>
            <p:cNvSpPr txBox="1"/>
            <p:nvPr/>
          </p:nvSpPr>
          <p:spPr>
            <a:xfrm>
              <a:off x="13855" y="2575035"/>
              <a:ext cx="866384" cy="152908"/>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800"/>
                <a:t>LeftPDCPts</a:t>
              </a:r>
              <a:endParaRPr lang="en-US" altLang="zh-CN" sz="800" baseline="0"/>
            </a:p>
          </p:txBody>
        </p:sp>
        <p:sp>
          <p:nvSpPr>
            <p:cNvPr id="42" name="TextBox 447"/>
            <p:cNvSpPr txBox="1"/>
            <p:nvPr/>
          </p:nvSpPr>
          <p:spPr>
            <a:xfrm>
              <a:off x="1418891" y="2555328"/>
              <a:ext cx="867108" cy="203639"/>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800" dirty="0" err="1"/>
                <a:t>RightPDCPts</a:t>
              </a:r>
              <a:endParaRPr lang="en-US" altLang="zh-CN" sz="800" baseline="0" dirty="0"/>
            </a:p>
          </p:txBody>
        </p:sp>
      </p:grpSp>
      <p:grpSp>
        <p:nvGrpSpPr>
          <p:cNvPr id="57" name="组合 56"/>
          <p:cNvGrpSpPr/>
          <p:nvPr/>
        </p:nvGrpSpPr>
        <p:grpSpPr>
          <a:xfrm>
            <a:off x="3198409" y="1137571"/>
            <a:ext cx="2768317" cy="3687492"/>
            <a:chOff x="3198409" y="1137571"/>
            <a:chExt cx="2768317" cy="3687492"/>
          </a:xfrm>
        </p:grpSpPr>
        <p:sp>
          <p:nvSpPr>
            <p:cNvPr id="58" name="圆角矩形 57"/>
            <p:cNvSpPr/>
            <p:nvPr/>
          </p:nvSpPr>
          <p:spPr>
            <a:xfrm>
              <a:off x="4038730" y="4582648"/>
              <a:ext cx="1244762" cy="242415"/>
            </a:xfrm>
            <a:prstGeom prst="roundRect">
              <a:avLst/>
            </a:prstGeom>
            <a:solidFill>
              <a:srgbClr val="4F81BD"/>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700">
                  <a:latin typeface="宋体" panose="02010600030101010101" pitchFamily="2" charset="-122"/>
                  <a:ea typeface="宋体" panose="02010600030101010101" pitchFamily="2" charset="-122"/>
                </a:rPr>
                <a:t>Planning</a:t>
              </a:r>
              <a:endParaRPr lang="zh-CN" altLang="en-US" sz="700">
                <a:latin typeface="宋体" panose="02010600030101010101" pitchFamily="2" charset="-122"/>
                <a:ea typeface="宋体" panose="02010600030101010101" pitchFamily="2" charset="-122"/>
              </a:endParaRPr>
            </a:p>
          </p:txBody>
        </p:sp>
        <p:sp>
          <p:nvSpPr>
            <p:cNvPr id="59" name="矩形 58"/>
            <p:cNvSpPr/>
            <p:nvPr/>
          </p:nvSpPr>
          <p:spPr>
            <a:xfrm>
              <a:off x="3198409" y="3421266"/>
              <a:ext cx="1346031" cy="184775"/>
            </a:xfrm>
            <a:prstGeom prst="rect">
              <a:avLst/>
            </a:prstGeom>
            <a:solidFill>
              <a:srgbClr val="4F81BD"/>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latin typeface="宋体" panose="02010600030101010101" pitchFamily="2" charset="-122"/>
                  <a:ea typeface="宋体" panose="02010600030101010101" pitchFamily="2" charset="-122"/>
                </a:rPr>
                <a:t>车位一侧地图边界和参数记忆</a:t>
              </a:r>
            </a:p>
          </p:txBody>
        </p:sp>
        <p:sp>
          <p:nvSpPr>
            <p:cNvPr id="60" name="圆角矩形 59"/>
            <p:cNvSpPr/>
            <p:nvPr/>
          </p:nvSpPr>
          <p:spPr>
            <a:xfrm>
              <a:off x="4038728" y="3659594"/>
              <a:ext cx="1244762" cy="233829"/>
            </a:xfrm>
            <a:prstGeom prst="roundRect">
              <a:avLst/>
            </a:prstGeom>
            <a:solidFill>
              <a:srgbClr val="4F81BD"/>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latin typeface="宋体" panose="02010600030101010101" pitchFamily="2" charset="-122"/>
                  <a:ea typeface="宋体" panose="02010600030101010101" pitchFamily="2" charset="-122"/>
                </a:rPr>
                <a:t>获取和</a:t>
              </a:r>
              <a:r>
                <a:rPr lang="zh-CN" altLang="en-US" sz="700" dirty="0" smtClean="0">
                  <a:latin typeface="宋体" panose="02010600030101010101" pitchFamily="2" charset="-122"/>
                  <a:ea typeface="宋体" panose="02010600030101010101" pitchFamily="2" charset="-122"/>
                </a:rPr>
                <a:t>处理</a:t>
              </a:r>
              <a:r>
                <a:rPr lang="en-US" altLang="zh-CN" sz="700" dirty="0" smtClean="0">
                  <a:latin typeface="宋体" panose="02010600030101010101" pitchFamily="2" charset="-122"/>
                  <a:ea typeface="宋体" panose="02010600030101010101" pitchFamily="2" charset="-122"/>
                </a:rPr>
                <a:t>PDC</a:t>
              </a:r>
              <a:r>
                <a:rPr lang="zh-CN" altLang="en-US" sz="700" dirty="0" smtClean="0">
                  <a:latin typeface="宋体" panose="02010600030101010101" pitchFamily="2" charset="-122"/>
                  <a:ea typeface="宋体" panose="02010600030101010101" pitchFamily="2" charset="-122"/>
                </a:rPr>
                <a:t>数据</a:t>
              </a:r>
              <a:endParaRPr lang="zh-CN" altLang="en-US" sz="700" dirty="0">
                <a:latin typeface="宋体" panose="02010600030101010101" pitchFamily="2" charset="-122"/>
                <a:ea typeface="宋体" panose="02010600030101010101" pitchFamily="2" charset="-122"/>
              </a:endParaRPr>
            </a:p>
          </p:txBody>
        </p:sp>
        <p:sp>
          <p:nvSpPr>
            <p:cNvPr id="61" name="椭圆 60"/>
            <p:cNvSpPr/>
            <p:nvPr/>
          </p:nvSpPr>
          <p:spPr>
            <a:xfrm>
              <a:off x="4176946" y="2810119"/>
              <a:ext cx="964264" cy="586619"/>
            </a:xfrm>
            <a:prstGeom prst="ellipse">
              <a:avLst/>
            </a:prstGeom>
            <a:solidFill>
              <a:srgbClr val="4F81BD"/>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latin typeface="宋体" panose="02010600030101010101" pitchFamily="2" charset="-122"/>
                  <a:ea typeface="宋体" panose="02010600030101010101" pitchFamily="2" charset="-122"/>
                </a:rPr>
                <a:t>判定当前车辆位置是否需要</a:t>
              </a:r>
              <a:r>
                <a:rPr lang="zh-CN" altLang="en-US" sz="700" dirty="0" smtClean="0">
                  <a:latin typeface="宋体" panose="02010600030101010101" pitchFamily="2" charset="-122"/>
                  <a:ea typeface="宋体" panose="02010600030101010101" pitchFamily="2" charset="-122"/>
                </a:rPr>
                <a:t>融合</a:t>
              </a:r>
              <a:endParaRPr lang="zh-CN" altLang="en-US" sz="700" dirty="0">
                <a:latin typeface="宋体" panose="02010600030101010101" pitchFamily="2" charset="-122"/>
                <a:ea typeface="宋体" panose="02010600030101010101" pitchFamily="2" charset="-122"/>
              </a:endParaRPr>
            </a:p>
          </p:txBody>
        </p:sp>
        <p:cxnSp>
          <p:nvCxnSpPr>
            <p:cNvPr id="62" name="直接连接符 61"/>
            <p:cNvCxnSpPr>
              <a:stCxn id="73" idx="2"/>
              <a:endCxn id="58" idx="0"/>
            </p:cNvCxnSpPr>
            <p:nvPr/>
          </p:nvCxnSpPr>
          <p:spPr>
            <a:xfrm>
              <a:off x="4661924" y="4312026"/>
              <a:ext cx="1" cy="270622"/>
            </a:xfrm>
            <a:prstGeom prst="line">
              <a:avLst/>
            </a:prstGeom>
            <a:ln w="15875">
              <a:solidFill>
                <a:srgbClr val="4F81BD"/>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3" name="直接连接符 62"/>
            <p:cNvCxnSpPr>
              <a:endCxn id="60" idx="0"/>
            </p:cNvCxnSpPr>
            <p:nvPr/>
          </p:nvCxnSpPr>
          <p:spPr>
            <a:xfrm>
              <a:off x="4655825" y="3384475"/>
              <a:ext cx="6096" cy="275119"/>
            </a:xfrm>
            <a:prstGeom prst="line">
              <a:avLst/>
            </a:prstGeom>
            <a:ln w="15875">
              <a:solidFill>
                <a:srgbClr val="4F81BD"/>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4" name="肘形连接符 63"/>
            <p:cNvCxnSpPr>
              <a:stCxn id="61" idx="6"/>
              <a:endCxn id="58" idx="3"/>
            </p:cNvCxnSpPr>
            <p:nvPr/>
          </p:nvCxnSpPr>
          <p:spPr>
            <a:xfrm>
              <a:off x="5141210" y="3103224"/>
              <a:ext cx="142281" cy="1600428"/>
            </a:xfrm>
            <a:prstGeom prst="bentConnector3">
              <a:avLst>
                <a:gd name="adj1" fmla="val 199429"/>
              </a:avLst>
            </a:prstGeom>
            <a:ln>
              <a:solidFill>
                <a:srgbClr val="4F81BD"/>
              </a:solidFill>
              <a:tailEnd type="arrow"/>
            </a:ln>
          </p:spPr>
          <p:style>
            <a:lnRef idx="1">
              <a:schemeClr val="accent1"/>
            </a:lnRef>
            <a:fillRef idx="0">
              <a:schemeClr val="accent1"/>
            </a:fillRef>
            <a:effectRef idx="0">
              <a:schemeClr val="accent1"/>
            </a:effectRef>
            <a:fontRef idx="minor">
              <a:schemeClr val="tx1"/>
            </a:fontRef>
          </p:style>
        </p:cxnSp>
        <p:sp>
          <p:nvSpPr>
            <p:cNvPr id="65" name="圆角矩形 64"/>
            <p:cNvSpPr/>
            <p:nvPr/>
          </p:nvSpPr>
          <p:spPr>
            <a:xfrm>
              <a:off x="4034664" y="1870303"/>
              <a:ext cx="1240697" cy="360965"/>
            </a:xfrm>
            <a:prstGeom prst="roundRect">
              <a:avLst/>
            </a:prstGeom>
            <a:solidFill>
              <a:srgbClr val="4F81BD"/>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latin typeface="宋体" panose="02010600030101010101" pitchFamily="2" charset="-122"/>
                  <a:ea typeface="宋体" panose="02010600030101010101" pitchFamily="2" charset="-122"/>
                </a:rPr>
                <a:t>获取上一周期</a:t>
              </a:r>
              <a:r>
                <a:rPr lang="zh-CN" altLang="en-US" sz="700" dirty="0" smtClean="0">
                  <a:latin typeface="宋体" panose="02010600030101010101" pitchFamily="2" charset="-122"/>
                  <a:ea typeface="宋体" panose="02010600030101010101" pitchFamily="2" charset="-122"/>
                </a:rPr>
                <a:t>融合</a:t>
              </a:r>
              <a:r>
                <a:rPr lang="en-US" altLang="zh-CN" sz="700" dirty="0" smtClean="0">
                  <a:latin typeface="宋体" panose="02010600030101010101" pitchFamily="2" charset="-122"/>
                  <a:ea typeface="宋体" panose="02010600030101010101" pitchFamily="2" charset="-122"/>
                </a:rPr>
                <a:t>PDC</a:t>
              </a:r>
              <a:r>
                <a:rPr lang="zh-CN" altLang="en-US" sz="700" dirty="0" smtClean="0">
                  <a:latin typeface="宋体" panose="02010600030101010101" pitchFamily="2" charset="-122"/>
                  <a:ea typeface="宋体" panose="02010600030101010101" pitchFamily="2" charset="-122"/>
                </a:rPr>
                <a:t>前</a:t>
              </a:r>
              <a:r>
                <a:rPr lang="zh-CN" altLang="en-US" sz="700" dirty="0">
                  <a:latin typeface="宋体" panose="02010600030101010101" pitchFamily="2" charset="-122"/>
                  <a:ea typeface="宋体" panose="02010600030101010101" pitchFamily="2" charset="-122"/>
                </a:rPr>
                <a:t>的地图数据</a:t>
              </a:r>
            </a:p>
          </p:txBody>
        </p:sp>
        <p:sp>
          <p:nvSpPr>
            <p:cNvPr id="66" name="椭圆 65"/>
            <p:cNvSpPr/>
            <p:nvPr/>
          </p:nvSpPr>
          <p:spPr>
            <a:xfrm>
              <a:off x="4168815" y="1137571"/>
              <a:ext cx="964264" cy="586619"/>
            </a:xfrm>
            <a:prstGeom prst="ellipse">
              <a:avLst/>
            </a:prstGeom>
            <a:solidFill>
              <a:srgbClr val="4F81BD"/>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latin typeface="宋体" panose="02010600030101010101" pitchFamily="2" charset="-122"/>
                  <a:ea typeface="宋体" panose="02010600030101010101" pitchFamily="2" charset="-122"/>
                </a:rPr>
                <a:t>判定</a:t>
              </a:r>
              <a:r>
                <a:rPr lang="zh-CN" altLang="en-US" sz="700" dirty="0" smtClean="0">
                  <a:latin typeface="宋体" panose="02010600030101010101" pitchFamily="2" charset="-122"/>
                  <a:ea typeface="宋体" panose="02010600030101010101" pitchFamily="2" charset="-122"/>
                </a:rPr>
                <a:t>当前</a:t>
              </a:r>
              <a:r>
                <a:rPr lang="en-US" altLang="zh-CN" sz="700" dirty="0" smtClean="0">
                  <a:latin typeface="宋体" panose="02010600030101010101" pitchFamily="2" charset="-122"/>
                  <a:ea typeface="宋体" panose="02010600030101010101" pitchFamily="2" charset="-122"/>
                </a:rPr>
                <a:t>PDC</a:t>
              </a:r>
              <a:r>
                <a:rPr lang="zh-CN" altLang="en-US" sz="700" dirty="0" smtClean="0">
                  <a:latin typeface="宋体" panose="02010600030101010101" pitchFamily="2" charset="-122"/>
                  <a:ea typeface="宋体" panose="02010600030101010101" pitchFamily="2" charset="-122"/>
                </a:rPr>
                <a:t>融合</a:t>
              </a:r>
              <a:r>
                <a:rPr lang="zh-CN" altLang="en-US" sz="700" dirty="0">
                  <a:latin typeface="宋体" panose="02010600030101010101" pitchFamily="2" charset="-122"/>
                  <a:ea typeface="宋体" panose="02010600030101010101" pitchFamily="2" charset="-122"/>
                </a:rPr>
                <a:t>状态</a:t>
              </a:r>
            </a:p>
          </p:txBody>
        </p:sp>
        <p:cxnSp>
          <p:nvCxnSpPr>
            <p:cNvPr id="67" name="肘形连接符 66"/>
            <p:cNvCxnSpPr>
              <a:stCxn id="59" idx="0"/>
              <a:endCxn id="65" idx="1"/>
            </p:cNvCxnSpPr>
            <p:nvPr/>
          </p:nvCxnSpPr>
          <p:spPr>
            <a:xfrm rot="5400000" flipH="1" flipV="1">
              <a:off x="3267804" y="2654407"/>
              <a:ext cx="1370480" cy="163239"/>
            </a:xfrm>
            <a:prstGeom prst="bentConnector2">
              <a:avLst/>
            </a:prstGeom>
            <a:ln>
              <a:solidFill>
                <a:srgbClr val="4F81BD"/>
              </a:solidFill>
              <a:tailEnd type="arrow"/>
            </a:ln>
          </p:spPr>
          <p:style>
            <a:lnRef idx="1">
              <a:schemeClr val="accent1"/>
            </a:lnRef>
            <a:fillRef idx="0">
              <a:schemeClr val="accent1"/>
            </a:fillRef>
            <a:effectRef idx="0">
              <a:schemeClr val="accent1"/>
            </a:effectRef>
            <a:fontRef idx="minor">
              <a:schemeClr val="tx1"/>
            </a:fontRef>
          </p:style>
        </p:cxnSp>
        <p:cxnSp>
          <p:nvCxnSpPr>
            <p:cNvPr id="68" name="直接连接符 67"/>
            <p:cNvCxnSpPr>
              <a:stCxn id="65" idx="2"/>
              <a:endCxn id="61" idx="0"/>
            </p:cNvCxnSpPr>
            <p:nvPr/>
          </p:nvCxnSpPr>
          <p:spPr>
            <a:xfrm>
              <a:off x="4655826" y="2231268"/>
              <a:ext cx="4066" cy="578851"/>
            </a:xfrm>
            <a:prstGeom prst="line">
              <a:avLst/>
            </a:prstGeom>
            <a:ln w="15875">
              <a:solidFill>
                <a:srgbClr val="4F81BD"/>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9" name="直接连接符 68"/>
            <p:cNvCxnSpPr>
              <a:stCxn id="66" idx="4"/>
              <a:endCxn id="65" idx="0"/>
            </p:cNvCxnSpPr>
            <p:nvPr/>
          </p:nvCxnSpPr>
          <p:spPr>
            <a:xfrm>
              <a:off x="4650947" y="1724190"/>
              <a:ext cx="4066" cy="146113"/>
            </a:xfrm>
            <a:prstGeom prst="line">
              <a:avLst/>
            </a:prstGeom>
            <a:ln w="15875">
              <a:solidFill>
                <a:srgbClr val="4F81BD"/>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0" name="TextBox 448"/>
            <p:cNvSpPr txBox="1"/>
            <p:nvPr/>
          </p:nvSpPr>
          <p:spPr>
            <a:xfrm>
              <a:off x="4700543" y="3429441"/>
              <a:ext cx="460994" cy="160247"/>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altLang="zh-CN" sz="700">
                  <a:latin typeface="宋体" panose="02010600030101010101" pitchFamily="2" charset="-122"/>
                  <a:ea typeface="宋体" panose="02010600030101010101" pitchFamily="2" charset="-122"/>
                </a:rPr>
                <a:t>updata</a:t>
              </a:r>
              <a:endParaRPr lang="zh-CN" altLang="en-US" sz="700">
                <a:latin typeface="宋体" panose="02010600030101010101" pitchFamily="2" charset="-122"/>
                <a:ea typeface="宋体" panose="02010600030101010101" pitchFamily="2" charset="-122"/>
              </a:endParaRPr>
            </a:p>
          </p:txBody>
        </p:sp>
        <p:sp>
          <p:nvSpPr>
            <p:cNvPr id="71" name="TextBox 449"/>
            <p:cNvSpPr txBox="1"/>
            <p:nvPr/>
          </p:nvSpPr>
          <p:spPr>
            <a:xfrm>
              <a:off x="5435299" y="3183348"/>
              <a:ext cx="531427" cy="307822"/>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altLang="zh-CN" sz="700">
                  <a:latin typeface="宋体" panose="02010600030101010101" pitchFamily="2" charset="-122"/>
                  <a:ea typeface="宋体" panose="02010600030101010101" pitchFamily="2" charset="-122"/>
                </a:rPr>
                <a:t>invalid /Keep</a:t>
              </a:r>
              <a:endParaRPr lang="zh-CN" altLang="en-US" sz="700">
                <a:latin typeface="宋体" panose="02010600030101010101" pitchFamily="2" charset="-122"/>
                <a:ea typeface="宋体" panose="02010600030101010101" pitchFamily="2" charset="-122"/>
              </a:endParaRPr>
            </a:p>
          </p:txBody>
        </p:sp>
        <p:sp>
          <p:nvSpPr>
            <p:cNvPr id="72" name="TextBox 451"/>
            <p:cNvSpPr txBox="1"/>
            <p:nvPr/>
          </p:nvSpPr>
          <p:spPr>
            <a:xfrm>
              <a:off x="3704548" y="1655135"/>
              <a:ext cx="542879" cy="180942"/>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altLang="zh-CN" sz="700" dirty="0" err="1">
                  <a:latin typeface="宋体" panose="02010600030101010101" pitchFamily="2" charset="-122"/>
                  <a:ea typeface="宋体" panose="02010600030101010101" pitchFamily="2" charset="-122"/>
                </a:rPr>
                <a:t>updata</a:t>
              </a:r>
              <a:endParaRPr lang="zh-CN" altLang="en-US" sz="700" dirty="0">
                <a:latin typeface="宋体" panose="02010600030101010101" pitchFamily="2" charset="-122"/>
                <a:ea typeface="宋体" panose="02010600030101010101" pitchFamily="2" charset="-122"/>
              </a:endParaRPr>
            </a:p>
          </p:txBody>
        </p:sp>
        <p:sp>
          <p:nvSpPr>
            <p:cNvPr id="73" name="圆角矩形 72"/>
            <p:cNvSpPr/>
            <p:nvPr/>
          </p:nvSpPr>
          <p:spPr>
            <a:xfrm>
              <a:off x="4038729" y="4078197"/>
              <a:ext cx="1244762" cy="233829"/>
            </a:xfrm>
            <a:prstGeom prst="roundRect">
              <a:avLst/>
            </a:prstGeom>
            <a:solidFill>
              <a:srgbClr val="4F81BD"/>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latin typeface="宋体" panose="02010600030101010101" pitchFamily="2" charset="-122"/>
                  <a:ea typeface="宋体" panose="02010600030101010101" pitchFamily="2" charset="-122"/>
                </a:rPr>
                <a:t>地图边界</a:t>
              </a:r>
              <a:r>
                <a:rPr lang="zh-CN" altLang="en-US" sz="700" dirty="0" smtClean="0">
                  <a:latin typeface="宋体" panose="02010600030101010101" pitchFamily="2" charset="-122"/>
                  <a:ea typeface="宋体" panose="02010600030101010101" pitchFamily="2" charset="-122"/>
                </a:rPr>
                <a:t>融合</a:t>
              </a:r>
              <a:r>
                <a:rPr lang="en-US" altLang="zh-CN" sz="700" dirty="0" smtClean="0">
                  <a:latin typeface="宋体" panose="02010600030101010101" pitchFamily="2" charset="-122"/>
                  <a:ea typeface="宋体" panose="02010600030101010101" pitchFamily="2" charset="-122"/>
                </a:rPr>
                <a:t>PDC</a:t>
              </a:r>
              <a:r>
                <a:rPr lang="zh-CN" altLang="en-US" sz="700" dirty="0" smtClean="0">
                  <a:latin typeface="宋体" panose="02010600030101010101" pitchFamily="2" charset="-122"/>
                  <a:ea typeface="宋体" panose="02010600030101010101" pitchFamily="2" charset="-122"/>
                </a:rPr>
                <a:t>数据</a:t>
              </a:r>
              <a:endParaRPr lang="zh-CN" altLang="en-US" sz="700" dirty="0">
                <a:latin typeface="宋体" panose="02010600030101010101" pitchFamily="2" charset="-122"/>
                <a:ea typeface="宋体" panose="02010600030101010101" pitchFamily="2" charset="-122"/>
              </a:endParaRPr>
            </a:p>
          </p:txBody>
        </p:sp>
        <p:cxnSp>
          <p:nvCxnSpPr>
            <p:cNvPr id="74" name="直接连接符 73"/>
            <p:cNvCxnSpPr>
              <a:stCxn id="60" idx="2"/>
              <a:endCxn id="73" idx="0"/>
            </p:cNvCxnSpPr>
            <p:nvPr/>
          </p:nvCxnSpPr>
          <p:spPr>
            <a:xfrm>
              <a:off x="4661922" y="3893423"/>
              <a:ext cx="1" cy="184774"/>
            </a:xfrm>
            <a:prstGeom prst="line">
              <a:avLst/>
            </a:prstGeom>
            <a:ln w="15875">
              <a:solidFill>
                <a:srgbClr val="4F81BD"/>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5" name="肘形连接符 74"/>
            <p:cNvCxnSpPr>
              <a:stCxn id="61" idx="4"/>
              <a:endCxn id="59" idx="3"/>
            </p:cNvCxnSpPr>
            <p:nvPr/>
          </p:nvCxnSpPr>
          <p:spPr>
            <a:xfrm rot="5400000">
              <a:off x="4543301" y="3397877"/>
              <a:ext cx="116916" cy="114638"/>
            </a:xfrm>
            <a:prstGeom prst="bentConnector2">
              <a:avLst/>
            </a:prstGeom>
            <a:ln w="15875">
              <a:solidFill>
                <a:srgbClr val="4F81BD"/>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11012543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79202" y="233084"/>
            <a:ext cx="677732" cy="4034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1323" tIns="35662" rIns="71323" bIns="35662" rtlCol="0" anchor="ctr"/>
          <a:lstStyle/>
          <a:p>
            <a:pPr algn="ctr"/>
            <a:r>
              <a:rPr lang="en-US" altLang="zh-CN" sz="2200" b="1" dirty="0" smtClean="0">
                <a:solidFill>
                  <a:schemeClr val="tx1"/>
                </a:solidFill>
                <a:latin typeface="微软雅黑" panose="020B0503020204020204" pitchFamily="34" charset="-122"/>
                <a:ea typeface="微软雅黑" panose="020B0503020204020204" pitchFamily="34" charset="-122"/>
              </a:rPr>
              <a:t>03</a:t>
            </a:r>
            <a:endParaRPr lang="zh-CN" altLang="en-US" sz="2200" b="1" dirty="0">
              <a:solidFill>
                <a:schemeClr val="tx1"/>
              </a:solidFill>
              <a:latin typeface="微软雅黑" panose="020B0503020204020204" pitchFamily="34" charset="-122"/>
              <a:ea typeface="微软雅黑" panose="020B0503020204020204" pitchFamily="34" charset="-122"/>
            </a:endParaRPr>
          </a:p>
        </p:txBody>
      </p:sp>
      <p:sp>
        <p:nvSpPr>
          <p:cNvPr id="31" name="标题 1"/>
          <p:cNvSpPr txBox="1"/>
          <p:nvPr/>
        </p:nvSpPr>
        <p:spPr bwMode="auto">
          <a:xfrm>
            <a:off x="1056937" y="210144"/>
            <a:ext cx="3416007" cy="476250"/>
          </a:xfrm>
          <a:prstGeom prst="rect">
            <a:avLst/>
          </a:prstGeom>
          <a:noFill/>
          <a:ln w="9525">
            <a:noFill/>
            <a:miter lim="800000"/>
          </a:ln>
        </p:spPr>
        <p:txBody>
          <a:bodyPr lIns="91429" tIns="45714" rIns="91429" bIns="45714" anchor="ctr"/>
          <a:lstStyle/>
          <a:p>
            <a:r>
              <a:rPr lang="zh-CN" altLang="en-US" sz="2400" b="1" dirty="0" smtClean="0">
                <a:solidFill>
                  <a:srgbClr val="7F7F7F"/>
                </a:solidFill>
                <a:latin typeface="+mn-ea"/>
                <a:ea typeface="+mn-ea"/>
                <a:cs typeface="Arial Unicode MS" panose="020B0604020202020204" pitchFamily="34" charset="-122"/>
              </a:rPr>
              <a:t>地图边界构建原理介绍</a:t>
            </a:r>
            <a:endParaRPr lang="zh-CN" altLang="en-US" sz="2400" b="1" dirty="0">
              <a:solidFill>
                <a:srgbClr val="7F7F7F"/>
              </a:solidFill>
              <a:latin typeface="+mn-ea"/>
              <a:ea typeface="+mn-ea"/>
              <a:cs typeface="Arial Unicode MS" panose="020B0604020202020204" pitchFamily="34" charset="-122"/>
            </a:endParaRPr>
          </a:p>
        </p:txBody>
      </p:sp>
      <p:sp>
        <p:nvSpPr>
          <p:cNvPr id="13" name="TextBox 12"/>
          <p:cNvSpPr txBox="1"/>
          <p:nvPr/>
        </p:nvSpPr>
        <p:spPr>
          <a:xfrm>
            <a:off x="8618220" y="5345966"/>
            <a:ext cx="454732" cy="338554"/>
          </a:xfrm>
          <a:prstGeom prst="rect">
            <a:avLst/>
          </a:prstGeom>
          <a:solidFill>
            <a:schemeClr val="bg1"/>
          </a:solidFill>
          <a:ln>
            <a:solidFill>
              <a:schemeClr val="bg1"/>
            </a:solidFill>
          </a:ln>
        </p:spPr>
        <p:txBody>
          <a:bodyPr wrap="square" rtlCol="0">
            <a:spAutoFit/>
          </a:bodyPr>
          <a:lstStyle/>
          <a:p>
            <a:r>
              <a:rPr lang="en-US" altLang="zh-CN" sz="1600" dirty="0" smtClean="0">
                <a:latin typeface="+mn-ea"/>
                <a:ea typeface="+mn-ea"/>
              </a:rPr>
              <a:t>  </a:t>
            </a:r>
            <a:endParaRPr lang="zh-CN" altLang="en-US" sz="1600" dirty="0">
              <a:latin typeface="+mn-ea"/>
              <a:ea typeface="+mn-ea"/>
            </a:endParaRPr>
          </a:p>
        </p:txBody>
      </p:sp>
      <p:sp>
        <p:nvSpPr>
          <p:cNvPr id="5"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TextBox 20"/>
          <p:cNvSpPr txBox="1"/>
          <p:nvPr/>
        </p:nvSpPr>
        <p:spPr>
          <a:xfrm>
            <a:off x="0" y="815513"/>
            <a:ext cx="8393635" cy="461665"/>
          </a:xfrm>
          <a:prstGeom prst="rect">
            <a:avLst/>
          </a:prstGeom>
          <a:noFill/>
        </p:spPr>
        <p:txBody>
          <a:bodyPr wrap="square" rtlCol="0">
            <a:spAutoFit/>
          </a:bodyPr>
          <a:lstStyle/>
          <a:p>
            <a:pPr marL="742950" lvl="2" indent="-285750">
              <a:lnSpc>
                <a:spcPct val="150000"/>
              </a:lnSpc>
              <a:buFont typeface="Wingdings" panose="05000000000000000000" pitchFamily="2" charset="2"/>
              <a:buChar char="p"/>
            </a:pPr>
            <a:r>
              <a:rPr lang="en-US" altLang="zh-CN" sz="1600" dirty="0" smtClean="0">
                <a:latin typeface="+mn-ea"/>
              </a:rPr>
              <a:t>PDC</a:t>
            </a:r>
            <a:r>
              <a:rPr lang="zh-CN" altLang="en-US" sz="1600" dirty="0" smtClean="0">
                <a:latin typeface="+mn-ea"/>
              </a:rPr>
              <a:t>边界融合详细设计</a:t>
            </a:r>
            <a:endParaRPr lang="en-US" altLang="zh-CN" sz="1600" dirty="0" smtClean="0">
              <a:latin typeface="+mn-ea"/>
            </a:endParaRPr>
          </a:p>
        </p:txBody>
      </p:sp>
      <p:sp>
        <p:nvSpPr>
          <p:cNvPr id="16" name="TextBox 15"/>
          <p:cNvSpPr txBox="1"/>
          <p:nvPr/>
        </p:nvSpPr>
        <p:spPr>
          <a:xfrm>
            <a:off x="5940118" y="3461583"/>
            <a:ext cx="3132833" cy="1546577"/>
          </a:xfrm>
          <a:prstGeom prst="rect">
            <a:avLst/>
          </a:prstGeom>
          <a:noFill/>
        </p:spPr>
        <p:txBody>
          <a:bodyPr wrap="square" rtlCol="0">
            <a:spAutoFit/>
          </a:bodyPr>
          <a:lstStyle/>
          <a:p>
            <a:pPr>
              <a:lnSpc>
                <a:spcPct val="150000"/>
              </a:lnSpc>
            </a:pPr>
            <a:r>
              <a:rPr lang="en-US" altLang="zh-CN" sz="1050" dirty="0" smtClean="0">
                <a:latin typeface="+mn-lt"/>
              </a:rPr>
              <a:t>C</a:t>
            </a:r>
            <a:r>
              <a:rPr lang="en-US" altLang="zh-CN" sz="1050" dirty="0">
                <a:latin typeface="+mn-lt"/>
              </a:rPr>
              <a:t>.</a:t>
            </a:r>
            <a:r>
              <a:rPr lang="zh-CN" altLang="en-US" sz="1050" dirty="0">
                <a:latin typeface="+mn-lt"/>
              </a:rPr>
              <a:t>根据</a:t>
            </a:r>
            <a:r>
              <a:rPr lang="en-US" altLang="zh-CN" sz="1050" dirty="0">
                <a:latin typeface="+mn-lt"/>
              </a:rPr>
              <a:t>obj2/1</a:t>
            </a:r>
            <a:r>
              <a:rPr lang="zh-CN" altLang="en-US" sz="1050" dirty="0">
                <a:latin typeface="+mn-lt"/>
              </a:rPr>
              <a:t>两侧</a:t>
            </a:r>
            <a:r>
              <a:rPr lang="zh-CN" altLang="en-US" sz="1050" dirty="0" smtClean="0">
                <a:latin typeface="+mn-lt"/>
              </a:rPr>
              <a:t>的</a:t>
            </a:r>
            <a:r>
              <a:rPr lang="en-US" altLang="zh-CN" sz="1050" dirty="0" smtClean="0">
                <a:latin typeface="+mn-lt"/>
              </a:rPr>
              <a:t>PDC</a:t>
            </a:r>
            <a:r>
              <a:rPr lang="zh-CN" altLang="en-US" sz="1050" dirty="0" smtClean="0">
                <a:latin typeface="+mn-lt"/>
              </a:rPr>
              <a:t>折线</a:t>
            </a:r>
            <a:r>
              <a:rPr lang="zh-CN" altLang="en-US" sz="1050" dirty="0">
                <a:latin typeface="+mn-lt"/>
              </a:rPr>
              <a:t>，对地图边界融合：</a:t>
            </a:r>
            <a:endParaRPr lang="en-US" altLang="zh-CN" sz="1050" dirty="0">
              <a:latin typeface="+mn-lt"/>
            </a:endParaRPr>
          </a:p>
          <a:p>
            <a:pPr>
              <a:lnSpc>
                <a:spcPct val="150000"/>
              </a:lnSpc>
            </a:pPr>
            <a:r>
              <a:rPr lang="en-US" altLang="zh-CN" sz="1050" dirty="0" smtClean="0">
                <a:latin typeface="+mn-lt"/>
              </a:rPr>
              <a:t>1.PDC</a:t>
            </a:r>
            <a:r>
              <a:rPr lang="zh-CN" altLang="en-US" sz="1050" dirty="0" smtClean="0">
                <a:latin typeface="+mn-lt"/>
              </a:rPr>
              <a:t>折线</a:t>
            </a:r>
            <a:r>
              <a:rPr lang="zh-CN" altLang="en-US" sz="1050" dirty="0">
                <a:latin typeface="+mn-lt"/>
              </a:rPr>
              <a:t>截断；车位外</a:t>
            </a:r>
            <a:r>
              <a:rPr lang="en-US" altLang="zh-CN" sz="1050" dirty="0">
                <a:latin typeface="+mn-lt"/>
              </a:rPr>
              <a:t>x</a:t>
            </a:r>
            <a:r>
              <a:rPr lang="zh-CN" altLang="en-US" sz="1050" dirty="0">
                <a:latin typeface="+mn-lt"/>
              </a:rPr>
              <a:t>方向大于</a:t>
            </a:r>
            <a:r>
              <a:rPr lang="en-US" altLang="zh-CN" sz="1050" dirty="0">
                <a:latin typeface="+mn-lt"/>
              </a:rPr>
              <a:t>2m</a:t>
            </a:r>
            <a:r>
              <a:rPr lang="zh-CN" altLang="en-US" sz="1050" dirty="0">
                <a:latin typeface="+mn-lt"/>
              </a:rPr>
              <a:t>的折线丢弃；</a:t>
            </a:r>
            <a:endParaRPr lang="en-US" altLang="zh-CN" sz="1050" dirty="0">
              <a:latin typeface="+mn-lt"/>
            </a:endParaRPr>
          </a:p>
          <a:p>
            <a:pPr>
              <a:lnSpc>
                <a:spcPct val="150000"/>
              </a:lnSpc>
            </a:pPr>
            <a:r>
              <a:rPr lang="en-US" altLang="zh-CN" sz="1050" dirty="0" smtClean="0">
                <a:latin typeface="+mn-lt"/>
              </a:rPr>
              <a:t>2.PDC</a:t>
            </a:r>
            <a:r>
              <a:rPr lang="zh-CN" altLang="en-US" sz="1050" dirty="0" smtClean="0">
                <a:latin typeface="+mn-lt"/>
              </a:rPr>
              <a:t>折线</a:t>
            </a:r>
            <a:r>
              <a:rPr lang="zh-CN" altLang="en-US" sz="1050" dirty="0">
                <a:latin typeface="+mn-lt"/>
              </a:rPr>
              <a:t>拆分成外边界折线和内边界折线；并重新计算新的</a:t>
            </a:r>
            <a:r>
              <a:rPr lang="en-US" altLang="zh-CN" sz="1050" dirty="0">
                <a:latin typeface="+mn-lt"/>
              </a:rPr>
              <a:t>obj2/obj1</a:t>
            </a:r>
            <a:r>
              <a:rPr lang="zh-CN" altLang="en-US" sz="1050" dirty="0">
                <a:latin typeface="+mn-lt"/>
              </a:rPr>
              <a:t>；</a:t>
            </a:r>
            <a:endParaRPr lang="en-US" altLang="zh-CN" sz="1050" dirty="0">
              <a:latin typeface="+mn-lt"/>
            </a:endParaRPr>
          </a:p>
          <a:p>
            <a:pPr>
              <a:lnSpc>
                <a:spcPct val="150000"/>
              </a:lnSpc>
            </a:pPr>
            <a:r>
              <a:rPr lang="en-US" altLang="zh-CN" sz="1050" dirty="0" smtClean="0">
                <a:latin typeface="+mn-lt"/>
              </a:rPr>
              <a:t>3.PDC</a:t>
            </a:r>
            <a:r>
              <a:rPr lang="zh-CN" altLang="en-US" sz="1050" dirty="0" smtClean="0">
                <a:latin typeface="+mn-lt"/>
              </a:rPr>
              <a:t>拟合</a:t>
            </a:r>
            <a:r>
              <a:rPr lang="zh-CN" altLang="en-US" sz="1050" dirty="0">
                <a:latin typeface="+mn-lt"/>
              </a:rPr>
              <a:t>：包括</a:t>
            </a:r>
            <a:r>
              <a:rPr lang="en-US" altLang="zh-CN" sz="1050" dirty="0">
                <a:latin typeface="+mn-lt"/>
              </a:rPr>
              <a:t>obj1</a:t>
            </a:r>
            <a:r>
              <a:rPr lang="zh-CN" altLang="en-US" sz="1050" dirty="0">
                <a:latin typeface="+mn-lt"/>
              </a:rPr>
              <a:t>内外边界和</a:t>
            </a:r>
            <a:r>
              <a:rPr lang="en-US" altLang="zh-CN" sz="1050" dirty="0" smtClean="0">
                <a:latin typeface="+mn-lt"/>
              </a:rPr>
              <a:t>obj2</a:t>
            </a:r>
            <a:r>
              <a:rPr lang="zh-CN" altLang="en-US" sz="1050" dirty="0" smtClean="0">
                <a:latin typeface="+mn-lt"/>
              </a:rPr>
              <a:t>内外</a:t>
            </a:r>
            <a:r>
              <a:rPr lang="zh-CN" altLang="en-US" sz="1050" dirty="0">
                <a:latin typeface="+mn-lt"/>
              </a:rPr>
              <a:t>边界；</a:t>
            </a:r>
            <a:endParaRPr lang="en-US" altLang="zh-CN" sz="1050" dirty="0">
              <a:latin typeface="+mn-lt"/>
            </a:endParaRPr>
          </a:p>
          <a:p>
            <a:pPr>
              <a:lnSpc>
                <a:spcPct val="150000"/>
              </a:lnSpc>
            </a:pPr>
            <a:r>
              <a:rPr lang="en-US" altLang="zh-CN" sz="1050" dirty="0">
                <a:latin typeface="+mn-lt"/>
              </a:rPr>
              <a:t>4.</a:t>
            </a:r>
            <a:r>
              <a:rPr lang="zh-CN" altLang="en-US" sz="1050" dirty="0">
                <a:latin typeface="+mn-lt"/>
              </a:rPr>
              <a:t>地图边界拼接</a:t>
            </a:r>
            <a:r>
              <a:rPr lang="zh-CN" altLang="en-US" sz="1050" dirty="0" smtClean="0">
                <a:latin typeface="+mn-lt"/>
              </a:rPr>
              <a:t>；</a:t>
            </a:r>
            <a:endParaRPr lang="en-US" altLang="zh-CN" sz="1050" dirty="0">
              <a:latin typeface="+mn-lt"/>
            </a:endParaRPr>
          </a:p>
        </p:txBody>
      </p:sp>
      <p:sp>
        <p:nvSpPr>
          <p:cNvPr id="19" name="矩形 18"/>
          <p:cNvSpPr/>
          <p:nvPr/>
        </p:nvSpPr>
        <p:spPr>
          <a:xfrm>
            <a:off x="5940119" y="3459059"/>
            <a:ext cx="3078238" cy="1551627"/>
          </a:xfrm>
          <a:prstGeom prst="rect">
            <a:avLst/>
          </a:prstGeom>
          <a:noFill/>
          <a:ln w="25400">
            <a:solidFill>
              <a:srgbClr val="0099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solidFill>
                <a:schemeClr val="tx1"/>
              </a:solidFill>
            </a:endParaRPr>
          </a:p>
        </p:txBody>
      </p:sp>
      <p:cxnSp>
        <p:nvCxnSpPr>
          <p:cNvPr id="24" name="直接箭头连接符 23"/>
          <p:cNvCxnSpPr>
            <a:endCxn id="19" idx="1"/>
          </p:cNvCxnSpPr>
          <p:nvPr/>
        </p:nvCxnSpPr>
        <p:spPr>
          <a:xfrm>
            <a:off x="5285432" y="4153605"/>
            <a:ext cx="654687" cy="81268"/>
          </a:xfrm>
          <a:prstGeom prst="straightConnector1">
            <a:avLst/>
          </a:prstGeom>
          <a:ln w="12700">
            <a:prstDash val="sysDot"/>
            <a:tailEnd type="triangle"/>
          </a:ln>
        </p:spPr>
        <p:style>
          <a:lnRef idx="2">
            <a:schemeClr val="accent1"/>
          </a:lnRef>
          <a:fillRef idx="0">
            <a:schemeClr val="accent1"/>
          </a:fillRef>
          <a:effectRef idx="1">
            <a:schemeClr val="accent1"/>
          </a:effectRef>
          <a:fontRef idx="minor">
            <a:schemeClr val="tx1"/>
          </a:fontRef>
        </p:style>
      </p:cxnSp>
      <p:grpSp>
        <p:nvGrpSpPr>
          <p:cNvPr id="17" name="组合 16"/>
          <p:cNvGrpSpPr/>
          <p:nvPr/>
        </p:nvGrpSpPr>
        <p:grpSpPr>
          <a:xfrm>
            <a:off x="114300" y="1452600"/>
            <a:ext cx="3174637" cy="3300375"/>
            <a:chOff x="-2" y="252"/>
            <a:chExt cx="5475214" cy="4946952"/>
          </a:xfrm>
        </p:grpSpPr>
        <p:grpSp>
          <p:nvGrpSpPr>
            <p:cNvPr id="20" name="组合 19"/>
            <p:cNvGrpSpPr/>
            <p:nvPr/>
          </p:nvGrpSpPr>
          <p:grpSpPr>
            <a:xfrm rot="16200000">
              <a:off x="2699496" y="791997"/>
              <a:ext cx="1902654" cy="3645778"/>
              <a:chOff x="2665360" y="755131"/>
              <a:chExt cx="1866789" cy="3632640"/>
            </a:xfrm>
          </p:grpSpPr>
          <p:grpSp>
            <p:nvGrpSpPr>
              <p:cNvPr id="39" name="组合 38"/>
              <p:cNvGrpSpPr/>
              <p:nvPr/>
            </p:nvGrpSpPr>
            <p:grpSpPr>
              <a:xfrm>
                <a:off x="3214217" y="755131"/>
                <a:ext cx="1248103" cy="3632640"/>
                <a:chOff x="3214217" y="755131"/>
                <a:chExt cx="1248103" cy="3632640"/>
              </a:xfrm>
            </p:grpSpPr>
            <p:grpSp>
              <p:nvGrpSpPr>
                <p:cNvPr id="47" name="组合 46"/>
                <p:cNvGrpSpPr/>
                <p:nvPr/>
              </p:nvGrpSpPr>
              <p:grpSpPr>
                <a:xfrm>
                  <a:off x="3312751" y="1653778"/>
                  <a:ext cx="544013" cy="1501200"/>
                  <a:chOff x="3312751" y="1595961"/>
                  <a:chExt cx="555406" cy="1501200"/>
                </a:xfrm>
              </p:grpSpPr>
              <p:cxnSp>
                <p:nvCxnSpPr>
                  <p:cNvPr id="54" name="直接连接符 53"/>
                  <p:cNvCxnSpPr/>
                  <p:nvPr/>
                </p:nvCxnSpPr>
                <p:spPr>
                  <a:xfrm flipH="1" flipV="1">
                    <a:off x="3316833" y="3090842"/>
                    <a:ext cx="540000" cy="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55" name="直接连接符 54"/>
                  <p:cNvCxnSpPr/>
                  <p:nvPr/>
                </p:nvCxnSpPr>
                <p:spPr>
                  <a:xfrm flipH="1" flipV="1">
                    <a:off x="3312751" y="1595961"/>
                    <a:ext cx="0" cy="150120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56" name="直接连接符 55"/>
                  <p:cNvCxnSpPr/>
                  <p:nvPr/>
                </p:nvCxnSpPr>
                <p:spPr>
                  <a:xfrm flipH="1" flipV="1">
                    <a:off x="3868157" y="1595961"/>
                    <a:ext cx="0" cy="150120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57" name="直接连接符 56"/>
                  <p:cNvCxnSpPr/>
                  <p:nvPr/>
                </p:nvCxnSpPr>
                <p:spPr>
                  <a:xfrm flipH="1" flipV="1">
                    <a:off x="3316833" y="1606734"/>
                    <a:ext cx="540000" cy="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58" name="直接连接符 57"/>
                  <p:cNvCxnSpPr/>
                  <p:nvPr/>
                </p:nvCxnSpPr>
                <p:spPr>
                  <a:xfrm flipH="1" flipV="1">
                    <a:off x="3322276" y="2752296"/>
                    <a:ext cx="540000" cy="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59" name="直接连接符 58"/>
                  <p:cNvCxnSpPr/>
                  <p:nvPr/>
                </p:nvCxnSpPr>
                <p:spPr>
                  <a:xfrm flipH="1" flipV="1">
                    <a:off x="3594109" y="1600822"/>
                    <a:ext cx="0" cy="149124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grpSp>
            <p:cxnSp>
              <p:nvCxnSpPr>
                <p:cNvPr id="48" name="直接连接符 47"/>
                <p:cNvCxnSpPr/>
                <p:nvPr/>
              </p:nvCxnSpPr>
              <p:spPr>
                <a:xfrm flipV="1">
                  <a:off x="3299613" y="1142701"/>
                  <a:ext cx="131379" cy="275897"/>
                </a:xfrm>
                <a:prstGeom prst="line">
                  <a:avLst/>
                </a:prstGeom>
                <a:ln>
                  <a:headEnd type="triangle" w="med" len="med"/>
                  <a:tailEnd type="oval" w="med" len="med"/>
                </a:ln>
              </p:spPr>
              <p:style>
                <a:lnRef idx="1">
                  <a:schemeClr val="accent3"/>
                </a:lnRef>
                <a:fillRef idx="0">
                  <a:schemeClr val="accent3"/>
                </a:fillRef>
                <a:effectRef idx="0">
                  <a:schemeClr val="accent3"/>
                </a:effectRef>
                <a:fontRef idx="minor">
                  <a:schemeClr val="tx1"/>
                </a:fontRef>
              </p:style>
            </p:cxnSp>
            <p:cxnSp>
              <p:nvCxnSpPr>
                <p:cNvPr id="49" name="直接连接符 48"/>
                <p:cNvCxnSpPr/>
                <p:nvPr/>
              </p:nvCxnSpPr>
              <p:spPr>
                <a:xfrm flipV="1">
                  <a:off x="4232406" y="1241237"/>
                  <a:ext cx="229914" cy="177362"/>
                </a:xfrm>
                <a:prstGeom prst="line">
                  <a:avLst/>
                </a:prstGeom>
                <a:ln>
                  <a:headEnd type="oval" w="med" len="med"/>
                  <a:tailEnd type="triangle" w="med" len="med"/>
                </a:ln>
              </p:spPr>
              <p:style>
                <a:lnRef idx="1">
                  <a:schemeClr val="accent3"/>
                </a:lnRef>
                <a:fillRef idx="0">
                  <a:schemeClr val="accent3"/>
                </a:fillRef>
                <a:effectRef idx="0">
                  <a:schemeClr val="accent3"/>
                </a:effectRef>
                <a:fontRef idx="minor">
                  <a:schemeClr val="tx1"/>
                </a:fontRef>
              </p:style>
            </p:cxnSp>
            <p:cxnSp>
              <p:nvCxnSpPr>
                <p:cNvPr id="50" name="直接连接符 49"/>
                <p:cNvCxnSpPr/>
                <p:nvPr/>
              </p:nvCxnSpPr>
              <p:spPr>
                <a:xfrm flipH="1">
                  <a:off x="4114164" y="1595961"/>
                  <a:ext cx="111673" cy="1366345"/>
                </a:xfrm>
                <a:prstGeom prst="line">
                  <a:avLst/>
                </a:prstGeom>
                <a:ln>
                  <a:headEnd type="triangle" w="med" len="med"/>
                  <a:tailEnd type="oval" w="med" len="med"/>
                </a:ln>
              </p:spPr>
              <p:style>
                <a:lnRef idx="1">
                  <a:schemeClr val="accent3"/>
                </a:lnRef>
                <a:fillRef idx="0">
                  <a:schemeClr val="accent3"/>
                </a:fillRef>
                <a:effectRef idx="0">
                  <a:schemeClr val="accent3"/>
                </a:effectRef>
                <a:fontRef idx="minor">
                  <a:schemeClr val="tx1"/>
                </a:fontRef>
              </p:style>
            </p:cxnSp>
            <p:cxnSp>
              <p:nvCxnSpPr>
                <p:cNvPr id="51" name="直接连接符 50"/>
                <p:cNvCxnSpPr/>
                <p:nvPr/>
              </p:nvCxnSpPr>
              <p:spPr>
                <a:xfrm>
                  <a:off x="3214217" y="3027993"/>
                  <a:ext cx="190499" cy="249624"/>
                </a:xfrm>
                <a:prstGeom prst="line">
                  <a:avLst/>
                </a:prstGeom>
                <a:ln>
                  <a:headEnd type="oval" w="med" len="med"/>
                  <a:tailEnd type="oval" w="med" len="med"/>
                </a:ln>
              </p:spPr>
              <p:style>
                <a:lnRef idx="1">
                  <a:schemeClr val="accent3"/>
                </a:lnRef>
                <a:fillRef idx="0">
                  <a:schemeClr val="accent3"/>
                </a:fillRef>
                <a:effectRef idx="0">
                  <a:schemeClr val="accent3"/>
                </a:effectRef>
                <a:fontRef idx="minor">
                  <a:schemeClr val="tx1"/>
                </a:fontRef>
              </p:style>
            </p:cxnSp>
            <p:cxnSp>
              <p:nvCxnSpPr>
                <p:cNvPr id="52" name="直接连接符 51"/>
                <p:cNvCxnSpPr/>
                <p:nvPr/>
              </p:nvCxnSpPr>
              <p:spPr>
                <a:xfrm flipV="1">
                  <a:off x="4009061" y="3100255"/>
                  <a:ext cx="78828" cy="269326"/>
                </a:xfrm>
                <a:prstGeom prst="line">
                  <a:avLst/>
                </a:prstGeom>
                <a:ln>
                  <a:headEnd type="oval" w="med" len="med"/>
                  <a:tailEnd type="triangle" w="med" len="med"/>
                </a:ln>
              </p:spPr>
              <p:style>
                <a:lnRef idx="1">
                  <a:schemeClr val="accent3"/>
                </a:lnRef>
                <a:fillRef idx="0">
                  <a:schemeClr val="accent3"/>
                </a:fillRef>
                <a:effectRef idx="0">
                  <a:schemeClr val="accent3"/>
                </a:effectRef>
                <a:fontRef idx="minor">
                  <a:schemeClr val="tx1"/>
                </a:fontRef>
              </p:style>
            </p:cxnSp>
            <p:cxnSp>
              <p:nvCxnSpPr>
                <p:cNvPr id="53" name="直接连接符 52"/>
                <p:cNvCxnSpPr/>
                <p:nvPr/>
              </p:nvCxnSpPr>
              <p:spPr>
                <a:xfrm flipH="1" flipV="1">
                  <a:off x="3582078" y="755131"/>
                  <a:ext cx="6568" cy="3632640"/>
                </a:xfrm>
                <a:prstGeom prst="line">
                  <a:avLst/>
                </a:prstGeom>
                <a:noFill/>
                <a:ln w="15875" cap="flat" cmpd="sng" algn="ctr">
                  <a:solidFill>
                    <a:schemeClr val="accent1">
                      <a:lumMod val="75000"/>
                    </a:schemeClr>
                  </a:solidFill>
                  <a:prstDash val="dash"/>
                  <a:headEnd type="none"/>
                  <a:tailEnd type="none"/>
                </a:ln>
                <a:effectLst>
                  <a:outerShdw blurRad="40000" dist="20000" dir="5400000" rotWithShape="0">
                    <a:srgbClr val="000000">
                      <a:alpha val="38000"/>
                    </a:srgbClr>
                  </a:outerShdw>
                </a:effectLst>
              </p:spPr>
            </p:cxnSp>
          </p:grpSp>
          <p:cxnSp>
            <p:nvCxnSpPr>
              <p:cNvPr id="40" name="直接连接符 39"/>
              <p:cNvCxnSpPr/>
              <p:nvPr/>
            </p:nvCxnSpPr>
            <p:spPr>
              <a:xfrm flipH="1" flipV="1">
                <a:off x="3115682" y="1418597"/>
                <a:ext cx="2" cy="1609404"/>
              </a:xfrm>
              <a:prstGeom prst="line">
                <a:avLst/>
              </a:prstGeom>
              <a:ln>
                <a:headEnd type="triangle" w="med" len="med"/>
                <a:tailEnd type="oval" w="med" len="med"/>
              </a:ln>
            </p:spPr>
            <p:style>
              <a:lnRef idx="1">
                <a:schemeClr val="accent3"/>
              </a:lnRef>
              <a:fillRef idx="0">
                <a:schemeClr val="accent3"/>
              </a:fillRef>
              <a:effectRef idx="0">
                <a:schemeClr val="accent3"/>
              </a:effectRef>
              <a:fontRef idx="minor">
                <a:schemeClr val="tx1"/>
              </a:fontRef>
            </p:style>
          </p:cxnSp>
          <p:cxnSp>
            <p:nvCxnSpPr>
              <p:cNvPr id="41" name="直接连接符 40"/>
              <p:cNvCxnSpPr/>
              <p:nvPr/>
            </p:nvCxnSpPr>
            <p:spPr>
              <a:xfrm flipV="1">
                <a:off x="3128820" y="1418596"/>
                <a:ext cx="170794" cy="0"/>
              </a:xfrm>
              <a:prstGeom prst="line">
                <a:avLst/>
              </a:prstGeom>
              <a:ln>
                <a:headEnd type="triangle" w="med" len="med"/>
                <a:tailEnd type="oval" w="med" len="med"/>
              </a:ln>
            </p:spPr>
            <p:style>
              <a:lnRef idx="1">
                <a:schemeClr val="accent3"/>
              </a:lnRef>
              <a:fillRef idx="0">
                <a:schemeClr val="accent3"/>
              </a:fillRef>
              <a:effectRef idx="0">
                <a:schemeClr val="accent3"/>
              </a:effectRef>
              <a:fontRef idx="minor">
                <a:schemeClr val="tx1"/>
              </a:fontRef>
            </p:style>
          </p:cxnSp>
          <p:cxnSp>
            <p:nvCxnSpPr>
              <p:cNvPr id="42" name="直接连接符 41"/>
              <p:cNvCxnSpPr/>
              <p:nvPr/>
            </p:nvCxnSpPr>
            <p:spPr>
              <a:xfrm flipV="1">
                <a:off x="3095976" y="3027992"/>
                <a:ext cx="124810" cy="0"/>
              </a:xfrm>
              <a:prstGeom prst="line">
                <a:avLst/>
              </a:prstGeom>
              <a:ln>
                <a:headEnd type="oval" w="med" len="med"/>
                <a:tailEnd type="triangle" w="med" len="med"/>
              </a:ln>
            </p:spPr>
            <p:style>
              <a:lnRef idx="1">
                <a:schemeClr val="accent3"/>
              </a:lnRef>
              <a:fillRef idx="0">
                <a:schemeClr val="accent3"/>
              </a:fillRef>
              <a:effectRef idx="0">
                <a:schemeClr val="accent3"/>
              </a:effectRef>
              <a:fontRef idx="minor">
                <a:schemeClr val="tx1"/>
              </a:fontRef>
            </p:style>
          </p:cxnSp>
          <p:cxnSp>
            <p:nvCxnSpPr>
              <p:cNvPr id="43" name="直接连接符 42"/>
              <p:cNvCxnSpPr/>
              <p:nvPr/>
            </p:nvCxnSpPr>
            <p:spPr>
              <a:xfrm flipV="1">
                <a:off x="4232406" y="1425166"/>
                <a:ext cx="1" cy="170799"/>
              </a:xfrm>
              <a:prstGeom prst="line">
                <a:avLst/>
              </a:prstGeom>
              <a:ln>
                <a:headEnd type="oval" w="med" len="med"/>
                <a:tailEnd type="triangle" w="med" len="med"/>
              </a:ln>
            </p:spPr>
            <p:style>
              <a:lnRef idx="1">
                <a:schemeClr val="accent3"/>
              </a:lnRef>
              <a:fillRef idx="0">
                <a:schemeClr val="accent3"/>
              </a:fillRef>
              <a:effectRef idx="0">
                <a:schemeClr val="accent3"/>
              </a:effectRef>
              <a:fontRef idx="minor">
                <a:schemeClr val="tx1"/>
              </a:fontRef>
            </p:style>
          </p:cxnSp>
          <p:cxnSp>
            <p:nvCxnSpPr>
              <p:cNvPr id="44" name="直接连接符 43"/>
              <p:cNvCxnSpPr/>
              <p:nvPr/>
            </p:nvCxnSpPr>
            <p:spPr>
              <a:xfrm flipV="1">
                <a:off x="4087889" y="2942597"/>
                <a:ext cx="19708" cy="157655"/>
              </a:xfrm>
              <a:prstGeom prst="line">
                <a:avLst/>
              </a:prstGeom>
              <a:ln>
                <a:headEnd type="oval" w="med" len="med"/>
                <a:tailEnd type="triangle" w="med" len="med"/>
              </a:ln>
            </p:spPr>
            <p:style>
              <a:lnRef idx="1">
                <a:schemeClr val="accent3"/>
              </a:lnRef>
              <a:fillRef idx="0">
                <a:schemeClr val="accent3"/>
              </a:fillRef>
              <a:effectRef idx="0">
                <a:schemeClr val="accent3"/>
              </a:effectRef>
              <a:fontRef idx="minor">
                <a:schemeClr val="tx1"/>
              </a:fontRef>
            </p:style>
          </p:cxnSp>
          <p:sp>
            <p:nvSpPr>
              <p:cNvPr id="45" name="TextBox 447"/>
              <p:cNvSpPr txBox="1"/>
              <p:nvPr/>
            </p:nvSpPr>
            <p:spPr>
              <a:xfrm rot="5400000">
                <a:off x="2137382" y="2284309"/>
                <a:ext cx="1398647" cy="342691"/>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800" dirty="0"/>
                  <a:t>Obj1PDCPts</a:t>
                </a:r>
                <a:endParaRPr lang="en-US" altLang="zh-CN" baseline="0" dirty="0"/>
              </a:p>
            </p:txBody>
          </p:sp>
          <p:sp>
            <p:nvSpPr>
              <p:cNvPr id="46" name="TextBox 447"/>
              <p:cNvSpPr txBox="1"/>
              <p:nvPr/>
            </p:nvSpPr>
            <p:spPr>
              <a:xfrm rot="5400000">
                <a:off x="3650293" y="2485434"/>
                <a:ext cx="1463968" cy="299744"/>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800" dirty="0"/>
                  <a:t>Obj2PDCPts</a:t>
                </a:r>
                <a:endParaRPr lang="en-US" altLang="zh-CN" sz="1050" baseline="0" dirty="0"/>
              </a:p>
            </p:txBody>
          </p:sp>
        </p:grpSp>
        <p:grpSp>
          <p:nvGrpSpPr>
            <p:cNvPr id="21" name="组合 20"/>
            <p:cNvGrpSpPr/>
            <p:nvPr/>
          </p:nvGrpSpPr>
          <p:grpSpPr>
            <a:xfrm>
              <a:off x="-2" y="252"/>
              <a:ext cx="5475214" cy="4946952"/>
              <a:chOff x="-2" y="247"/>
              <a:chExt cx="5454180" cy="4849242"/>
            </a:xfrm>
          </p:grpSpPr>
          <p:grpSp>
            <p:nvGrpSpPr>
              <p:cNvPr id="26" name="组合 25"/>
              <p:cNvGrpSpPr/>
              <p:nvPr/>
            </p:nvGrpSpPr>
            <p:grpSpPr>
              <a:xfrm>
                <a:off x="2581962" y="651497"/>
                <a:ext cx="1727509" cy="3824125"/>
                <a:chOff x="2572371" y="651497"/>
                <a:chExt cx="1727509" cy="3838575"/>
              </a:xfrm>
            </p:grpSpPr>
            <p:cxnSp>
              <p:nvCxnSpPr>
                <p:cNvPr id="34" name="直接连接符 33"/>
                <p:cNvCxnSpPr/>
                <p:nvPr/>
              </p:nvCxnSpPr>
              <p:spPr>
                <a:xfrm>
                  <a:off x="2572371" y="651497"/>
                  <a:ext cx="0" cy="1400175"/>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2581896" y="3089897"/>
                  <a:ext cx="0" cy="1400175"/>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flipV="1">
                  <a:off x="2582577" y="2036198"/>
                  <a:ext cx="1709557" cy="0"/>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flipV="1">
                  <a:off x="2581897" y="3080373"/>
                  <a:ext cx="1717983" cy="10826"/>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4297413" y="2034418"/>
                  <a:ext cx="0" cy="1062669"/>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27" name="组合 26"/>
              <p:cNvGrpSpPr/>
              <p:nvPr/>
            </p:nvGrpSpPr>
            <p:grpSpPr>
              <a:xfrm rot="31679">
                <a:off x="-2" y="247"/>
                <a:ext cx="5454180" cy="4849242"/>
                <a:chOff x="0" y="0"/>
                <a:chExt cx="5454180" cy="5015801"/>
              </a:xfrm>
            </p:grpSpPr>
            <p:cxnSp>
              <p:nvCxnSpPr>
                <p:cNvPr id="28" name="直接连接符 27"/>
                <p:cNvCxnSpPr/>
                <p:nvPr/>
              </p:nvCxnSpPr>
              <p:spPr>
                <a:xfrm rot="21568321" flipV="1">
                  <a:off x="2410282" y="119949"/>
                  <a:ext cx="0" cy="4895852"/>
                </a:xfrm>
                <a:prstGeom prst="line">
                  <a:avLst/>
                </a:prstGeom>
                <a:noFill/>
                <a:ln w="15875" cap="flat" cmpd="sng" algn="ctr">
                  <a:solidFill>
                    <a:schemeClr val="accent1">
                      <a:lumMod val="75000"/>
                    </a:schemeClr>
                  </a:solidFill>
                  <a:prstDash val="dash"/>
                  <a:headEnd type="none"/>
                  <a:tailEnd type="arrow"/>
                </a:ln>
                <a:effectLst>
                  <a:outerShdw blurRad="40000" dist="20000" dir="5400000" rotWithShape="0">
                    <a:srgbClr val="000000">
                      <a:alpha val="38000"/>
                    </a:srgbClr>
                  </a:outerShdw>
                </a:effectLst>
              </p:spPr>
            </p:cxnSp>
            <p:sp>
              <p:nvSpPr>
                <p:cNvPr id="29" name="矩形 28"/>
                <p:cNvSpPr/>
                <p:nvPr/>
              </p:nvSpPr>
              <p:spPr>
                <a:xfrm>
                  <a:off x="2378433" y="0"/>
                  <a:ext cx="295274" cy="266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zh-CN" sz="1100">
                      <a:solidFill>
                        <a:sysClr val="windowText" lastClr="000000"/>
                      </a:solidFill>
                    </a:rPr>
                    <a:t>Y</a:t>
                  </a:r>
                  <a:endParaRPr lang="zh-CN" altLang="en-US" sz="1100">
                    <a:solidFill>
                      <a:sysClr val="windowText" lastClr="000000"/>
                    </a:solidFill>
                  </a:endParaRPr>
                </a:p>
              </p:txBody>
            </p:sp>
            <p:sp>
              <p:nvSpPr>
                <p:cNvPr id="30" name="矩形 29"/>
                <p:cNvSpPr/>
                <p:nvPr/>
              </p:nvSpPr>
              <p:spPr>
                <a:xfrm>
                  <a:off x="5158906" y="2219404"/>
                  <a:ext cx="295274" cy="266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zh-CN" sz="1100">
                      <a:solidFill>
                        <a:sysClr val="windowText" lastClr="000000"/>
                      </a:solidFill>
                    </a:rPr>
                    <a:t>X</a:t>
                  </a:r>
                  <a:endParaRPr lang="zh-CN" altLang="en-US" sz="1100">
                    <a:solidFill>
                      <a:sysClr val="windowText" lastClr="000000"/>
                    </a:solidFill>
                  </a:endParaRPr>
                </a:p>
              </p:txBody>
            </p:sp>
            <p:sp>
              <p:nvSpPr>
                <p:cNvPr id="32" name="椭圆 31"/>
                <p:cNvSpPr>
                  <a:spLocks noChangeAspect="1"/>
                </p:cNvSpPr>
                <p:nvPr/>
              </p:nvSpPr>
              <p:spPr>
                <a:xfrm flipV="1">
                  <a:off x="2369207" y="2072329"/>
                  <a:ext cx="72000" cy="72000"/>
                </a:xfrm>
                <a:prstGeom prst="ellipse">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zh-CN" altLang="en-US" sz="1100"/>
                </a:p>
              </p:txBody>
            </p:sp>
            <p:cxnSp>
              <p:nvCxnSpPr>
                <p:cNvPr id="33" name="直接连接符 32"/>
                <p:cNvCxnSpPr/>
                <p:nvPr/>
              </p:nvCxnSpPr>
              <p:spPr>
                <a:xfrm rot="21568321">
                  <a:off x="0" y="2107776"/>
                  <a:ext cx="5343524" cy="0"/>
                </a:xfrm>
                <a:prstGeom prst="line">
                  <a:avLst/>
                </a:prstGeom>
                <a:noFill/>
                <a:ln w="15875" cap="flat" cmpd="sng" algn="ctr">
                  <a:solidFill>
                    <a:schemeClr val="accent1">
                      <a:lumMod val="75000"/>
                    </a:schemeClr>
                  </a:solidFill>
                  <a:prstDash val="dash"/>
                  <a:headEnd type="none"/>
                  <a:tailEnd type="arrow"/>
                </a:ln>
                <a:effectLst>
                  <a:outerShdw blurRad="40000" dist="20000" dir="5400000" rotWithShape="0">
                    <a:srgbClr val="000000">
                      <a:alpha val="38000"/>
                    </a:srgbClr>
                  </a:outerShdw>
                </a:effectLst>
              </p:spPr>
            </p:cxnSp>
          </p:grpSp>
        </p:grpSp>
        <p:cxnSp>
          <p:nvCxnSpPr>
            <p:cNvPr id="23" name="直接连接符 22"/>
            <p:cNvCxnSpPr/>
            <p:nvPr/>
          </p:nvCxnSpPr>
          <p:spPr>
            <a:xfrm flipH="1">
              <a:off x="2206771" y="2763702"/>
              <a:ext cx="0" cy="1796143"/>
            </a:xfrm>
            <a:prstGeom prst="line">
              <a:avLst/>
            </a:prstGeom>
            <a:ln>
              <a:headEnd type="triangle" w="med" len="med"/>
              <a:tailEnd type="oval" w="med" len="med"/>
            </a:ln>
          </p:spPr>
          <p:style>
            <a:lnRef idx="1">
              <a:schemeClr val="accent3"/>
            </a:lnRef>
            <a:fillRef idx="0">
              <a:schemeClr val="accent3"/>
            </a:fillRef>
            <a:effectRef idx="0">
              <a:schemeClr val="accent3"/>
            </a:effectRef>
            <a:fontRef idx="minor">
              <a:schemeClr val="tx1"/>
            </a:fontRef>
          </p:style>
        </p:cxnSp>
        <p:cxnSp>
          <p:nvCxnSpPr>
            <p:cNvPr id="25" name="直接连接符 24"/>
            <p:cNvCxnSpPr/>
            <p:nvPr/>
          </p:nvCxnSpPr>
          <p:spPr>
            <a:xfrm flipH="1">
              <a:off x="2310186" y="151130"/>
              <a:ext cx="16329" cy="1583872"/>
            </a:xfrm>
            <a:prstGeom prst="line">
              <a:avLst/>
            </a:prstGeom>
            <a:ln>
              <a:headEnd type="oval" w="med" len="med"/>
              <a:tailEnd type="oval" w="med" len="med"/>
            </a:ln>
          </p:spPr>
          <p:style>
            <a:lnRef idx="1">
              <a:schemeClr val="accent3"/>
            </a:lnRef>
            <a:fillRef idx="0">
              <a:schemeClr val="accent3"/>
            </a:fillRef>
            <a:effectRef idx="0">
              <a:schemeClr val="accent3"/>
            </a:effectRef>
            <a:fontRef idx="minor">
              <a:schemeClr val="tx1"/>
            </a:fontRef>
          </p:style>
        </p:cxnSp>
      </p:grpSp>
      <p:grpSp>
        <p:nvGrpSpPr>
          <p:cNvPr id="60" name="组合 59"/>
          <p:cNvGrpSpPr/>
          <p:nvPr/>
        </p:nvGrpSpPr>
        <p:grpSpPr>
          <a:xfrm>
            <a:off x="6113722" y="1225419"/>
            <a:ext cx="2485536" cy="2127038"/>
            <a:chOff x="-2" y="247"/>
            <a:chExt cx="5453985" cy="4852359"/>
          </a:xfrm>
        </p:grpSpPr>
        <p:grpSp>
          <p:nvGrpSpPr>
            <p:cNvPr id="61" name="组合 60"/>
            <p:cNvGrpSpPr/>
            <p:nvPr/>
          </p:nvGrpSpPr>
          <p:grpSpPr>
            <a:xfrm>
              <a:off x="-2" y="247"/>
              <a:ext cx="5453985" cy="4852359"/>
              <a:chOff x="-2" y="252"/>
              <a:chExt cx="5475214" cy="4946952"/>
            </a:xfrm>
          </p:grpSpPr>
          <p:grpSp>
            <p:nvGrpSpPr>
              <p:cNvPr id="64" name="组合 63"/>
              <p:cNvGrpSpPr/>
              <p:nvPr/>
            </p:nvGrpSpPr>
            <p:grpSpPr>
              <a:xfrm rot="16200000">
                <a:off x="2470558" y="771488"/>
                <a:ext cx="2001303" cy="3645778"/>
                <a:chOff x="2457474" y="755131"/>
                <a:chExt cx="1963579" cy="3632640"/>
              </a:xfrm>
            </p:grpSpPr>
            <p:grpSp>
              <p:nvGrpSpPr>
                <p:cNvPr id="80" name="组合 79"/>
                <p:cNvGrpSpPr/>
                <p:nvPr/>
              </p:nvGrpSpPr>
              <p:grpSpPr>
                <a:xfrm>
                  <a:off x="2900480" y="755131"/>
                  <a:ext cx="1382226" cy="3632640"/>
                  <a:chOff x="2900480" y="755131"/>
                  <a:chExt cx="1382226" cy="3632640"/>
                </a:xfrm>
              </p:grpSpPr>
              <p:grpSp>
                <p:nvGrpSpPr>
                  <p:cNvPr id="88" name="组合 87"/>
                  <p:cNvGrpSpPr/>
                  <p:nvPr/>
                </p:nvGrpSpPr>
                <p:grpSpPr>
                  <a:xfrm>
                    <a:off x="3133137" y="1839228"/>
                    <a:ext cx="544013" cy="1501200"/>
                    <a:chOff x="3133137" y="1774928"/>
                    <a:chExt cx="555406" cy="1501200"/>
                  </a:xfrm>
                </p:grpSpPr>
                <p:cxnSp>
                  <p:nvCxnSpPr>
                    <p:cNvPr id="95" name="直接连接符 94"/>
                    <p:cNvCxnSpPr/>
                    <p:nvPr/>
                  </p:nvCxnSpPr>
                  <p:spPr>
                    <a:xfrm flipH="1" flipV="1">
                      <a:off x="3137219" y="3269809"/>
                      <a:ext cx="540000" cy="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96" name="直接连接符 95"/>
                    <p:cNvCxnSpPr/>
                    <p:nvPr/>
                  </p:nvCxnSpPr>
                  <p:spPr>
                    <a:xfrm flipH="1" flipV="1">
                      <a:off x="3133137" y="1774928"/>
                      <a:ext cx="0" cy="150120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97" name="直接连接符 96"/>
                    <p:cNvCxnSpPr/>
                    <p:nvPr/>
                  </p:nvCxnSpPr>
                  <p:spPr>
                    <a:xfrm flipH="1" flipV="1">
                      <a:off x="3688543" y="1774928"/>
                      <a:ext cx="0" cy="150120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98" name="直接连接符 97"/>
                    <p:cNvCxnSpPr/>
                    <p:nvPr/>
                  </p:nvCxnSpPr>
                  <p:spPr>
                    <a:xfrm flipH="1" flipV="1">
                      <a:off x="3137219" y="1785701"/>
                      <a:ext cx="540000" cy="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99" name="直接连接符 98"/>
                    <p:cNvCxnSpPr/>
                    <p:nvPr/>
                  </p:nvCxnSpPr>
                  <p:spPr>
                    <a:xfrm flipH="1" flipV="1">
                      <a:off x="3142662" y="2931263"/>
                      <a:ext cx="540000" cy="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100" name="直接连接符 99"/>
                    <p:cNvCxnSpPr/>
                    <p:nvPr/>
                  </p:nvCxnSpPr>
                  <p:spPr>
                    <a:xfrm flipH="1" flipV="1">
                      <a:off x="3414495" y="1779789"/>
                      <a:ext cx="0" cy="149124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grpSp>
              <p:cxnSp>
                <p:nvCxnSpPr>
                  <p:cNvPr id="89" name="直接连接符 88"/>
                  <p:cNvCxnSpPr/>
                  <p:nvPr/>
                </p:nvCxnSpPr>
                <p:spPr>
                  <a:xfrm flipV="1">
                    <a:off x="3119999" y="1321668"/>
                    <a:ext cx="131379" cy="275897"/>
                  </a:xfrm>
                  <a:prstGeom prst="line">
                    <a:avLst/>
                  </a:prstGeom>
                  <a:ln>
                    <a:headEnd type="triangle" w="med" len="med"/>
                    <a:tailEnd type="oval" w="med" len="med"/>
                  </a:ln>
                </p:spPr>
                <p:style>
                  <a:lnRef idx="1">
                    <a:schemeClr val="accent3"/>
                  </a:lnRef>
                  <a:fillRef idx="0">
                    <a:schemeClr val="accent3"/>
                  </a:fillRef>
                  <a:effectRef idx="0">
                    <a:schemeClr val="accent3"/>
                  </a:effectRef>
                  <a:fontRef idx="minor">
                    <a:schemeClr val="tx1"/>
                  </a:fontRef>
                </p:style>
              </p:cxnSp>
              <p:cxnSp>
                <p:nvCxnSpPr>
                  <p:cNvPr id="90" name="直接连接符 89"/>
                  <p:cNvCxnSpPr/>
                  <p:nvPr/>
                </p:nvCxnSpPr>
                <p:spPr>
                  <a:xfrm flipV="1">
                    <a:off x="4052792" y="1420204"/>
                    <a:ext cx="229914" cy="177362"/>
                  </a:xfrm>
                  <a:prstGeom prst="line">
                    <a:avLst/>
                  </a:prstGeom>
                  <a:ln>
                    <a:headEnd type="oval" w="med" len="med"/>
                    <a:tailEnd type="triangle" w="med" len="med"/>
                  </a:ln>
                </p:spPr>
                <p:style>
                  <a:lnRef idx="1">
                    <a:schemeClr val="accent3"/>
                  </a:lnRef>
                  <a:fillRef idx="0">
                    <a:schemeClr val="accent3"/>
                  </a:fillRef>
                  <a:effectRef idx="0">
                    <a:schemeClr val="accent3"/>
                  </a:effectRef>
                  <a:fontRef idx="minor">
                    <a:schemeClr val="tx1"/>
                  </a:fontRef>
                </p:style>
              </p:cxnSp>
              <p:cxnSp>
                <p:nvCxnSpPr>
                  <p:cNvPr id="91" name="直接连接符 90"/>
                  <p:cNvCxnSpPr/>
                  <p:nvPr/>
                </p:nvCxnSpPr>
                <p:spPr>
                  <a:xfrm flipH="1">
                    <a:off x="3934550" y="1774928"/>
                    <a:ext cx="111673" cy="1366345"/>
                  </a:xfrm>
                  <a:prstGeom prst="line">
                    <a:avLst/>
                  </a:prstGeom>
                  <a:ln>
                    <a:prstDash val="sysDash"/>
                    <a:headEnd type="triangle" w="med" len="med"/>
                    <a:tailEnd type="oval" w="med" len="med"/>
                  </a:ln>
                </p:spPr>
                <p:style>
                  <a:lnRef idx="1">
                    <a:schemeClr val="accent3"/>
                  </a:lnRef>
                  <a:fillRef idx="0">
                    <a:schemeClr val="accent3"/>
                  </a:fillRef>
                  <a:effectRef idx="0">
                    <a:schemeClr val="accent3"/>
                  </a:effectRef>
                  <a:fontRef idx="minor">
                    <a:schemeClr val="tx1"/>
                  </a:fontRef>
                </p:style>
              </p:cxnSp>
              <p:cxnSp>
                <p:nvCxnSpPr>
                  <p:cNvPr id="92" name="直接连接符 91"/>
                  <p:cNvCxnSpPr/>
                  <p:nvPr/>
                </p:nvCxnSpPr>
                <p:spPr>
                  <a:xfrm rot="5400000" flipV="1">
                    <a:off x="3010102" y="3231460"/>
                    <a:ext cx="190156" cy="141156"/>
                  </a:xfrm>
                  <a:prstGeom prst="line">
                    <a:avLst/>
                  </a:prstGeom>
                  <a:ln>
                    <a:headEnd type="oval" w="med" len="med"/>
                    <a:tailEnd type="oval" w="med" len="med"/>
                  </a:ln>
                </p:spPr>
                <p:style>
                  <a:lnRef idx="1">
                    <a:schemeClr val="accent3"/>
                  </a:lnRef>
                  <a:fillRef idx="0">
                    <a:schemeClr val="accent3"/>
                  </a:fillRef>
                  <a:effectRef idx="0">
                    <a:schemeClr val="accent3"/>
                  </a:effectRef>
                  <a:fontRef idx="minor">
                    <a:schemeClr val="tx1"/>
                  </a:fontRef>
                </p:style>
              </p:cxnSp>
              <p:cxnSp>
                <p:nvCxnSpPr>
                  <p:cNvPr id="93" name="直接连接符 92"/>
                  <p:cNvCxnSpPr/>
                  <p:nvPr/>
                </p:nvCxnSpPr>
                <p:spPr>
                  <a:xfrm rot="5400000" flipH="1" flipV="1">
                    <a:off x="3827433" y="3327121"/>
                    <a:ext cx="128741" cy="32943"/>
                  </a:xfrm>
                  <a:prstGeom prst="line">
                    <a:avLst/>
                  </a:prstGeom>
                  <a:ln>
                    <a:headEnd type="oval" w="med" len="med"/>
                    <a:tailEnd type="triangle" w="med" len="med"/>
                  </a:ln>
                </p:spPr>
                <p:style>
                  <a:lnRef idx="1">
                    <a:schemeClr val="accent3"/>
                  </a:lnRef>
                  <a:fillRef idx="0">
                    <a:schemeClr val="accent3"/>
                  </a:fillRef>
                  <a:effectRef idx="0">
                    <a:schemeClr val="accent3"/>
                  </a:effectRef>
                  <a:fontRef idx="minor">
                    <a:schemeClr val="tx1"/>
                  </a:fontRef>
                </p:style>
              </p:cxnSp>
              <p:cxnSp>
                <p:nvCxnSpPr>
                  <p:cNvPr id="94" name="直接连接符 93"/>
                  <p:cNvCxnSpPr/>
                  <p:nvPr/>
                </p:nvCxnSpPr>
                <p:spPr>
                  <a:xfrm flipH="1" flipV="1">
                    <a:off x="2900480" y="755131"/>
                    <a:ext cx="6568" cy="3632640"/>
                  </a:xfrm>
                  <a:prstGeom prst="line">
                    <a:avLst/>
                  </a:prstGeom>
                  <a:noFill/>
                  <a:ln w="15875" cap="flat" cmpd="sng" algn="ctr">
                    <a:solidFill>
                      <a:schemeClr val="accent1">
                        <a:lumMod val="75000"/>
                      </a:schemeClr>
                    </a:solidFill>
                    <a:prstDash val="dash"/>
                    <a:headEnd type="none"/>
                    <a:tailEnd type="none"/>
                  </a:ln>
                  <a:effectLst>
                    <a:outerShdw blurRad="40000" dist="20000" dir="5400000" rotWithShape="0">
                      <a:srgbClr val="000000">
                        <a:alpha val="38000"/>
                      </a:srgbClr>
                    </a:outerShdw>
                  </a:effectLst>
                </p:spPr>
              </p:cxnSp>
            </p:grpSp>
            <p:cxnSp>
              <p:nvCxnSpPr>
                <p:cNvPr id="81" name="直接连接符 80"/>
                <p:cNvCxnSpPr/>
                <p:nvPr/>
              </p:nvCxnSpPr>
              <p:spPr>
                <a:xfrm flipH="1" flipV="1">
                  <a:off x="2936068" y="1597564"/>
                  <a:ext cx="2" cy="1609404"/>
                </a:xfrm>
                <a:prstGeom prst="line">
                  <a:avLst/>
                </a:prstGeom>
                <a:ln>
                  <a:headEnd type="triangle" w="med" len="med"/>
                  <a:tailEnd type="oval" w="med" len="med"/>
                </a:ln>
              </p:spPr>
              <p:style>
                <a:lnRef idx="1">
                  <a:schemeClr val="accent3"/>
                </a:lnRef>
                <a:fillRef idx="0">
                  <a:schemeClr val="accent3"/>
                </a:fillRef>
                <a:effectRef idx="0">
                  <a:schemeClr val="accent3"/>
                </a:effectRef>
                <a:fontRef idx="minor">
                  <a:schemeClr val="tx1"/>
                </a:fontRef>
              </p:style>
            </p:cxnSp>
            <p:cxnSp>
              <p:nvCxnSpPr>
                <p:cNvPr id="82" name="直接连接符 81"/>
                <p:cNvCxnSpPr/>
                <p:nvPr/>
              </p:nvCxnSpPr>
              <p:spPr>
                <a:xfrm flipV="1">
                  <a:off x="2949206" y="1597563"/>
                  <a:ext cx="170794" cy="0"/>
                </a:xfrm>
                <a:prstGeom prst="line">
                  <a:avLst/>
                </a:prstGeom>
                <a:ln>
                  <a:headEnd type="triangle" w="med" len="med"/>
                  <a:tailEnd type="oval" w="med" len="med"/>
                </a:ln>
              </p:spPr>
              <p:style>
                <a:lnRef idx="1">
                  <a:schemeClr val="accent3"/>
                </a:lnRef>
                <a:fillRef idx="0">
                  <a:schemeClr val="accent3"/>
                </a:fillRef>
                <a:effectRef idx="0">
                  <a:schemeClr val="accent3"/>
                </a:effectRef>
                <a:fontRef idx="minor">
                  <a:schemeClr val="tx1"/>
                </a:fontRef>
              </p:style>
            </p:cxnSp>
            <p:cxnSp>
              <p:nvCxnSpPr>
                <p:cNvPr id="83" name="直接连接符 82"/>
                <p:cNvCxnSpPr/>
                <p:nvPr/>
              </p:nvCxnSpPr>
              <p:spPr>
                <a:xfrm flipV="1">
                  <a:off x="2916362" y="3206959"/>
                  <a:ext cx="124810" cy="0"/>
                </a:xfrm>
                <a:prstGeom prst="line">
                  <a:avLst/>
                </a:prstGeom>
                <a:ln>
                  <a:headEnd type="oval" w="med" len="med"/>
                  <a:tailEnd type="triangle" w="med" len="med"/>
                </a:ln>
              </p:spPr>
              <p:style>
                <a:lnRef idx="1">
                  <a:schemeClr val="accent3"/>
                </a:lnRef>
                <a:fillRef idx="0">
                  <a:schemeClr val="accent3"/>
                </a:fillRef>
                <a:effectRef idx="0">
                  <a:schemeClr val="accent3"/>
                </a:effectRef>
                <a:fontRef idx="minor">
                  <a:schemeClr val="tx1"/>
                </a:fontRef>
              </p:style>
            </p:cxnSp>
            <p:cxnSp>
              <p:nvCxnSpPr>
                <p:cNvPr id="84" name="直接连接符 83"/>
                <p:cNvCxnSpPr/>
                <p:nvPr/>
              </p:nvCxnSpPr>
              <p:spPr>
                <a:xfrm flipV="1">
                  <a:off x="4052792" y="1604133"/>
                  <a:ext cx="1" cy="170799"/>
                </a:xfrm>
                <a:prstGeom prst="line">
                  <a:avLst/>
                </a:prstGeom>
                <a:ln>
                  <a:prstDash val="sysDot"/>
                  <a:headEnd type="oval" w="med" len="med"/>
                  <a:tailEnd type="triangle" w="med" len="med"/>
                </a:ln>
              </p:spPr>
              <p:style>
                <a:lnRef idx="1">
                  <a:schemeClr val="accent3"/>
                </a:lnRef>
                <a:fillRef idx="0">
                  <a:schemeClr val="accent3"/>
                </a:fillRef>
                <a:effectRef idx="0">
                  <a:schemeClr val="accent3"/>
                </a:effectRef>
                <a:fontRef idx="minor">
                  <a:schemeClr val="tx1"/>
                </a:fontRef>
              </p:style>
            </p:cxnSp>
            <p:cxnSp>
              <p:nvCxnSpPr>
                <p:cNvPr id="85" name="直接连接符 84"/>
                <p:cNvCxnSpPr/>
                <p:nvPr/>
              </p:nvCxnSpPr>
              <p:spPr>
                <a:xfrm flipV="1">
                  <a:off x="3908275" y="3121564"/>
                  <a:ext cx="19708" cy="157655"/>
                </a:xfrm>
                <a:prstGeom prst="line">
                  <a:avLst/>
                </a:prstGeom>
                <a:ln>
                  <a:headEnd type="oval" w="med" len="med"/>
                  <a:tailEnd type="triangle" w="med" len="med"/>
                </a:ln>
              </p:spPr>
              <p:style>
                <a:lnRef idx="1">
                  <a:schemeClr val="accent3"/>
                </a:lnRef>
                <a:fillRef idx="0">
                  <a:schemeClr val="accent3"/>
                </a:fillRef>
                <a:effectRef idx="0">
                  <a:schemeClr val="accent3"/>
                </a:effectRef>
                <a:fontRef idx="minor">
                  <a:schemeClr val="tx1"/>
                </a:fontRef>
              </p:style>
            </p:cxnSp>
            <p:sp>
              <p:nvSpPr>
                <p:cNvPr id="86" name="TextBox 447"/>
                <p:cNvSpPr txBox="1"/>
                <p:nvPr/>
              </p:nvSpPr>
              <p:spPr>
                <a:xfrm rot="5400000">
                  <a:off x="1943576" y="2400509"/>
                  <a:ext cx="1398758" cy="370961"/>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600" dirty="0"/>
                    <a:t>Obj1PDCPts</a:t>
                  </a:r>
                  <a:endParaRPr lang="en-US" altLang="zh-CN" sz="800" baseline="0" dirty="0"/>
                </a:p>
              </p:txBody>
            </p:sp>
            <p:sp>
              <p:nvSpPr>
                <p:cNvPr id="87" name="TextBox 447"/>
                <p:cNvSpPr txBox="1"/>
                <p:nvPr/>
              </p:nvSpPr>
              <p:spPr>
                <a:xfrm rot="5400000">
                  <a:off x="3578913" y="2498287"/>
                  <a:ext cx="1332754" cy="351526"/>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600" dirty="0"/>
                    <a:t>Obj2PDCPts</a:t>
                  </a:r>
                  <a:endParaRPr lang="en-US" altLang="zh-CN" sz="600" baseline="0" dirty="0"/>
                </a:p>
              </p:txBody>
            </p:sp>
          </p:grpSp>
          <p:grpSp>
            <p:nvGrpSpPr>
              <p:cNvPr id="65" name="组合 64"/>
              <p:cNvGrpSpPr/>
              <p:nvPr/>
            </p:nvGrpSpPr>
            <p:grpSpPr>
              <a:xfrm>
                <a:off x="-2" y="252"/>
                <a:ext cx="5475214" cy="4946952"/>
                <a:chOff x="-2" y="247"/>
                <a:chExt cx="5454180" cy="4849242"/>
              </a:xfrm>
            </p:grpSpPr>
            <p:grpSp>
              <p:nvGrpSpPr>
                <p:cNvPr id="68" name="组合 67"/>
                <p:cNvGrpSpPr/>
                <p:nvPr/>
              </p:nvGrpSpPr>
              <p:grpSpPr>
                <a:xfrm>
                  <a:off x="2581962" y="651497"/>
                  <a:ext cx="1727509" cy="3824125"/>
                  <a:chOff x="2572371" y="651497"/>
                  <a:chExt cx="1727509" cy="3838575"/>
                </a:xfrm>
              </p:grpSpPr>
              <p:cxnSp>
                <p:nvCxnSpPr>
                  <p:cNvPr id="75" name="直接连接符 74"/>
                  <p:cNvCxnSpPr/>
                  <p:nvPr/>
                </p:nvCxnSpPr>
                <p:spPr>
                  <a:xfrm>
                    <a:off x="2572371" y="651497"/>
                    <a:ext cx="0" cy="1400175"/>
                  </a:xfrm>
                  <a:prstGeom prst="line">
                    <a:avLst/>
                  </a:prstGeom>
                  <a:ln w="15875">
                    <a:prstDash val="sysDot"/>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2581896" y="3089897"/>
                    <a:ext cx="0" cy="1400175"/>
                  </a:xfrm>
                  <a:prstGeom prst="line">
                    <a:avLst/>
                  </a:prstGeom>
                  <a:ln w="15875">
                    <a:prstDash val="sysDot"/>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flipV="1">
                    <a:off x="2582577" y="2036198"/>
                    <a:ext cx="1709557" cy="0"/>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flipV="1">
                    <a:off x="2581897" y="3080373"/>
                    <a:ext cx="1717983" cy="10826"/>
                  </a:xfrm>
                  <a:prstGeom prst="line">
                    <a:avLst/>
                  </a:prstGeom>
                  <a:ln w="15875">
                    <a:prstDash val="sysDot"/>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a:off x="4297413" y="2034418"/>
                    <a:ext cx="0" cy="1062669"/>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69" name="组合 68"/>
                <p:cNvGrpSpPr/>
                <p:nvPr/>
              </p:nvGrpSpPr>
              <p:grpSpPr>
                <a:xfrm rot="31679">
                  <a:off x="-2" y="247"/>
                  <a:ext cx="5454180" cy="4849242"/>
                  <a:chOff x="0" y="0"/>
                  <a:chExt cx="5454180" cy="5015801"/>
                </a:xfrm>
              </p:grpSpPr>
              <p:cxnSp>
                <p:nvCxnSpPr>
                  <p:cNvPr id="70" name="直接连接符 69"/>
                  <p:cNvCxnSpPr/>
                  <p:nvPr/>
                </p:nvCxnSpPr>
                <p:spPr>
                  <a:xfrm rot="21568321" flipV="1">
                    <a:off x="2410282" y="119949"/>
                    <a:ext cx="0" cy="4895852"/>
                  </a:xfrm>
                  <a:prstGeom prst="line">
                    <a:avLst/>
                  </a:prstGeom>
                  <a:noFill/>
                  <a:ln w="15875" cap="flat" cmpd="sng" algn="ctr">
                    <a:solidFill>
                      <a:schemeClr val="accent1">
                        <a:lumMod val="75000"/>
                      </a:schemeClr>
                    </a:solidFill>
                    <a:prstDash val="dash"/>
                    <a:headEnd type="none"/>
                    <a:tailEnd type="arrow"/>
                  </a:ln>
                  <a:effectLst>
                    <a:outerShdw blurRad="40000" dist="20000" dir="5400000" rotWithShape="0">
                      <a:srgbClr val="000000">
                        <a:alpha val="38000"/>
                      </a:srgbClr>
                    </a:outerShdw>
                  </a:effectLst>
                </p:spPr>
              </p:cxnSp>
              <p:sp>
                <p:nvSpPr>
                  <p:cNvPr id="71" name="矩形 70"/>
                  <p:cNvSpPr/>
                  <p:nvPr/>
                </p:nvSpPr>
                <p:spPr>
                  <a:xfrm>
                    <a:off x="2378433" y="0"/>
                    <a:ext cx="295274" cy="266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zh-CN" sz="1100">
                        <a:solidFill>
                          <a:sysClr val="windowText" lastClr="000000"/>
                        </a:solidFill>
                      </a:rPr>
                      <a:t>Y</a:t>
                    </a:r>
                    <a:endParaRPr lang="zh-CN" altLang="en-US" sz="1100">
                      <a:solidFill>
                        <a:sysClr val="windowText" lastClr="000000"/>
                      </a:solidFill>
                    </a:endParaRPr>
                  </a:p>
                </p:txBody>
              </p:sp>
              <p:sp>
                <p:nvSpPr>
                  <p:cNvPr id="72" name="矩形 71"/>
                  <p:cNvSpPr/>
                  <p:nvPr/>
                </p:nvSpPr>
                <p:spPr>
                  <a:xfrm>
                    <a:off x="5158906" y="2219404"/>
                    <a:ext cx="295274" cy="266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zh-CN" sz="1100">
                        <a:solidFill>
                          <a:sysClr val="windowText" lastClr="000000"/>
                        </a:solidFill>
                      </a:rPr>
                      <a:t>X</a:t>
                    </a:r>
                    <a:endParaRPr lang="zh-CN" altLang="en-US" sz="1100">
                      <a:solidFill>
                        <a:sysClr val="windowText" lastClr="000000"/>
                      </a:solidFill>
                    </a:endParaRPr>
                  </a:p>
                </p:txBody>
              </p:sp>
              <p:sp>
                <p:nvSpPr>
                  <p:cNvPr id="73" name="椭圆 72"/>
                  <p:cNvSpPr>
                    <a:spLocks noChangeAspect="1"/>
                  </p:cNvSpPr>
                  <p:nvPr/>
                </p:nvSpPr>
                <p:spPr>
                  <a:xfrm flipV="1">
                    <a:off x="2369207" y="2072329"/>
                    <a:ext cx="72000" cy="72000"/>
                  </a:xfrm>
                  <a:prstGeom prst="ellipse">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zh-CN" altLang="en-US" sz="1100"/>
                  </a:p>
                </p:txBody>
              </p:sp>
              <p:cxnSp>
                <p:nvCxnSpPr>
                  <p:cNvPr id="74" name="直接连接符 73"/>
                  <p:cNvCxnSpPr/>
                  <p:nvPr/>
                </p:nvCxnSpPr>
                <p:spPr>
                  <a:xfrm rot="21568321">
                    <a:off x="0" y="2107776"/>
                    <a:ext cx="5343524" cy="0"/>
                  </a:xfrm>
                  <a:prstGeom prst="line">
                    <a:avLst/>
                  </a:prstGeom>
                  <a:noFill/>
                  <a:ln w="15875" cap="flat" cmpd="sng" algn="ctr">
                    <a:solidFill>
                      <a:schemeClr val="accent1">
                        <a:lumMod val="75000"/>
                      </a:schemeClr>
                    </a:solidFill>
                    <a:prstDash val="dash"/>
                    <a:headEnd type="none"/>
                    <a:tailEnd type="arrow"/>
                  </a:ln>
                  <a:effectLst>
                    <a:outerShdw blurRad="40000" dist="20000" dir="5400000" rotWithShape="0">
                      <a:srgbClr val="000000">
                        <a:alpha val="38000"/>
                      </a:srgbClr>
                    </a:outerShdw>
                  </a:effectLst>
                </p:spPr>
              </p:cxnSp>
            </p:grpSp>
          </p:grpSp>
          <p:cxnSp>
            <p:nvCxnSpPr>
              <p:cNvPr id="66" name="直接连接符 65"/>
              <p:cNvCxnSpPr/>
              <p:nvPr/>
            </p:nvCxnSpPr>
            <p:spPr>
              <a:xfrm>
                <a:off x="2198915" y="3107872"/>
                <a:ext cx="2413" cy="1457416"/>
              </a:xfrm>
              <a:prstGeom prst="line">
                <a:avLst/>
              </a:prstGeom>
              <a:ln>
                <a:headEnd type="triangle" w="med" len="med"/>
                <a:tailEnd type="oval" w="med" len="med"/>
              </a:ln>
            </p:spPr>
            <p:style>
              <a:lnRef idx="1">
                <a:schemeClr val="accent3"/>
              </a:lnRef>
              <a:fillRef idx="0">
                <a:schemeClr val="accent3"/>
              </a:fillRef>
              <a:effectRef idx="0">
                <a:schemeClr val="accent3"/>
              </a:effectRef>
              <a:fontRef idx="minor">
                <a:schemeClr val="tx1"/>
              </a:fontRef>
            </p:style>
          </p:cxnSp>
          <p:cxnSp>
            <p:nvCxnSpPr>
              <p:cNvPr id="67" name="直接连接符 66"/>
              <p:cNvCxnSpPr/>
              <p:nvPr/>
            </p:nvCxnSpPr>
            <p:spPr>
              <a:xfrm flipH="1">
                <a:off x="2310187" y="659944"/>
                <a:ext cx="9205" cy="1075058"/>
              </a:xfrm>
              <a:prstGeom prst="line">
                <a:avLst/>
              </a:prstGeom>
              <a:ln>
                <a:headEnd type="oval" w="med" len="med"/>
                <a:tailEnd type="oval" w="med" len="med"/>
              </a:ln>
            </p:spPr>
            <p:style>
              <a:lnRef idx="1">
                <a:schemeClr val="accent3"/>
              </a:lnRef>
              <a:fillRef idx="0">
                <a:schemeClr val="accent3"/>
              </a:fillRef>
              <a:effectRef idx="0">
                <a:schemeClr val="accent3"/>
              </a:effectRef>
              <a:fontRef idx="minor">
                <a:schemeClr val="tx1"/>
              </a:fontRef>
            </p:style>
          </p:cxnSp>
        </p:grpSp>
        <p:cxnSp>
          <p:nvCxnSpPr>
            <p:cNvPr id="62" name="直接连接符 61"/>
            <p:cNvCxnSpPr/>
            <p:nvPr/>
          </p:nvCxnSpPr>
          <p:spPr>
            <a:xfrm flipH="1">
              <a:off x="2191031" y="2705476"/>
              <a:ext cx="5444" cy="368800"/>
            </a:xfrm>
            <a:prstGeom prst="line">
              <a:avLst/>
            </a:prstGeom>
            <a:ln>
              <a:headEnd type="triangle" w="med" len="med"/>
              <a:tailEnd type="oval" w="med" len="med"/>
            </a:ln>
          </p:spPr>
          <p:style>
            <a:lnRef idx="1">
              <a:schemeClr val="accent3"/>
            </a:lnRef>
            <a:fillRef idx="0">
              <a:schemeClr val="accent3"/>
            </a:fillRef>
            <a:effectRef idx="0">
              <a:schemeClr val="accent3"/>
            </a:effectRef>
            <a:fontRef idx="minor">
              <a:schemeClr val="tx1"/>
            </a:fontRef>
          </p:style>
        </p:cxnSp>
        <p:cxnSp>
          <p:nvCxnSpPr>
            <p:cNvPr id="63" name="直接连接符 62"/>
            <p:cNvCxnSpPr/>
            <p:nvPr/>
          </p:nvCxnSpPr>
          <p:spPr>
            <a:xfrm flipV="1">
              <a:off x="2574848" y="1933154"/>
              <a:ext cx="0" cy="110921"/>
            </a:xfrm>
            <a:prstGeom prst="line">
              <a:avLst/>
            </a:prstGeom>
            <a:ln>
              <a:headEnd type="oval" w="med" len="med"/>
              <a:tailEnd type="oval" w="med" len="med"/>
            </a:ln>
          </p:spPr>
          <p:style>
            <a:lnRef idx="1">
              <a:schemeClr val="accent3"/>
            </a:lnRef>
            <a:fillRef idx="0">
              <a:schemeClr val="accent3"/>
            </a:fillRef>
            <a:effectRef idx="0">
              <a:schemeClr val="accent3"/>
            </a:effectRef>
            <a:fontRef idx="minor">
              <a:schemeClr val="tx1"/>
            </a:fontRef>
          </p:style>
        </p:cxnSp>
      </p:grpSp>
      <p:cxnSp>
        <p:nvCxnSpPr>
          <p:cNvPr id="103" name="直接连接符 102"/>
          <p:cNvCxnSpPr/>
          <p:nvPr/>
        </p:nvCxnSpPr>
        <p:spPr>
          <a:xfrm>
            <a:off x="1094532" y="3163738"/>
            <a:ext cx="140958" cy="89126"/>
          </a:xfrm>
          <a:prstGeom prst="line">
            <a:avLst/>
          </a:prstGeom>
          <a:ln>
            <a:solidFill>
              <a:srgbClr val="C00000"/>
            </a:solidFill>
            <a:headEnd type="oval" w="med" len="med"/>
            <a:tailEnd type="oval" w="med" len="med"/>
          </a:ln>
        </p:spPr>
        <p:style>
          <a:lnRef idx="1">
            <a:schemeClr val="accent3"/>
          </a:lnRef>
          <a:fillRef idx="0">
            <a:schemeClr val="accent3"/>
          </a:fillRef>
          <a:effectRef idx="0">
            <a:schemeClr val="accent3"/>
          </a:effectRef>
          <a:fontRef idx="minor">
            <a:schemeClr val="tx1"/>
          </a:fontRef>
        </p:style>
      </p:cxnSp>
      <p:grpSp>
        <p:nvGrpSpPr>
          <p:cNvPr id="101" name="组合 100"/>
          <p:cNvGrpSpPr/>
          <p:nvPr/>
        </p:nvGrpSpPr>
        <p:grpSpPr>
          <a:xfrm>
            <a:off x="3198409" y="1137571"/>
            <a:ext cx="2768317" cy="3687492"/>
            <a:chOff x="3198409" y="1137571"/>
            <a:chExt cx="2768317" cy="3687492"/>
          </a:xfrm>
        </p:grpSpPr>
        <p:sp>
          <p:nvSpPr>
            <p:cNvPr id="102" name="圆角矩形 101"/>
            <p:cNvSpPr/>
            <p:nvPr/>
          </p:nvSpPr>
          <p:spPr>
            <a:xfrm>
              <a:off x="4038730" y="4582648"/>
              <a:ext cx="1244762" cy="242415"/>
            </a:xfrm>
            <a:prstGeom prst="roundRect">
              <a:avLst/>
            </a:prstGeom>
            <a:solidFill>
              <a:srgbClr val="4F81BD"/>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700">
                  <a:latin typeface="宋体" panose="02010600030101010101" pitchFamily="2" charset="-122"/>
                  <a:ea typeface="宋体" panose="02010600030101010101" pitchFamily="2" charset="-122"/>
                </a:rPr>
                <a:t>Planning</a:t>
              </a:r>
              <a:endParaRPr lang="zh-CN" altLang="en-US" sz="700">
                <a:latin typeface="宋体" panose="02010600030101010101" pitchFamily="2" charset="-122"/>
                <a:ea typeface="宋体" panose="02010600030101010101" pitchFamily="2" charset="-122"/>
              </a:endParaRPr>
            </a:p>
          </p:txBody>
        </p:sp>
        <p:sp>
          <p:nvSpPr>
            <p:cNvPr id="104" name="矩形 103"/>
            <p:cNvSpPr/>
            <p:nvPr/>
          </p:nvSpPr>
          <p:spPr>
            <a:xfrm>
              <a:off x="3198409" y="3421266"/>
              <a:ext cx="1346031" cy="184775"/>
            </a:xfrm>
            <a:prstGeom prst="rect">
              <a:avLst/>
            </a:prstGeom>
            <a:solidFill>
              <a:srgbClr val="4F81BD"/>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latin typeface="宋体" panose="02010600030101010101" pitchFamily="2" charset="-122"/>
                  <a:ea typeface="宋体" panose="02010600030101010101" pitchFamily="2" charset="-122"/>
                </a:rPr>
                <a:t>车位一侧地图边界和参数记忆</a:t>
              </a:r>
            </a:p>
          </p:txBody>
        </p:sp>
        <p:sp>
          <p:nvSpPr>
            <p:cNvPr id="105" name="圆角矩形 104"/>
            <p:cNvSpPr/>
            <p:nvPr/>
          </p:nvSpPr>
          <p:spPr>
            <a:xfrm>
              <a:off x="4038728" y="3659594"/>
              <a:ext cx="1244762" cy="233829"/>
            </a:xfrm>
            <a:prstGeom prst="roundRect">
              <a:avLst/>
            </a:prstGeom>
            <a:solidFill>
              <a:srgbClr val="4F81BD"/>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latin typeface="宋体" panose="02010600030101010101" pitchFamily="2" charset="-122"/>
                  <a:ea typeface="宋体" panose="02010600030101010101" pitchFamily="2" charset="-122"/>
                </a:rPr>
                <a:t>获取和</a:t>
              </a:r>
              <a:r>
                <a:rPr lang="zh-CN" altLang="en-US" sz="700" dirty="0" smtClean="0">
                  <a:latin typeface="宋体" panose="02010600030101010101" pitchFamily="2" charset="-122"/>
                  <a:ea typeface="宋体" panose="02010600030101010101" pitchFamily="2" charset="-122"/>
                </a:rPr>
                <a:t>处理</a:t>
              </a:r>
              <a:r>
                <a:rPr lang="en-US" altLang="zh-CN" sz="700" dirty="0" smtClean="0">
                  <a:latin typeface="宋体" panose="02010600030101010101" pitchFamily="2" charset="-122"/>
                  <a:ea typeface="宋体" panose="02010600030101010101" pitchFamily="2" charset="-122"/>
                </a:rPr>
                <a:t>PDC</a:t>
              </a:r>
              <a:r>
                <a:rPr lang="zh-CN" altLang="en-US" sz="700" dirty="0" smtClean="0">
                  <a:latin typeface="宋体" panose="02010600030101010101" pitchFamily="2" charset="-122"/>
                  <a:ea typeface="宋体" panose="02010600030101010101" pitchFamily="2" charset="-122"/>
                </a:rPr>
                <a:t>数据</a:t>
              </a:r>
              <a:endParaRPr lang="zh-CN" altLang="en-US" sz="700" dirty="0">
                <a:latin typeface="宋体" panose="02010600030101010101" pitchFamily="2" charset="-122"/>
                <a:ea typeface="宋体" panose="02010600030101010101" pitchFamily="2" charset="-122"/>
              </a:endParaRPr>
            </a:p>
          </p:txBody>
        </p:sp>
        <p:sp>
          <p:nvSpPr>
            <p:cNvPr id="106" name="椭圆 105"/>
            <p:cNvSpPr/>
            <p:nvPr/>
          </p:nvSpPr>
          <p:spPr>
            <a:xfrm>
              <a:off x="4176946" y="2810119"/>
              <a:ext cx="964264" cy="586619"/>
            </a:xfrm>
            <a:prstGeom prst="ellipse">
              <a:avLst/>
            </a:prstGeom>
            <a:solidFill>
              <a:srgbClr val="4F81BD"/>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latin typeface="宋体" panose="02010600030101010101" pitchFamily="2" charset="-122"/>
                  <a:ea typeface="宋体" panose="02010600030101010101" pitchFamily="2" charset="-122"/>
                </a:rPr>
                <a:t>判定当前车辆位置是否需要</a:t>
              </a:r>
              <a:r>
                <a:rPr lang="zh-CN" altLang="en-US" sz="700" dirty="0" smtClean="0">
                  <a:latin typeface="宋体" panose="02010600030101010101" pitchFamily="2" charset="-122"/>
                  <a:ea typeface="宋体" panose="02010600030101010101" pitchFamily="2" charset="-122"/>
                </a:rPr>
                <a:t>融合</a:t>
              </a:r>
              <a:endParaRPr lang="zh-CN" altLang="en-US" sz="700" dirty="0">
                <a:latin typeface="宋体" panose="02010600030101010101" pitchFamily="2" charset="-122"/>
                <a:ea typeface="宋体" panose="02010600030101010101" pitchFamily="2" charset="-122"/>
              </a:endParaRPr>
            </a:p>
          </p:txBody>
        </p:sp>
        <p:cxnSp>
          <p:nvCxnSpPr>
            <p:cNvPr id="107" name="直接连接符 106"/>
            <p:cNvCxnSpPr>
              <a:stCxn id="118" idx="2"/>
              <a:endCxn id="102" idx="0"/>
            </p:cNvCxnSpPr>
            <p:nvPr/>
          </p:nvCxnSpPr>
          <p:spPr>
            <a:xfrm>
              <a:off x="4661924" y="4312026"/>
              <a:ext cx="1" cy="270622"/>
            </a:xfrm>
            <a:prstGeom prst="line">
              <a:avLst/>
            </a:prstGeom>
            <a:ln w="15875">
              <a:solidFill>
                <a:srgbClr val="4F81BD"/>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8" name="直接连接符 107"/>
            <p:cNvCxnSpPr>
              <a:endCxn id="105" idx="0"/>
            </p:cNvCxnSpPr>
            <p:nvPr/>
          </p:nvCxnSpPr>
          <p:spPr>
            <a:xfrm>
              <a:off x="4655825" y="3384475"/>
              <a:ext cx="6096" cy="275119"/>
            </a:xfrm>
            <a:prstGeom prst="line">
              <a:avLst/>
            </a:prstGeom>
            <a:ln w="15875">
              <a:solidFill>
                <a:srgbClr val="4F81BD"/>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9" name="肘形连接符 108"/>
            <p:cNvCxnSpPr>
              <a:stCxn id="106" idx="6"/>
              <a:endCxn id="102" idx="3"/>
            </p:cNvCxnSpPr>
            <p:nvPr/>
          </p:nvCxnSpPr>
          <p:spPr>
            <a:xfrm>
              <a:off x="5141210" y="3103224"/>
              <a:ext cx="142281" cy="1600428"/>
            </a:xfrm>
            <a:prstGeom prst="bentConnector3">
              <a:avLst>
                <a:gd name="adj1" fmla="val 199429"/>
              </a:avLst>
            </a:prstGeom>
            <a:ln>
              <a:solidFill>
                <a:srgbClr val="4F81BD"/>
              </a:solidFill>
              <a:tailEnd type="arrow"/>
            </a:ln>
          </p:spPr>
          <p:style>
            <a:lnRef idx="1">
              <a:schemeClr val="accent1"/>
            </a:lnRef>
            <a:fillRef idx="0">
              <a:schemeClr val="accent1"/>
            </a:fillRef>
            <a:effectRef idx="0">
              <a:schemeClr val="accent1"/>
            </a:effectRef>
            <a:fontRef idx="minor">
              <a:schemeClr val="tx1"/>
            </a:fontRef>
          </p:style>
        </p:cxnSp>
        <p:sp>
          <p:nvSpPr>
            <p:cNvPr id="110" name="圆角矩形 109"/>
            <p:cNvSpPr/>
            <p:nvPr/>
          </p:nvSpPr>
          <p:spPr>
            <a:xfrm>
              <a:off x="4034664" y="1870303"/>
              <a:ext cx="1240697" cy="360965"/>
            </a:xfrm>
            <a:prstGeom prst="roundRect">
              <a:avLst/>
            </a:prstGeom>
            <a:solidFill>
              <a:srgbClr val="4F81BD"/>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latin typeface="宋体" panose="02010600030101010101" pitchFamily="2" charset="-122"/>
                  <a:ea typeface="宋体" panose="02010600030101010101" pitchFamily="2" charset="-122"/>
                </a:rPr>
                <a:t>获取上一周期</a:t>
              </a:r>
              <a:r>
                <a:rPr lang="zh-CN" altLang="en-US" sz="700" dirty="0" smtClean="0">
                  <a:latin typeface="宋体" panose="02010600030101010101" pitchFamily="2" charset="-122"/>
                  <a:ea typeface="宋体" panose="02010600030101010101" pitchFamily="2" charset="-122"/>
                </a:rPr>
                <a:t>融合</a:t>
              </a:r>
              <a:r>
                <a:rPr lang="en-US" altLang="zh-CN" sz="700" dirty="0" smtClean="0">
                  <a:latin typeface="宋体" panose="02010600030101010101" pitchFamily="2" charset="-122"/>
                  <a:ea typeface="宋体" panose="02010600030101010101" pitchFamily="2" charset="-122"/>
                </a:rPr>
                <a:t>PDC</a:t>
              </a:r>
              <a:r>
                <a:rPr lang="zh-CN" altLang="en-US" sz="700" dirty="0" smtClean="0">
                  <a:latin typeface="宋体" panose="02010600030101010101" pitchFamily="2" charset="-122"/>
                  <a:ea typeface="宋体" panose="02010600030101010101" pitchFamily="2" charset="-122"/>
                </a:rPr>
                <a:t>前</a:t>
              </a:r>
              <a:r>
                <a:rPr lang="zh-CN" altLang="en-US" sz="700" dirty="0">
                  <a:latin typeface="宋体" panose="02010600030101010101" pitchFamily="2" charset="-122"/>
                  <a:ea typeface="宋体" panose="02010600030101010101" pitchFamily="2" charset="-122"/>
                </a:rPr>
                <a:t>的地图数据</a:t>
              </a:r>
            </a:p>
          </p:txBody>
        </p:sp>
        <p:sp>
          <p:nvSpPr>
            <p:cNvPr id="111" name="椭圆 110"/>
            <p:cNvSpPr/>
            <p:nvPr/>
          </p:nvSpPr>
          <p:spPr>
            <a:xfrm>
              <a:off x="4168815" y="1137571"/>
              <a:ext cx="964264" cy="586619"/>
            </a:xfrm>
            <a:prstGeom prst="ellipse">
              <a:avLst/>
            </a:prstGeom>
            <a:solidFill>
              <a:srgbClr val="4F81BD"/>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latin typeface="宋体" panose="02010600030101010101" pitchFamily="2" charset="-122"/>
                  <a:ea typeface="宋体" panose="02010600030101010101" pitchFamily="2" charset="-122"/>
                </a:rPr>
                <a:t>判定</a:t>
              </a:r>
              <a:r>
                <a:rPr lang="zh-CN" altLang="en-US" sz="700" dirty="0" smtClean="0">
                  <a:latin typeface="宋体" panose="02010600030101010101" pitchFamily="2" charset="-122"/>
                  <a:ea typeface="宋体" panose="02010600030101010101" pitchFamily="2" charset="-122"/>
                </a:rPr>
                <a:t>当前</a:t>
              </a:r>
              <a:r>
                <a:rPr lang="en-US" altLang="zh-CN" sz="700" dirty="0" smtClean="0">
                  <a:latin typeface="宋体" panose="02010600030101010101" pitchFamily="2" charset="-122"/>
                  <a:ea typeface="宋体" panose="02010600030101010101" pitchFamily="2" charset="-122"/>
                </a:rPr>
                <a:t>PDC</a:t>
              </a:r>
              <a:r>
                <a:rPr lang="zh-CN" altLang="en-US" sz="700" dirty="0" smtClean="0">
                  <a:latin typeface="宋体" panose="02010600030101010101" pitchFamily="2" charset="-122"/>
                  <a:ea typeface="宋体" panose="02010600030101010101" pitchFamily="2" charset="-122"/>
                </a:rPr>
                <a:t>融合</a:t>
              </a:r>
              <a:r>
                <a:rPr lang="zh-CN" altLang="en-US" sz="700" dirty="0">
                  <a:latin typeface="宋体" panose="02010600030101010101" pitchFamily="2" charset="-122"/>
                  <a:ea typeface="宋体" panose="02010600030101010101" pitchFamily="2" charset="-122"/>
                </a:rPr>
                <a:t>状态</a:t>
              </a:r>
            </a:p>
          </p:txBody>
        </p:sp>
        <p:cxnSp>
          <p:nvCxnSpPr>
            <p:cNvPr id="112" name="肘形连接符 111"/>
            <p:cNvCxnSpPr>
              <a:stCxn id="104" idx="0"/>
              <a:endCxn id="110" idx="1"/>
            </p:cNvCxnSpPr>
            <p:nvPr/>
          </p:nvCxnSpPr>
          <p:spPr>
            <a:xfrm rot="5400000" flipH="1" flipV="1">
              <a:off x="3267804" y="2654407"/>
              <a:ext cx="1370480" cy="163239"/>
            </a:xfrm>
            <a:prstGeom prst="bentConnector2">
              <a:avLst/>
            </a:prstGeom>
            <a:ln>
              <a:solidFill>
                <a:srgbClr val="4F81BD"/>
              </a:solidFill>
              <a:tailEnd type="arrow"/>
            </a:ln>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10" idx="2"/>
              <a:endCxn id="106" idx="0"/>
            </p:cNvCxnSpPr>
            <p:nvPr/>
          </p:nvCxnSpPr>
          <p:spPr>
            <a:xfrm>
              <a:off x="4655826" y="2231268"/>
              <a:ext cx="4066" cy="578851"/>
            </a:xfrm>
            <a:prstGeom prst="line">
              <a:avLst/>
            </a:prstGeom>
            <a:ln w="15875">
              <a:solidFill>
                <a:srgbClr val="4F81BD"/>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11" idx="4"/>
              <a:endCxn id="110" idx="0"/>
            </p:cNvCxnSpPr>
            <p:nvPr/>
          </p:nvCxnSpPr>
          <p:spPr>
            <a:xfrm>
              <a:off x="4650947" y="1724190"/>
              <a:ext cx="4066" cy="146113"/>
            </a:xfrm>
            <a:prstGeom prst="line">
              <a:avLst/>
            </a:prstGeom>
            <a:ln w="15875">
              <a:solidFill>
                <a:srgbClr val="4F81BD"/>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5" name="TextBox 448"/>
            <p:cNvSpPr txBox="1"/>
            <p:nvPr/>
          </p:nvSpPr>
          <p:spPr>
            <a:xfrm>
              <a:off x="4700543" y="3429441"/>
              <a:ext cx="460994" cy="160247"/>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altLang="zh-CN" sz="700">
                  <a:latin typeface="宋体" panose="02010600030101010101" pitchFamily="2" charset="-122"/>
                  <a:ea typeface="宋体" panose="02010600030101010101" pitchFamily="2" charset="-122"/>
                </a:rPr>
                <a:t>updata</a:t>
              </a:r>
              <a:endParaRPr lang="zh-CN" altLang="en-US" sz="700">
                <a:latin typeface="宋体" panose="02010600030101010101" pitchFamily="2" charset="-122"/>
                <a:ea typeface="宋体" panose="02010600030101010101" pitchFamily="2" charset="-122"/>
              </a:endParaRPr>
            </a:p>
          </p:txBody>
        </p:sp>
        <p:sp>
          <p:nvSpPr>
            <p:cNvPr id="116" name="TextBox 449"/>
            <p:cNvSpPr txBox="1"/>
            <p:nvPr/>
          </p:nvSpPr>
          <p:spPr>
            <a:xfrm>
              <a:off x="5435299" y="3183348"/>
              <a:ext cx="531427" cy="307822"/>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altLang="zh-CN" sz="700">
                  <a:latin typeface="宋体" panose="02010600030101010101" pitchFamily="2" charset="-122"/>
                  <a:ea typeface="宋体" panose="02010600030101010101" pitchFamily="2" charset="-122"/>
                </a:rPr>
                <a:t>invalid /Keep</a:t>
              </a:r>
              <a:endParaRPr lang="zh-CN" altLang="en-US" sz="700">
                <a:latin typeface="宋体" panose="02010600030101010101" pitchFamily="2" charset="-122"/>
                <a:ea typeface="宋体" panose="02010600030101010101" pitchFamily="2" charset="-122"/>
              </a:endParaRPr>
            </a:p>
          </p:txBody>
        </p:sp>
        <p:sp>
          <p:nvSpPr>
            <p:cNvPr id="117" name="TextBox 451"/>
            <p:cNvSpPr txBox="1"/>
            <p:nvPr/>
          </p:nvSpPr>
          <p:spPr>
            <a:xfrm>
              <a:off x="3704548" y="1655135"/>
              <a:ext cx="542879" cy="180942"/>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altLang="zh-CN" sz="700" dirty="0" err="1">
                  <a:latin typeface="宋体" panose="02010600030101010101" pitchFamily="2" charset="-122"/>
                  <a:ea typeface="宋体" panose="02010600030101010101" pitchFamily="2" charset="-122"/>
                </a:rPr>
                <a:t>updata</a:t>
              </a:r>
              <a:endParaRPr lang="zh-CN" altLang="en-US" sz="700" dirty="0">
                <a:latin typeface="宋体" panose="02010600030101010101" pitchFamily="2" charset="-122"/>
                <a:ea typeface="宋体" panose="02010600030101010101" pitchFamily="2" charset="-122"/>
              </a:endParaRPr>
            </a:p>
          </p:txBody>
        </p:sp>
        <p:sp>
          <p:nvSpPr>
            <p:cNvPr id="118" name="圆角矩形 117"/>
            <p:cNvSpPr/>
            <p:nvPr/>
          </p:nvSpPr>
          <p:spPr>
            <a:xfrm>
              <a:off x="4038729" y="4078197"/>
              <a:ext cx="1244762" cy="233829"/>
            </a:xfrm>
            <a:prstGeom prst="roundRect">
              <a:avLst/>
            </a:prstGeom>
            <a:solidFill>
              <a:srgbClr val="4F81BD"/>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latin typeface="宋体" panose="02010600030101010101" pitchFamily="2" charset="-122"/>
                  <a:ea typeface="宋体" panose="02010600030101010101" pitchFamily="2" charset="-122"/>
                </a:rPr>
                <a:t>地图边界</a:t>
              </a:r>
              <a:r>
                <a:rPr lang="zh-CN" altLang="en-US" sz="700" dirty="0" smtClean="0">
                  <a:latin typeface="宋体" panose="02010600030101010101" pitchFamily="2" charset="-122"/>
                  <a:ea typeface="宋体" panose="02010600030101010101" pitchFamily="2" charset="-122"/>
                </a:rPr>
                <a:t>融合</a:t>
              </a:r>
              <a:r>
                <a:rPr lang="en-US" altLang="zh-CN" sz="700" dirty="0" smtClean="0">
                  <a:latin typeface="宋体" panose="02010600030101010101" pitchFamily="2" charset="-122"/>
                  <a:ea typeface="宋体" panose="02010600030101010101" pitchFamily="2" charset="-122"/>
                </a:rPr>
                <a:t>PDC</a:t>
              </a:r>
              <a:r>
                <a:rPr lang="zh-CN" altLang="en-US" sz="700" dirty="0" smtClean="0">
                  <a:latin typeface="宋体" panose="02010600030101010101" pitchFamily="2" charset="-122"/>
                  <a:ea typeface="宋体" panose="02010600030101010101" pitchFamily="2" charset="-122"/>
                </a:rPr>
                <a:t>数据</a:t>
              </a:r>
              <a:endParaRPr lang="zh-CN" altLang="en-US" sz="700" dirty="0">
                <a:latin typeface="宋体" panose="02010600030101010101" pitchFamily="2" charset="-122"/>
                <a:ea typeface="宋体" panose="02010600030101010101" pitchFamily="2" charset="-122"/>
              </a:endParaRPr>
            </a:p>
          </p:txBody>
        </p:sp>
        <p:cxnSp>
          <p:nvCxnSpPr>
            <p:cNvPr id="119" name="直接连接符 118"/>
            <p:cNvCxnSpPr>
              <a:stCxn id="105" idx="2"/>
              <a:endCxn id="118" idx="0"/>
            </p:cNvCxnSpPr>
            <p:nvPr/>
          </p:nvCxnSpPr>
          <p:spPr>
            <a:xfrm>
              <a:off x="4661922" y="3893423"/>
              <a:ext cx="1" cy="184774"/>
            </a:xfrm>
            <a:prstGeom prst="line">
              <a:avLst/>
            </a:prstGeom>
            <a:ln w="15875">
              <a:solidFill>
                <a:srgbClr val="4F81BD"/>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0" name="肘形连接符 119"/>
            <p:cNvCxnSpPr>
              <a:stCxn id="106" idx="4"/>
              <a:endCxn id="104" idx="3"/>
            </p:cNvCxnSpPr>
            <p:nvPr/>
          </p:nvCxnSpPr>
          <p:spPr>
            <a:xfrm rot="5400000">
              <a:off x="4543301" y="3397877"/>
              <a:ext cx="116916" cy="114638"/>
            </a:xfrm>
            <a:prstGeom prst="bentConnector2">
              <a:avLst/>
            </a:prstGeom>
            <a:ln w="15875">
              <a:solidFill>
                <a:srgbClr val="4F81BD"/>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82682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79202" y="233084"/>
            <a:ext cx="677732" cy="4034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1323" tIns="35662" rIns="71323" bIns="35662" rtlCol="0" anchor="ctr"/>
          <a:lstStyle/>
          <a:p>
            <a:pPr algn="ctr"/>
            <a:r>
              <a:rPr lang="en-US" altLang="zh-CN" sz="2200" b="1" dirty="0" smtClean="0">
                <a:solidFill>
                  <a:schemeClr val="tx1"/>
                </a:solidFill>
                <a:latin typeface="微软雅黑" panose="020B0503020204020204" pitchFamily="34" charset="-122"/>
                <a:ea typeface="微软雅黑" panose="020B0503020204020204" pitchFamily="34" charset="-122"/>
              </a:rPr>
              <a:t>03</a:t>
            </a:r>
            <a:endParaRPr lang="zh-CN" altLang="en-US" sz="2200" b="1" dirty="0">
              <a:solidFill>
                <a:schemeClr val="tx1"/>
              </a:solidFill>
              <a:latin typeface="微软雅黑" panose="020B0503020204020204" pitchFamily="34" charset="-122"/>
              <a:ea typeface="微软雅黑" panose="020B0503020204020204" pitchFamily="34" charset="-122"/>
            </a:endParaRPr>
          </a:p>
        </p:txBody>
      </p:sp>
      <p:sp>
        <p:nvSpPr>
          <p:cNvPr id="31" name="标题 1"/>
          <p:cNvSpPr txBox="1"/>
          <p:nvPr/>
        </p:nvSpPr>
        <p:spPr bwMode="auto">
          <a:xfrm>
            <a:off x="1056937" y="210144"/>
            <a:ext cx="3416007" cy="476250"/>
          </a:xfrm>
          <a:prstGeom prst="rect">
            <a:avLst/>
          </a:prstGeom>
          <a:noFill/>
          <a:ln w="9525">
            <a:noFill/>
            <a:miter lim="800000"/>
          </a:ln>
        </p:spPr>
        <p:txBody>
          <a:bodyPr lIns="91429" tIns="45714" rIns="91429" bIns="45714" anchor="ctr"/>
          <a:lstStyle/>
          <a:p>
            <a:r>
              <a:rPr lang="zh-CN" altLang="en-US" sz="2400" b="1" dirty="0" smtClean="0">
                <a:solidFill>
                  <a:srgbClr val="7F7F7F"/>
                </a:solidFill>
                <a:latin typeface="+mn-ea"/>
                <a:ea typeface="+mn-ea"/>
                <a:cs typeface="Arial Unicode MS" panose="020B0604020202020204" pitchFamily="34" charset="-122"/>
              </a:rPr>
              <a:t>地图边界构建原理介绍</a:t>
            </a:r>
            <a:endParaRPr lang="zh-CN" altLang="en-US" sz="2400" b="1" dirty="0">
              <a:solidFill>
                <a:srgbClr val="7F7F7F"/>
              </a:solidFill>
              <a:latin typeface="+mn-ea"/>
              <a:ea typeface="+mn-ea"/>
              <a:cs typeface="Arial Unicode MS" panose="020B0604020202020204" pitchFamily="34" charset="-122"/>
            </a:endParaRPr>
          </a:p>
        </p:txBody>
      </p:sp>
      <p:sp>
        <p:nvSpPr>
          <p:cNvPr id="13" name="TextBox 12"/>
          <p:cNvSpPr txBox="1"/>
          <p:nvPr/>
        </p:nvSpPr>
        <p:spPr>
          <a:xfrm>
            <a:off x="8618220" y="5345966"/>
            <a:ext cx="454732" cy="338554"/>
          </a:xfrm>
          <a:prstGeom prst="rect">
            <a:avLst/>
          </a:prstGeom>
          <a:solidFill>
            <a:schemeClr val="bg1"/>
          </a:solidFill>
          <a:ln>
            <a:solidFill>
              <a:schemeClr val="bg1"/>
            </a:solidFill>
          </a:ln>
        </p:spPr>
        <p:txBody>
          <a:bodyPr wrap="square" rtlCol="0">
            <a:spAutoFit/>
          </a:bodyPr>
          <a:lstStyle/>
          <a:p>
            <a:r>
              <a:rPr lang="en-US" altLang="zh-CN" sz="1600" dirty="0" smtClean="0">
                <a:latin typeface="+mn-ea"/>
                <a:ea typeface="+mn-ea"/>
              </a:rPr>
              <a:t>  </a:t>
            </a:r>
            <a:endParaRPr lang="zh-CN" altLang="en-US" sz="1600" dirty="0">
              <a:latin typeface="+mn-ea"/>
              <a:ea typeface="+mn-ea"/>
            </a:endParaRPr>
          </a:p>
        </p:txBody>
      </p:sp>
      <p:sp>
        <p:nvSpPr>
          <p:cNvPr id="5"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TextBox 20"/>
          <p:cNvSpPr txBox="1"/>
          <p:nvPr/>
        </p:nvSpPr>
        <p:spPr>
          <a:xfrm>
            <a:off x="0" y="815513"/>
            <a:ext cx="8393635" cy="461665"/>
          </a:xfrm>
          <a:prstGeom prst="rect">
            <a:avLst/>
          </a:prstGeom>
          <a:noFill/>
        </p:spPr>
        <p:txBody>
          <a:bodyPr wrap="square" rtlCol="0">
            <a:spAutoFit/>
          </a:bodyPr>
          <a:lstStyle/>
          <a:p>
            <a:pPr marL="742950" lvl="2" indent="-285750">
              <a:lnSpc>
                <a:spcPct val="150000"/>
              </a:lnSpc>
              <a:buFont typeface="Wingdings" panose="05000000000000000000" pitchFamily="2" charset="2"/>
              <a:buChar char="p"/>
            </a:pPr>
            <a:r>
              <a:rPr lang="en-US" altLang="zh-CN" sz="1600" dirty="0" smtClean="0">
                <a:latin typeface="+mn-ea"/>
              </a:rPr>
              <a:t>PDC</a:t>
            </a:r>
            <a:r>
              <a:rPr lang="zh-CN" altLang="en-US" sz="1600" dirty="0" smtClean="0">
                <a:latin typeface="+mn-ea"/>
              </a:rPr>
              <a:t>边界融合详细设计</a:t>
            </a:r>
            <a:endParaRPr lang="en-US" altLang="zh-CN" sz="1600" dirty="0" smtClean="0">
              <a:latin typeface="+mn-ea"/>
            </a:endParaRPr>
          </a:p>
        </p:txBody>
      </p:sp>
      <p:grpSp>
        <p:nvGrpSpPr>
          <p:cNvPr id="6" name="组合 5"/>
          <p:cNvGrpSpPr/>
          <p:nvPr/>
        </p:nvGrpSpPr>
        <p:grpSpPr>
          <a:xfrm>
            <a:off x="904561" y="1876425"/>
            <a:ext cx="1272064" cy="3073766"/>
            <a:chOff x="3869391" y="976873"/>
            <a:chExt cx="1555840" cy="3761254"/>
          </a:xfrm>
        </p:grpSpPr>
        <p:grpSp>
          <p:nvGrpSpPr>
            <p:cNvPr id="101" name="组合 100"/>
            <p:cNvGrpSpPr/>
            <p:nvPr/>
          </p:nvGrpSpPr>
          <p:grpSpPr>
            <a:xfrm>
              <a:off x="3869391" y="976873"/>
              <a:ext cx="1409700" cy="3761254"/>
              <a:chOff x="0" y="0"/>
              <a:chExt cx="1409700" cy="3838575"/>
            </a:xfrm>
          </p:grpSpPr>
          <p:cxnSp>
            <p:nvCxnSpPr>
              <p:cNvPr id="102" name="直接连接符 101"/>
              <p:cNvCxnSpPr/>
              <p:nvPr/>
            </p:nvCxnSpPr>
            <p:spPr>
              <a:xfrm>
                <a:off x="0" y="0"/>
                <a:ext cx="0" cy="1400175"/>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a:off x="9525" y="2438400"/>
                <a:ext cx="0" cy="1400175"/>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rot="5400000">
                <a:off x="704850" y="695326"/>
                <a:ext cx="0" cy="1400175"/>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rot="5400000">
                <a:off x="709613" y="1728788"/>
                <a:ext cx="0" cy="1400175"/>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a:off x="1409700" y="1409700"/>
                <a:ext cx="0" cy="1028700"/>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cxnSp>
          <p:nvCxnSpPr>
            <p:cNvPr id="108" name="直接连接符 107"/>
            <p:cNvCxnSpPr/>
            <p:nvPr/>
          </p:nvCxnSpPr>
          <p:spPr>
            <a:xfrm>
              <a:off x="4190250" y="3618782"/>
              <a:ext cx="6567" cy="866718"/>
            </a:xfrm>
            <a:prstGeom prst="line">
              <a:avLst/>
            </a:prstGeom>
            <a:ln w="15875">
              <a:solidFill>
                <a:srgbClr val="FF0000"/>
              </a:solidFill>
              <a:prstDash val="sysDash"/>
              <a:headEnd type="stealth"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flipH="1">
              <a:off x="4268320" y="3618782"/>
              <a:ext cx="874060" cy="4666"/>
            </a:xfrm>
            <a:prstGeom prst="line">
              <a:avLst/>
            </a:prstGeom>
            <a:ln w="15875">
              <a:solidFill>
                <a:srgbClr val="FF0000"/>
              </a:solidFill>
              <a:prstDash val="sysDash"/>
              <a:headEnd type="stealth" w="med" len="med"/>
              <a:tailEnd type="none" w="med" len="med"/>
            </a:ln>
          </p:spPr>
          <p:style>
            <a:lnRef idx="1">
              <a:schemeClr val="accent1"/>
            </a:lnRef>
            <a:fillRef idx="0">
              <a:schemeClr val="accent1"/>
            </a:fillRef>
            <a:effectRef idx="0">
              <a:schemeClr val="accent1"/>
            </a:effectRef>
            <a:fontRef idx="minor">
              <a:schemeClr val="tx1"/>
            </a:fontRef>
          </p:style>
        </p:cxnSp>
        <p:sp>
          <p:nvSpPr>
            <p:cNvPr id="111" name="TextBox 209"/>
            <p:cNvSpPr txBox="1"/>
            <p:nvPr/>
          </p:nvSpPr>
          <p:spPr>
            <a:xfrm>
              <a:off x="4268320" y="3758663"/>
              <a:ext cx="1156911" cy="253486"/>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800" dirty="0" smtClean="0"/>
                <a:t>obj1PDCPt </a:t>
              </a:r>
              <a:r>
                <a:rPr lang="zh-CN" altLang="en-US" sz="800" dirty="0"/>
                <a:t>顺序</a:t>
              </a:r>
            </a:p>
          </p:txBody>
        </p:sp>
        <p:cxnSp>
          <p:nvCxnSpPr>
            <p:cNvPr id="112" name="直接连接符 111"/>
            <p:cNvCxnSpPr/>
            <p:nvPr/>
          </p:nvCxnSpPr>
          <p:spPr>
            <a:xfrm>
              <a:off x="4190250" y="2042208"/>
              <a:ext cx="865189" cy="0"/>
            </a:xfrm>
            <a:prstGeom prst="line">
              <a:avLst/>
            </a:prstGeom>
            <a:ln w="15875">
              <a:solidFill>
                <a:srgbClr val="FF0000"/>
              </a:solidFill>
              <a:prstDash val="sysDash"/>
              <a:headEnd type="stealth"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a:off x="4181162" y="1109527"/>
              <a:ext cx="6567" cy="866716"/>
            </a:xfrm>
            <a:prstGeom prst="line">
              <a:avLst/>
            </a:prstGeom>
            <a:ln w="15875">
              <a:solidFill>
                <a:srgbClr val="FF0000"/>
              </a:solidFill>
              <a:prstDash val="sysDash"/>
              <a:headEnd type="stealth" w="med" len="med"/>
              <a:tailEnd type="none" w="med" len="med"/>
            </a:ln>
          </p:spPr>
          <p:style>
            <a:lnRef idx="1">
              <a:schemeClr val="accent1"/>
            </a:lnRef>
            <a:fillRef idx="0">
              <a:schemeClr val="accent1"/>
            </a:fillRef>
            <a:effectRef idx="0">
              <a:schemeClr val="accent1"/>
            </a:effectRef>
            <a:fontRef idx="minor">
              <a:schemeClr val="tx1"/>
            </a:fontRef>
          </p:style>
        </p:cxnSp>
        <p:sp>
          <p:nvSpPr>
            <p:cNvPr id="116" name="TextBox 209"/>
            <p:cNvSpPr txBox="1"/>
            <p:nvPr/>
          </p:nvSpPr>
          <p:spPr>
            <a:xfrm>
              <a:off x="4236978" y="1654830"/>
              <a:ext cx="1156911" cy="253485"/>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800" dirty="0" smtClean="0"/>
                <a:t>obj2PDCPt </a:t>
              </a:r>
              <a:r>
                <a:rPr lang="zh-CN" altLang="en-US" sz="800" dirty="0"/>
                <a:t>顺序</a:t>
              </a:r>
            </a:p>
          </p:txBody>
        </p:sp>
      </p:grpSp>
      <p:grpSp>
        <p:nvGrpSpPr>
          <p:cNvPr id="10" name="组合 9"/>
          <p:cNvGrpSpPr/>
          <p:nvPr/>
        </p:nvGrpSpPr>
        <p:grpSpPr>
          <a:xfrm>
            <a:off x="2226702" y="1886870"/>
            <a:ext cx="1479303" cy="3086101"/>
            <a:chOff x="2640666" y="1876424"/>
            <a:chExt cx="1400175" cy="2862032"/>
          </a:xfrm>
        </p:grpSpPr>
        <p:cxnSp>
          <p:nvCxnSpPr>
            <p:cNvPr id="130" name="直接连接符 129"/>
            <p:cNvCxnSpPr/>
            <p:nvPr/>
          </p:nvCxnSpPr>
          <p:spPr>
            <a:xfrm>
              <a:off x="2663474" y="2776975"/>
              <a:ext cx="1143681" cy="218563"/>
            </a:xfrm>
            <a:prstGeom prst="line">
              <a:avLst/>
            </a:prstGeom>
            <a:ln w="15875">
              <a:solidFill>
                <a:srgbClr val="FF0000"/>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117" name="组合 116"/>
            <p:cNvGrpSpPr/>
            <p:nvPr/>
          </p:nvGrpSpPr>
          <p:grpSpPr>
            <a:xfrm>
              <a:off x="2916377" y="1889007"/>
              <a:ext cx="1124464" cy="2849449"/>
              <a:chOff x="0" y="0"/>
              <a:chExt cx="1409700" cy="3838575"/>
            </a:xfrm>
          </p:grpSpPr>
          <p:cxnSp>
            <p:nvCxnSpPr>
              <p:cNvPr id="118" name="直接连接符 117"/>
              <p:cNvCxnSpPr/>
              <p:nvPr/>
            </p:nvCxnSpPr>
            <p:spPr>
              <a:xfrm>
                <a:off x="0" y="0"/>
                <a:ext cx="0" cy="1400175"/>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a:off x="9525" y="2438400"/>
                <a:ext cx="0" cy="1400175"/>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rot="5400000">
                <a:off x="704850" y="695326"/>
                <a:ext cx="0" cy="1400175"/>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rot="5400000">
                <a:off x="709613" y="1728788"/>
                <a:ext cx="0" cy="1400175"/>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a:off x="1409700" y="1409700"/>
                <a:ext cx="0" cy="1028700"/>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123" name="组合 122"/>
            <p:cNvGrpSpPr/>
            <p:nvPr/>
          </p:nvGrpSpPr>
          <p:grpSpPr>
            <a:xfrm>
              <a:off x="2640666" y="1876424"/>
              <a:ext cx="1166489" cy="1131432"/>
              <a:chOff x="0" y="0"/>
              <a:chExt cx="1466851" cy="1524000"/>
            </a:xfrm>
          </p:grpSpPr>
          <p:cxnSp>
            <p:nvCxnSpPr>
              <p:cNvPr id="124" name="直接连接符 123"/>
              <p:cNvCxnSpPr/>
              <p:nvPr/>
            </p:nvCxnSpPr>
            <p:spPr>
              <a:xfrm>
                <a:off x="0" y="0"/>
                <a:ext cx="9525" cy="1209675"/>
              </a:xfrm>
              <a:prstGeom prst="line">
                <a:avLst/>
              </a:prstGeom>
              <a:ln w="15875">
                <a:solidFill>
                  <a:srgbClr val="92D050"/>
                </a:solidFill>
                <a:prstDash val="sysDot"/>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a:off x="28575" y="1228725"/>
                <a:ext cx="314325" cy="57150"/>
              </a:xfrm>
              <a:prstGeom prst="line">
                <a:avLst/>
              </a:prstGeom>
              <a:ln w="15875">
                <a:solidFill>
                  <a:srgbClr val="92D050"/>
                </a:solidFill>
                <a:prstDash val="sysDot"/>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flipV="1">
                <a:off x="342900" y="1314450"/>
                <a:ext cx="0" cy="85725"/>
              </a:xfrm>
              <a:prstGeom prst="line">
                <a:avLst/>
              </a:prstGeom>
              <a:ln w="15875">
                <a:solidFill>
                  <a:srgbClr val="92D050"/>
                </a:solidFill>
                <a:prstDash val="sysDot"/>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27" name="直接连接符 126"/>
              <p:cNvCxnSpPr/>
              <p:nvPr/>
            </p:nvCxnSpPr>
            <p:spPr>
              <a:xfrm>
                <a:off x="342900" y="1419225"/>
                <a:ext cx="647700" cy="0"/>
              </a:xfrm>
              <a:prstGeom prst="line">
                <a:avLst/>
              </a:prstGeom>
              <a:ln w="15875">
                <a:solidFill>
                  <a:srgbClr val="92D050"/>
                </a:solidFill>
                <a:prstDash val="sysDot"/>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28" name="直接连接符 127"/>
              <p:cNvCxnSpPr/>
              <p:nvPr/>
            </p:nvCxnSpPr>
            <p:spPr>
              <a:xfrm>
                <a:off x="971550" y="1409700"/>
                <a:ext cx="495300" cy="114300"/>
              </a:xfrm>
              <a:prstGeom prst="line">
                <a:avLst/>
              </a:prstGeom>
              <a:ln w="15875">
                <a:solidFill>
                  <a:srgbClr val="92D050"/>
                </a:solidFill>
                <a:prstDash val="sysDot"/>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29" name="直接连接符 128"/>
              <p:cNvCxnSpPr/>
              <p:nvPr/>
            </p:nvCxnSpPr>
            <p:spPr>
              <a:xfrm>
                <a:off x="1466850" y="1409700"/>
                <a:ext cx="1" cy="104775"/>
              </a:xfrm>
              <a:prstGeom prst="line">
                <a:avLst/>
              </a:prstGeom>
              <a:ln w="15875">
                <a:solidFill>
                  <a:srgbClr val="92D050"/>
                </a:solidFill>
                <a:prstDash val="sysDot"/>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grpSp>
      <p:sp>
        <p:nvSpPr>
          <p:cNvPr id="131" name="文本框 13"/>
          <p:cNvSpPr txBox="1"/>
          <p:nvPr/>
        </p:nvSpPr>
        <p:spPr>
          <a:xfrm>
            <a:off x="0" y="1298223"/>
            <a:ext cx="8618220" cy="314125"/>
          </a:xfrm>
          <a:prstGeom prst="rect">
            <a:avLst/>
          </a:prstGeom>
          <a:noFill/>
        </p:spPr>
        <p:txBody>
          <a:bodyPr wrap="square" rtlCol="0">
            <a:spAutoFit/>
          </a:bodyPr>
          <a:lstStyle>
            <a:defPPr>
              <a:defRPr lang="zh-TW"/>
            </a:defPPr>
            <a:lvl3pPr marL="457200" lvl="2" indent="0">
              <a:lnSpc>
                <a:spcPct val="150000"/>
              </a:lnSpc>
              <a:defRPr sz="1800">
                <a:latin typeface="+mn-ea"/>
              </a:defRPr>
            </a:lvl3pPr>
          </a:lstStyle>
          <a:p>
            <a:pPr marL="742950" lvl="2" indent="-285750">
              <a:buFont typeface="Wingdings" panose="05000000000000000000" pitchFamily="2" charset="2"/>
              <a:buChar char="Ø"/>
            </a:pPr>
            <a:r>
              <a:rPr lang="en-US" altLang="zh-CN" sz="1100" dirty="0" smtClean="0">
                <a:latin typeface="+mn-lt"/>
              </a:rPr>
              <a:t>PDC</a:t>
            </a:r>
            <a:r>
              <a:rPr lang="zh-CN" altLang="en-US" sz="1100" dirty="0" smtClean="0">
                <a:latin typeface="+mn-lt"/>
              </a:rPr>
              <a:t>融合边界举例</a:t>
            </a:r>
            <a:endParaRPr lang="en-US" altLang="zh-CN" sz="1100" dirty="0">
              <a:latin typeface="+mn-lt"/>
            </a:endParaRPr>
          </a:p>
        </p:txBody>
      </p:sp>
      <p:grpSp>
        <p:nvGrpSpPr>
          <p:cNvPr id="3" name="组合 2"/>
          <p:cNvGrpSpPr/>
          <p:nvPr/>
        </p:nvGrpSpPr>
        <p:grpSpPr>
          <a:xfrm>
            <a:off x="7464731" y="1858049"/>
            <a:ext cx="1567990" cy="3114921"/>
            <a:chOff x="6541575" y="1277178"/>
            <a:chExt cx="1779193" cy="3764618"/>
          </a:xfrm>
        </p:grpSpPr>
        <p:cxnSp>
          <p:nvCxnSpPr>
            <p:cNvPr id="57" name="直接连接符 56"/>
            <p:cNvCxnSpPr/>
            <p:nvPr/>
          </p:nvCxnSpPr>
          <p:spPr>
            <a:xfrm flipV="1">
              <a:off x="6717767" y="2747725"/>
              <a:ext cx="1603001" cy="95250"/>
            </a:xfrm>
            <a:prstGeom prst="line">
              <a:avLst/>
            </a:prstGeom>
            <a:ln w="15875">
              <a:solidFill>
                <a:srgbClr val="FF0000"/>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48" name="组合 47"/>
            <p:cNvGrpSpPr/>
            <p:nvPr/>
          </p:nvGrpSpPr>
          <p:grpSpPr>
            <a:xfrm>
              <a:off x="6541575" y="1277178"/>
              <a:ext cx="1409700" cy="3764618"/>
              <a:chOff x="0" y="0"/>
              <a:chExt cx="1409700" cy="3838575"/>
            </a:xfrm>
          </p:grpSpPr>
          <p:cxnSp>
            <p:nvCxnSpPr>
              <p:cNvPr id="49" name="直接连接符 48"/>
              <p:cNvCxnSpPr/>
              <p:nvPr/>
            </p:nvCxnSpPr>
            <p:spPr>
              <a:xfrm>
                <a:off x="0" y="0"/>
                <a:ext cx="0" cy="1400175"/>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9525" y="2438400"/>
                <a:ext cx="0" cy="1400175"/>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rot="5400000">
                <a:off x="704850" y="695326"/>
                <a:ext cx="0" cy="1400175"/>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rot="5400000">
                <a:off x="709613" y="1728788"/>
                <a:ext cx="0" cy="1400175"/>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1409700" y="1409700"/>
                <a:ext cx="0" cy="1028700"/>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54" name="组合 53"/>
            <p:cNvGrpSpPr/>
            <p:nvPr/>
          </p:nvGrpSpPr>
          <p:grpSpPr>
            <a:xfrm>
              <a:off x="6722550" y="2643976"/>
              <a:ext cx="1219200" cy="196664"/>
              <a:chOff x="0" y="0"/>
              <a:chExt cx="1219200" cy="200025"/>
            </a:xfrm>
          </p:grpSpPr>
          <p:cxnSp>
            <p:nvCxnSpPr>
              <p:cNvPr id="55" name="直接连接符 54"/>
              <p:cNvCxnSpPr/>
              <p:nvPr/>
            </p:nvCxnSpPr>
            <p:spPr>
              <a:xfrm>
                <a:off x="0" y="0"/>
                <a:ext cx="0" cy="200025"/>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V="1">
                <a:off x="9525" y="133350"/>
                <a:ext cx="1209675" cy="66675"/>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grpSp>
      <p:grpSp>
        <p:nvGrpSpPr>
          <p:cNvPr id="9" name="组合 8"/>
          <p:cNvGrpSpPr/>
          <p:nvPr/>
        </p:nvGrpSpPr>
        <p:grpSpPr>
          <a:xfrm>
            <a:off x="3786499" y="1876423"/>
            <a:ext cx="1648185" cy="3096547"/>
            <a:chOff x="3706005" y="1635490"/>
            <a:chExt cx="1573085" cy="3102965"/>
          </a:xfrm>
        </p:grpSpPr>
        <p:grpSp>
          <p:nvGrpSpPr>
            <p:cNvPr id="7" name="组合 6"/>
            <p:cNvGrpSpPr/>
            <p:nvPr/>
          </p:nvGrpSpPr>
          <p:grpSpPr>
            <a:xfrm>
              <a:off x="3768483" y="1635490"/>
              <a:ext cx="1510607" cy="3102965"/>
              <a:chOff x="3503381" y="972734"/>
              <a:chExt cx="1775710" cy="3765722"/>
            </a:xfrm>
          </p:grpSpPr>
          <p:cxnSp>
            <p:nvCxnSpPr>
              <p:cNvPr id="74" name="直接连接符 73"/>
              <p:cNvCxnSpPr/>
              <p:nvPr/>
            </p:nvCxnSpPr>
            <p:spPr>
              <a:xfrm>
                <a:off x="3503381" y="2291012"/>
                <a:ext cx="1071515" cy="263917"/>
              </a:xfrm>
              <a:prstGeom prst="line">
                <a:avLst/>
              </a:prstGeom>
              <a:ln w="15875">
                <a:solidFill>
                  <a:srgbClr val="FF0000"/>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60" name="组合 59"/>
              <p:cNvGrpSpPr/>
              <p:nvPr/>
            </p:nvGrpSpPr>
            <p:grpSpPr>
              <a:xfrm>
                <a:off x="3869391" y="976544"/>
                <a:ext cx="1409700" cy="3761912"/>
                <a:chOff x="0" y="0"/>
                <a:chExt cx="1409700" cy="3838575"/>
              </a:xfrm>
            </p:grpSpPr>
            <p:cxnSp>
              <p:nvCxnSpPr>
                <p:cNvPr id="61" name="直接连接符 60"/>
                <p:cNvCxnSpPr/>
                <p:nvPr/>
              </p:nvCxnSpPr>
              <p:spPr>
                <a:xfrm>
                  <a:off x="0" y="0"/>
                  <a:ext cx="0" cy="1400175"/>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a:off x="9525" y="2438400"/>
                  <a:ext cx="0" cy="1400175"/>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rot="5400000">
                  <a:off x="704850" y="695326"/>
                  <a:ext cx="0" cy="1400175"/>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rot="5400000">
                  <a:off x="709613" y="1728788"/>
                  <a:ext cx="0" cy="1400175"/>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1409700" y="1409700"/>
                  <a:ext cx="0" cy="1028700"/>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66" name="组合 65"/>
              <p:cNvGrpSpPr/>
              <p:nvPr/>
            </p:nvGrpSpPr>
            <p:grpSpPr>
              <a:xfrm>
                <a:off x="3513611" y="972734"/>
                <a:ext cx="1069354" cy="1582346"/>
                <a:chOff x="0" y="0"/>
                <a:chExt cx="1072388" cy="1615664"/>
              </a:xfrm>
            </p:grpSpPr>
            <p:cxnSp>
              <p:nvCxnSpPr>
                <p:cNvPr id="67" name="直接连接符 66"/>
                <p:cNvCxnSpPr/>
                <p:nvPr/>
              </p:nvCxnSpPr>
              <p:spPr>
                <a:xfrm flipH="1">
                  <a:off x="729" y="0"/>
                  <a:ext cx="10250" cy="1341565"/>
                </a:xfrm>
                <a:prstGeom prst="line">
                  <a:avLst/>
                </a:prstGeom>
                <a:ln w="15875">
                  <a:solidFill>
                    <a:srgbClr val="92D050"/>
                  </a:solidFill>
                  <a:prstDash val="sysDot"/>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0" y="1347428"/>
                  <a:ext cx="221944" cy="50616"/>
                </a:xfrm>
                <a:prstGeom prst="line">
                  <a:avLst/>
                </a:prstGeom>
                <a:ln w="15875">
                  <a:solidFill>
                    <a:srgbClr val="92D050"/>
                  </a:solidFill>
                  <a:prstDash val="sysDot"/>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221944" y="1398044"/>
                  <a:ext cx="850444" cy="217620"/>
                </a:xfrm>
                <a:prstGeom prst="line">
                  <a:avLst/>
                </a:prstGeom>
                <a:ln w="15875">
                  <a:solidFill>
                    <a:srgbClr val="92D050"/>
                  </a:solidFill>
                  <a:prstDash val="sysDot"/>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1059200" y="1404638"/>
                  <a:ext cx="3300" cy="202160"/>
                </a:xfrm>
                <a:prstGeom prst="line">
                  <a:avLst/>
                </a:prstGeom>
                <a:ln w="15875">
                  <a:solidFill>
                    <a:srgbClr val="92D050"/>
                  </a:solidFill>
                  <a:prstDash val="sysDot"/>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grpSp>
        <p:cxnSp>
          <p:nvCxnSpPr>
            <p:cNvPr id="71" name="直接连接符 70"/>
            <p:cNvCxnSpPr/>
            <p:nvPr/>
          </p:nvCxnSpPr>
          <p:spPr>
            <a:xfrm>
              <a:off x="3706005" y="2777027"/>
              <a:ext cx="769284" cy="0"/>
            </a:xfrm>
            <a:prstGeom prst="line">
              <a:avLst/>
            </a:prstGeom>
            <a:ln w="15875">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4" name="组合 3"/>
          <p:cNvGrpSpPr/>
          <p:nvPr/>
        </p:nvGrpSpPr>
        <p:grpSpPr>
          <a:xfrm>
            <a:off x="5483186" y="1858049"/>
            <a:ext cx="1847606" cy="3114922"/>
            <a:chOff x="5491319" y="1769253"/>
            <a:chExt cx="1778037" cy="3089331"/>
          </a:xfrm>
        </p:grpSpPr>
        <p:grpSp>
          <p:nvGrpSpPr>
            <p:cNvPr id="11" name="组合 10"/>
            <p:cNvGrpSpPr/>
            <p:nvPr/>
          </p:nvGrpSpPr>
          <p:grpSpPr>
            <a:xfrm>
              <a:off x="5604061" y="1769253"/>
              <a:ext cx="1665295" cy="3089331"/>
              <a:chOff x="4802984" y="939340"/>
              <a:chExt cx="1808032" cy="3827072"/>
            </a:xfrm>
          </p:grpSpPr>
          <p:cxnSp>
            <p:nvCxnSpPr>
              <p:cNvPr id="142" name="直接连接符 141"/>
              <p:cNvCxnSpPr/>
              <p:nvPr/>
            </p:nvCxnSpPr>
            <p:spPr>
              <a:xfrm flipV="1">
                <a:off x="4831465" y="2039991"/>
                <a:ext cx="1576668" cy="570939"/>
              </a:xfrm>
              <a:prstGeom prst="line">
                <a:avLst/>
              </a:prstGeom>
              <a:ln w="15875">
                <a:solidFill>
                  <a:srgbClr val="FF0000"/>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132" name="组合 131"/>
              <p:cNvGrpSpPr/>
              <p:nvPr/>
            </p:nvGrpSpPr>
            <p:grpSpPr>
              <a:xfrm>
                <a:off x="5201316" y="1001797"/>
                <a:ext cx="1409700" cy="3764615"/>
                <a:chOff x="0" y="0"/>
                <a:chExt cx="1409700" cy="3838575"/>
              </a:xfrm>
            </p:grpSpPr>
            <p:cxnSp>
              <p:nvCxnSpPr>
                <p:cNvPr id="133" name="直接连接符 132"/>
                <p:cNvCxnSpPr/>
                <p:nvPr/>
              </p:nvCxnSpPr>
              <p:spPr>
                <a:xfrm>
                  <a:off x="0" y="0"/>
                  <a:ext cx="0" cy="1400175"/>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a:off x="9525" y="2438400"/>
                  <a:ext cx="0" cy="1400175"/>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rot="5400000">
                  <a:off x="704850" y="695326"/>
                  <a:ext cx="0" cy="1400175"/>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rot="5400000">
                  <a:off x="709613" y="1728788"/>
                  <a:ext cx="0" cy="1400175"/>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37" name="直接连接符 136"/>
                <p:cNvCxnSpPr/>
                <p:nvPr/>
              </p:nvCxnSpPr>
              <p:spPr>
                <a:xfrm>
                  <a:off x="1409700" y="1409700"/>
                  <a:ext cx="0" cy="1028700"/>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138" name="组合 137"/>
              <p:cNvGrpSpPr/>
              <p:nvPr/>
            </p:nvGrpSpPr>
            <p:grpSpPr>
              <a:xfrm>
                <a:off x="4802984" y="939340"/>
                <a:ext cx="683568" cy="1685084"/>
                <a:chOff x="0" y="0"/>
                <a:chExt cx="685800" cy="1647825"/>
              </a:xfrm>
            </p:grpSpPr>
            <p:cxnSp>
              <p:nvCxnSpPr>
                <p:cNvPr id="139" name="直接连接符 138"/>
                <p:cNvCxnSpPr/>
                <p:nvPr/>
              </p:nvCxnSpPr>
              <p:spPr>
                <a:xfrm>
                  <a:off x="0" y="0"/>
                  <a:ext cx="19050" cy="1409700"/>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40" name="直接连接符 139"/>
                <p:cNvCxnSpPr/>
                <p:nvPr/>
              </p:nvCxnSpPr>
              <p:spPr>
                <a:xfrm>
                  <a:off x="19050" y="1400175"/>
                  <a:ext cx="0" cy="247650"/>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41" name="直接连接符 140"/>
                <p:cNvCxnSpPr/>
                <p:nvPr/>
              </p:nvCxnSpPr>
              <p:spPr>
                <a:xfrm flipV="1">
                  <a:off x="28575" y="1400175"/>
                  <a:ext cx="657225" cy="247650"/>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grpSp>
        <p:cxnSp>
          <p:nvCxnSpPr>
            <p:cNvPr id="72" name="直接连接符 71"/>
            <p:cNvCxnSpPr/>
            <p:nvPr/>
          </p:nvCxnSpPr>
          <p:spPr>
            <a:xfrm>
              <a:off x="5491319" y="2924137"/>
              <a:ext cx="769284" cy="0"/>
            </a:xfrm>
            <a:prstGeom prst="line">
              <a:avLst/>
            </a:prstGeom>
            <a:ln w="15875">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32894949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79202" y="233084"/>
            <a:ext cx="677732" cy="4034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1323" tIns="35662" rIns="71323" bIns="35662" rtlCol="0" anchor="ctr"/>
          <a:lstStyle/>
          <a:p>
            <a:pPr algn="ctr"/>
            <a:r>
              <a:rPr lang="en-US" altLang="zh-CN" sz="2200" b="1" dirty="0" smtClean="0">
                <a:solidFill>
                  <a:schemeClr val="tx1"/>
                </a:solidFill>
                <a:latin typeface="微软雅黑" panose="020B0503020204020204" pitchFamily="34" charset="-122"/>
                <a:ea typeface="微软雅黑" panose="020B0503020204020204" pitchFamily="34" charset="-122"/>
              </a:rPr>
              <a:t>03</a:t>
            </a:r>
            <a:endParaRPr lang="zh-CN" altLang="en-US" sz="2200" b="1" dirty="0">
              <a:solidFill>
                <a:schemeClr val="tx1"/>
              </a:solidFill>
              <a:latin typeface="微软雅黑" panose="020B0503020204020204" pitchFamily="34" charset="-122"/>
              <a:ea typeface="微软雅黑" panose="020B0503020204020204" pitchFamily="34" charset="-122"/>
            </a:endParaRPr>
          </a:p>
        </p:txBody>
      </p:sp>
      <p:sp>
        <p:nvSpPr>
          <p:cNvPr id="31" name="标题 1"/>
          <p:cNvSpPr txBox="1"/>
          <p:nvPr/>
        </p:nvSpPr>
        <p:spPr bwMode="auto">
          <a:xfrm>
            <a:off x="1056937" y="210144"/>
            <a:ext cx="3416007" cy="476250"/>
          </a:xfrm>
          <a:prstGeom prst="rect">
            <a:avLst/>
          </a:prstGeom>
          <a:noFill/>
          <a:ln w="9525">
            <a:noFill/>
            <a:miter lim="800000"/>
          </a:ln>
        </p:spPr>
        <p:txBody>
          <a:bodyPr lIns="91429" tIns="45714" rIns="91429" bIns="45714" anchor="ctr"/>
          <a:lstStyle/>
          <a:p>
            <a:r>
              <a:rPr lang="zh-CN" altLang="en-US" sz="2400" b="1" dirty="0" smtClean="0">
                <a:solidFill>
                  <a:srgbClr val="7F7F7F"/>
                </a:solidFill>
                <a:latin typeface="+mn-ea"/>
                <a:ea typeface="+mn-ea"/>
                <a:cs typeface="Arial Unicode MS" panose="020B0604020202020204" pitchFamily="34" charset="-122"/>
              </a:rPr>
              <a:t>地图边界构建原理介绍</a:t>
            </a:r>
            <a:endParaRPr lang="zh-CN" altLang="en-US" sz="2400" b="1" dirty="0">
              <a:solidFill>
                <a:srgbClr val="7F7F7F"/>
              </a:solidFill>
              <a:latin typeface="+mn-ea"/>
              <a:ea typeface="+mn-ea"/>
              <a:cs typeface="Arial Unicode MS" panose="020B0604020202020204" pitchFamily="34" charset="-122"/>
            </a:endParaRPr>
          </a:p>
        </p:txBody>
      </p:sp>
      <p:sp>
        <p:nvSpPr>
          <p:cNvPr id="13" name="TextBox 12"/>
          <p:cNvSpPr txBox="1"/>
          <p:nvPr/>
        </p:nvSpPr>
        <p:spPr>
          <a:xfrm>
            <a:off x="8618220" y="5345966"/>
            <a:ext cx="454732" cy="338554"/>
          </a:xfrm>
          <a:prstGeom prst="rect">
            <a:avLst/>
          </a:prstGeom>
          <a:solidFill>
            <a:schemeClr val="bg1"/>
          </a:solidFill>
          <a:ln>
            <a:solidFill>
              <a:schemeClr val="bg1"/>
            </a:solidFill>
          </a:ln>
        </p:spPr>
        <p:txBody>
          <a:bodyPr wrap="square" rtlCol="0">
            <a:spAutoFit/>
          </a:bodyPr>
          <a:lstStyle/>
          <a:p>
            <a:r>
              <a:rPr lang="en-US" altLang="zh-CN" sz="1600" dirty="0" smtClean="0">
                <a:latin typeface="+mn-ea"/>
                <a:ea typeface="+mn-ea"/>
              </a:rPr>
              <a:t>  </a:t>
            </a:r>
            <a:endParaRPr lang="zh-CN" altLang="en-US" sz="1600" dirty="0">
              <a:latin typeface="+mn-ea"/>
              <a:ea typeface="+mn-ea"/>
            </a:endParaRPr>
          </a:p>
        </p:txBody>
      </p:sp>
      <p:sp>
        <p:nvSpPr>
          <p:cNvPr id="5"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TextBox 20"/>
          <p:cNvSpPr txBox="1"/>
          <p:nvPr/>
        </p:nvSpPr>
        <p:spPr>
          <a:xfrm>
            <a:off x="0" y="815513"/>
            <a:ext cx="8393635" cy="461665"/>
          </a:xfrm>
          <a:prstGeom prst="rect">
            <a:avLst/>
          </a:prstGeom>
          <a:noFill/>
        </p:spPr>
        <p:txBody>
          <a:bodyPr wrap="square" rtlCol="0">
            <a:spAutoFit/>
          </a:bodyPr>
          <a:lstStyle/>
          <a:p>
            <a:pPr marL="742950" lvl="2" indent="-285750">
              <a:lnSpc>
                <a:spcPct val="150000"/>
              </a:lnSpc>
              <a:buFont typeface="Wingdings" panose="05000000000000000000" pitchFamily="2" charset="2"/>
              <a:buChar char="p"/>
            </a:pPr>
            <a:r>
              <a:rPr lang="zh-CN" altLang="en-US" sz="1600" dirty="0" smtClean="0">
                <a:latin typeface="+mn-ea"/>
              </a:rPr>
              <a:t>终点位置更新详细设计</a:t>
            </a:r>
            <a:endParaRPr lang="en-US" altLang="zh-CN" sz="1600" dirty="0" smtClean="0">
              <a:latin typeface="+mn-ea"/>
            </a:endParaRPr>
          </a:p>
        </p:txBody>
      </p:sp>
      <p:sp>
        <p:nvSpPr>
          <p:cNvPr id="131" name="文本框 13"/>
          <p:cNvSpPr txBox="1"/>
          <p:nvPr/>
        </p:nvSpPr>
        <p:spPr>
          <a:xfrm>
            <a:off x="-1" y="1298223"/>
            <a:ext cx="5144518" cy="1361911"/>
          </a:xfrm>
          <a:prstGeom prst="rect">
            <a:avLst/>
          </a:prstGeom>
          <a:noFill/>
        </p:spPr>
        <p:txBody>
          <a:bodyPr wrap="square" rtlCol="0">
            <a:spAutoFit/>
          </a:bodyPr>
          <a:lstStyle>
            <a:defPPr>
              <a:defRPr lang="zh-TW"/>
            </a:defPPr>
            <a:lvl3pPr marL="457200" lvl="2" indent="0">
              <a:lnSpc>
                <a:spcPct val="150000"/>
              </a:lnSpc>
              <a:defRPr sz="1800">
                <a:latin typeface="+mn-ea"/>
              </a:defRPr>
            </a:lvl3pPr>
          </a:lstStyle>
          <a:p>
            <a:pPr marL="742950" lvl="2" indent="-285750">
              <a:buFont typeface="Wingdings" panose="05000000000000000000" pitchFamily="2" charset="2"/>
              <a:buChar char="Ø"/>
            </a:pPr>
            <a:r>
              <a:rPr lang="zh-CN" altLang="en-US" sz="1100" dirty="0">
                <a:latin typeface="宋体" panose="02010600030101010101" pitchFamily="2" charset="-122"/>
              </a:rPr>
              <a:t>边界和障碍物侵占终点位置处理</a:t>
            </a:r>
            <a:r>
              <a:rPr lang="zh-CN" altLang="en-US" sz="1100" dirty="0" smtClean="0">
                <a:latin typeface="宋体" panose="02010600030101010101" pitchFamily="2" charset="-122"/>
              </a:rPr>
              <a:t>：</a:t>
            </a:r>
            <a:endParaRPr lang="en-US" altLang="zh-CN" sz="1100" dirty="0">
              <a:latin typeface="宋体" panose="02010600030101010101" pitchFamily="2" charset="-122"/>
            </a:endParaRPr>
          </a:p>
          <a:p>
            <a:pPr marL="685800" lvl="2" indent="-228600">
              <a:buFont typeface="+mj-ea"/>
              <a:buAutoNum type="circleNumDbPlain"/>
            </a:pPr>
            <a:r>
              <a:rPr lang="zh-CN" altLang="en-US" sz="1100" dirty="0" smtClean="0">
                <a:latin typeface="宋体" panose="02010600030101010101" pitchFamily="2" charset="-122"/>
              </a:rPr>
              <a:t>检测</a:t>
            </a:r>
            <a:r>
              <a:rPr lang="zh-CN" altLang="en-US" sz="1100" dirty="0">
                <a:latin typeface="宋体" panose="02010600030101010101" pitchFamily="2" charset="-122"/>
              </a:rPr>
              <a:t>判断是否发生</a:t>
            </a:r>
            <a:r>
              <a:rPr lang="zh-CN" altLang="en-US" sz="1100" dirty="0" smtClean="0">
                <a:latin typeface="宋体" panose="02010600030101010101" pitchFamily="2" charset="-122"/>
              </a:rPr>
              <a:t>侵占</a:t>
            </a:r>
            <a:r>
              <a:rPr lang="zh-CN" altLang="en-US" sz="1100" dirty="0">
                <a:latin typeface="宋体" panose="02010600030101010101" pitchFamily="2" charset="-122"/>
              </a:rPr>
              <a:t>或者是否在车位外决策请求重算轨迹；</a:t>
            </a:r>
            <a:endParaRPr lang="en-US" altLang="zh-CN" sz="1100" dirty="0" smtClean="0">
              <a:latin typeface="宋体" panose="02010600030101010101" pitchFamily="2" charset="-122"/>
            </a:endParaRPr>
          </a:p>
          <a:p>
            <a:pPr marL="685800" lvl="2" indent="-228600">
              <a:buFont typeface="+mj-ea"/>
              <a:buAutoNum type="circleNumDbPlain"/>
            </a:pPr>
            <a:r>
              <a:rPr lang="zh-CN" altLang="en-US" sz="1100" dirty="0" smtClean="0">
                <a:latin typeface="宋体" panose="02010600030101010101" pitchFamily="2" charset="-122"/>
              </a:rPr>
              <a:t>判断终点位置是否在通道居中的条件包括：在通道的特定区域内，且通道大小满足要求。</a:t>
            </a:r>
            <a:endParaRPr lang="en-US" altLang="zh-CN" sz="1100" dirty="0">
              <a:latin typeface="宋体" panose="02010600030101010101" pitchFamily="2" charset="-122"/>
            </a:endParaRPr>
          </a:p>
          <a:p>
            <a:pPr marL="685800" lvl="2" indent="-228600">
              <a:buFont typeface="+mj-ea"/>
              <a:buAutoNum type="circleNumDbPlain"/>
            </a:pPr>
            <a:r>
              <a:rPr lang="zh-CN" altLang="en-US" sz="1100" dirty="0" smtClean="0">
                <a:latin typeface="宋体" panose="02010600030101010101" pitchFamily="2" charset="-122"/>
              </a:rPr>
              <a:t>若不满足居中条件，则采用小栅格化</a:t>
            </a:r>
            <a:r>
              <a:rPr lang="zh-CN" altLang="en-US" sz="1100" dirty="0">
                <a:latin typeface="宋体" panose="02010600030101010101" pitchFamily="2" charset="-122"/>
              </a:rPr>
              <a:t>搜索把终点位置移动</a:t>
            </a:r>
            <a:r>
              <a:rPr lang="zh-CN" altLang="en-US" sz="1100" dirty="0" smtClean="0">
                <a:latin typeface="宋体" panose="02010600030101010101" pitchFamily="2" charset="-122"/>
              </a:rPr>
              <a:t>到合理位置。</a:t>
            </a:r>
            <a:endParaRPr lang="en-US" altLang="zh-CN" sz="1100" dirty="0">
              <a:latin typeface="宋体" panose="02010600030101010101" pitchFamily="2" charset="-122"/>
            </a:endParaRPr>
          </a:p>
        </p:txBody>
      </p:sp>
      <p:grpSp>
        <p:nvGrpSpPr>
          <p:cNvPr id="113" name="组合 112"/>
          <p:cNvGrpSpPr/>
          <p:nvPr/>
        </p:nvGrpSpPr>
        <p:grpSpPr>
          <a:xfrm>
            <a:off x="4765382" y="1159065"/>
            <a:ext cx="3787442" cy="3757618"/>
            <a:chOff x="4110361" y="1178576"/>
            <a:chExt cx="3787442" cy="3757618"/>
          </a:xfrm>
        </p:grpSpPr>
        <p:sp>
          <p:nvSpPr>
            <p:cNvPr id="65" name="椭圆 64"/>
            <p:cNvSpPr/>
            <p:nvPr/>
          </p:nvSpPr>
          <p:spPr>
            <a:xfrm>
              <a:off x="5551115" y="1178576"/>
              <a:ext cx="1125880" cy="603099"/>
            </a:xfrm>
            <a:prstGeom prst="ellipse">
              <a:avLst/>
            </a:prstGeom>
            <a:solidFill>
              <a:srgbClr val="4F81BD"/>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latin typeface="宋体" panose="02010600030101010101" pitchFamily="2" charset="-122"/>
                  <a:ea typeface="宋体" panose="02010600030101010101" pitchFamily="2" charset="-122"/>
                </a:rPr>
                <a:t>判定当前边界是否侵占终点</a:t>
              </a:r>
              <a:r>
                <a:rPr lang="zh-CN" altLang="en-US" sz="800" dirty="0" smtClean="0">
                  <a:latin typeface="宋体" panose="02010600030101010101" pitchFamily="2" charset="-122"/>
                  <a:ea typeface="宋体" panose="02010600030101010101" pitchFamily="2" charset="-122"/>
                </a:rPr>
                <a:t>位置或者决策请求重算轨迹</a:t>
              </a:r>
              <a:endParaRPr lang="zh-CN" altLang="en-US" sz="800" dirty="0">
                <a:latin typeface="宋体" panose="02010600030101010101" pitchFamily="2" charset="-122"/>
                <a:ea typeface="宋体" panose="02010600030101010101" pitchFamily="2" charset="-122"/>
              </a:endParaRPr>
            </a:p>
          </p:txBody>
        </p:sp>
        <p:sp>
          <p:nvSpPr>
            <p:cNvPr id="66" name="圆角矩形 65"/>
            <p:cNvSpPr/>
            <p:nvPr/>
          </p:nvSpPr>
          <p:spPr>
            <a:xfrm>
              <a:off x="5628366" y="2934789"/>
              <a:ext cx="972225" cy="388529"/>
            </a:xfrm>
            <a:prstGeom prst="roundRect">
              <a:avLst/>
            </a:prstGeom>
            <a:solidFill>
              <a:srgbClr val="4F81BD"/>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latin typeface="宋体" panose="02010600030101010101" pitchFamily="2" charset="-122"/>
                  <a:ea typeface="宋体" panose="02010600030101010101" pitchFamily="2" charset="-122"/>
                </a:rPr>
                <a:t>终点位置在通道中居中</a:t>
              </a:r>
            </a:p>
          </p:txBody>
        </p:sp>
        <p:cxnSp>
          <p:nvCxnSpPr>
            <p:cNvPr id="67" name="直接连接符 66"/>
            <p:cNvCxnSpPr>
              <a:stCxn id="65" idx="4"/>
              <a:endCxn id="72" idx="0"/>
            </p:cNvCxnSpPr>
            <p:nvPr/>
          </p:nvCxnSpPr>
          <p:spPr>
            <a:xfrm>
              <a:off x="6113593" y="1781675"/>
              <a:ext cx="558" cy="286826"/>
            </a:xfrm>
            <a:prstGeom prst="line">
              <a:avLst/>
            </a:prstGeom>
            <a:ln w="15875">
              <a:solidFill>
                <a:srgbClr val="4F81BD"/>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68" name="肘形连接符 67"/>
            <p:cNvCxnSpPr>
              <a:stCxn id="84" idx="0"/>
              <a:endCxn id="72" idx="2"/>
            </p:cNvCxnSpPr>
            <p:nvPr/>
          </p:nvCxnSpPr>
          <p:spPr>
            <a:xfrm rot="5400000" flipH="1" flipV="1">
              <a:off x="4505934" y="2537739"/>
              <a:ext cx="1211149" cy="879255"/>
            </a:xfrm>
            <a:prstGeom prst="bentConnector2">
              <a:avLst/>
            </a:prstGeom>
            <a:ln w="15875">
              <a:solidFill>
                <a:srgbClr val="4F81BD"/>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69" name="肘形连接符 68"/>
            <p:cNvCxnSpPr>
              <a:stCxn id="65" idx="6"/>
              <a:endCxn id="71" idx="3"/>
            </p:cNvCxnSpPr>
            <p:nvPr/>
          </p:nvCxnSpPr>
          <p:spPr>
            <a:xfrm flipH="1">
              <a:off x="6587839" y="1481867"/>
              <a:ext cx="89156" cy="3330777"/>
            </a:xfrm>
            <a:prstGeom prst="bentConnector3">
              <a:avLst>
                <a:gd name="adj1" fmla="val -1536796"/>
              </a:avLst>
            </a:prstGeom>
            <a:ln w="15875">
              <a:solidFill>
                <a:srgbClr val="4F81BD"/>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70" name="TextBox 449"/>
            <p:cNvSpPr txBox="1"/>
            <p:nvPr/>
          </p:nvSpPr>
          <p:spPr>
            <a:xfrm>
              <a:off x="6705944" y="1547323"/>
              <a:ext cx="353511" cy="220700"/>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defPPr>
                <a:defRPr lang="zh-CN"/>
              </a:defPPr>
              <a:lvl1pPr marL="0" indent="0">
                <a:defRPr sz="900"/>
              </a:lvl1pPr>
              <a:lvl2pPr marL="457200" indent="0">
                <a:defRPr sz="1100"/>
              </a:lvl2pPr>
              <a:lvl3pPr marL="914400" indent="0">
                <a:defRPr sz="1100"/>
              </a:lvl3pPr>
              <a:lvl4pPr marL="1371600" indent="0">
                <a:defRPr sz="1100"/>
              </a:lvl4pPr>
              <a:lvl5pPr marL="1828800" indent="0">
                <a:defRPr sz="1100"/>
              </a:lvl5pPr>
              <a:lvl6pPr indent="0">
                <a:defRPr sz="1100"/>
              </a:lvl6pPr>
              <a:lvl7pPr indent="0">
                <a:defRPr sz="1100"/>
              </a:lvl7pPr>
              <a:lvl8pPr indent="0">
                <a:defRPr sz="1100"/>
              </a:lvl8pPr>
              <a:lvl9pPr indent="0">
                <a:defRPr sz="1100"/>
              </a:lvl9pPr>
            </a:lstStyle>
            <a:p>
              <a:r>
                <a:rPr lang="en-US" altLang="zh-CN" sz="800"/>
                <a:t>No</a:t>
              </a:r>
              <a:endParaRPr lang="zh-CN" altLang="en-US" sz="800"/>
            </a:p>
          </p:txBody>
        </p:sp>
        <p:sp>
          <p:nvSpPr>
            <p:cNvPr id="71" name="圆角矩形 70"/>
            <p:cNvSpPr/>
            <p:nvPr/>
          </p:nvSpPr>
          <p:spPr>
            <a:xfrm>
              <a:off x="5642534" y="4689093"/>
              <a:ext cx="945305" cy="247101"/>
            </a:xfrm>
            <a:prstGeom prst="roundRect">
              <a:avLst/>
            </a:prstGeom>
            <a:solidFill>
              <a:srgbClr val="4F81BD"/>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800">
                  <a:latin typeface="宋体" panose="02010600030101010101" pitchFamily="2" charset="-122"/>
                  <a:ea typeface="宋体" panose="02010600030101010101" pitchFamily="2" charset="-122"/>
                </a:rPr>
                <a:t>Planning</a:t>
              </a:r>
              <a:endParaRPr lang="zh-CN" altLang="en-US" sz="800">
                <a:latin typeface="宋体" panose="02010600030101010101" pitchFamily="2" charset="-122"/>
                <a:ea typeface="宋体" panose="02010600030101010101" pitchFamily="2" charset="-122"/>
              </a:endParaRPr>
            </a:p>
          </p:txBody>
        </p:sp>
        <p:sp>
          <p:nvSpPr>
            <p:cNvPr id="72" name="椭圆 71"/>
            <p:cNvSpPr/>
            <p:nvPr/>
          </p:nvSpPr>
          <p:spPr>
            <a:xfrm>
              <a:off x="5551137" y="2068501"/>
              <a:ext cx="1126026" cy="603099"/>
            </a:xfrm>
            <a:prstGeom prst="ellipse">
              <a:avLst/>
            </a:prstGeom>
            <a:solidFill>
              <a:srgbClr val="4F81BD"/>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latin typeface="宋体" panose="02010600030101010101" pitchFamily="2" charset="-122"/>
                  <a:ea typeface="宋体" panose="02010600030101010101" pitchFamily="2" charset="-122"/>
                </a:rPr>
                <a:t>判定是否需要采用终点位置在通道居中</a:t>
              </a:r>
            </a:p>
          </p:txBody>
        </p:sp>
        <p:sp>
          <p:nvSpPr>
            <p:cNvPr id="73" name="圆角矩形 72"/>
            <p:cNvSpPr/>
            <p:nvPr/>
          </p:nvSpPr>
          <p:spPr>
            <a:xfrm>
              <a:off x="6886542" y="2940627"/>
              <a:ext cx="1011261" cy="371447"/>
            </a:xfrm>
            <a:prstGeom prst="roundRect">
              <a:avLst/>
            </a:prstGeom>
            <a:solidFill>
              <a:srgbClr val="4F81BD"/>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latin typeface="宋体" panose="02010600030101010101" pitchFamily="2" charset="-122"/>
                  <a:ea typeface="宋体" panose="02010600030101010101" pitchFamily="2" charset="-122"/>
                </a:rPr>
                <a:t>根据侵占位置反向挪动终点位置</a:t>
              </a:r>
            </a:p>
          </p:txBody>
        </p:sp>
        <p:cxnSp>
          <p:nvCxnSpPr>
            <p:cNvPr id="74" name="直接连接符 73"/>
            <p:cNvCxnSpPr>
              <a:stCxn id="72" idx="4"/>
              <a:endCxn id="66" idx="0"/>
            </p:cNvCxnSpPr>
            <p:nvPr/>
          </p:nvCxnSpPr>
          <p:spPr>
            <a:xfrm>
              <a:off x="6114151" y="2671601"/>
              <a:ext cx="329" cy="263189"/>
            </a:xfrm>
            <a:prstGeom prst="line">
              <a:avLst/>
            </a:prstGeom>
            <a:ln w="15875">
              <a:solidFill>
                <a:srgbClr val="4F81BD"/>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75" name="肘形连接符 74"/>
            <p:cNvCxnSpPr>
              <a:stCxn id="72" idx="6"/>
              <a:endCxn id="73" idx="0"/>
            </p:cNvCxnSpPr>
            <p:nvPr/>
          </p:nvCxnSpPr>
          <p:spPr>
            <a:xfrm>
              <a:off x="6677163" y="2371792"/>
              <a:ext cx="715011" cy="568835"/>
            </a:xfrm>
            <a:prstGeom prst="bentConnector2">
              <a:avLst/>
            </a:prstGeom>
            <a:ln w="15875">
              <a:solidFill>
                <a:srgbClr val="4F81BD"/>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76" name="TextBox 448"/>
            <p:cNvSpPr txBox="1"/>
            <p:nvPr/>
          </p:nvSpPr>
          <p:spPr>
            <a:xfrm>
              <a:off x="6140288" y="1819984"/>
              <a:ext cx="418601" cy="227602"/>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defPPr>
                <a:defRPr lang="zh-CN"/>
              </a:defPPr>
              <a:lvl1pPr marL="0" indent="0">
                <a:defRPr sz="900"/>
              </a:lvl1pPr>
              <a:lvl2pPr marL="457200" indent="0">
                <a:defRPr sz="1100"/>
              </a:lvl2pPr>
              <a:lvl3pPr marL="914400" indent="0">
                <a:defRPr sz="1100"/>
              </a:lvl3pPr>
              <a:lvl4pPr marL="1371600" indent="0">
                <a:defRPr sz="1100"/>
              </a:lvl4pPr>
              <a:lvl5pPr marL="1828800" indent="0">
                <a:defRPr sz="1100"/>
              </a:lvl5pPr>
              <a:lvl6pPr indent="0">
                <a:defRPr sz="1100"/>
              </a:lvl6pPr>
              <a:lvl7pPr indent="0">
                <a:defRPr sz="1100"/>
              </a:lvl7pPr>
              <a:lvl8pPr indent="0">
                <a:defRPr sz="1100"/>
              </a:lvl8pPr>
              <a:lvl9pPr indent="0">
                <a:defRPr sz="1100"/>
              </a:lvl9pPr>
            </a:lstStyle>
            <a:p>
              <a:r>
                <a:rPr lang="en-US" altLang="zh-CN" sz="800" dirty="0"/>
                <a:t>Yes</a:t>
              </a:r>
              <a:endParaRPr lang="zh-CN" altLang="en-US" sz="800" dirty="0"/>
            </a:p>
          </p:txBody>
        </p:sp>
        <p:cxnSp>
          <p:nvCxnSpPr>
            <p:cNvPr id="79" name="直接连接符 78"/>
            <p:cNvCxnSpPr>
              <a:stCxn id="66" idx="2"/>
              <a:endCxn id="81" idx="0"/>
            </p:cNvCxnSpPr>
            <p:nvPr/>
          </p:nvCxnSpPr>
          <p:spPr>
            <a:xfrm>
              <a:off x="6114480" y="3323318"/>
              <a:ext cx="192" cy="258024"/>
            </a:xfrm>
            <a:prstGeom prst="line">
              <a:avLst/>
            </a:prstGeom>
            <a:ln w="15875">
              <a:solidFill>
                <a:srgbClr val="4F81BD"/>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80" name="肘形连接符 79"/>
            <p:cNvCxnSpPr>
              <a:stCxn id="73" idx="2"/>
              <a:endCxn id="81" idx="6"/>
            </p:cNvCxnSpPr>
            <p:nvPr/>
          </p:nvCxnSpPr>
          <p:spPr>
            <a:xfrm rot="5400000">
              <a:off x="6747905" y="3240362"/>
              <a:ext cx="572558" cy="715981"/>
            </a:xfrm>
            <a:prstGeom prst="bentConnector2">
              <a:avLst/>
            </a:prstGeom>
            <a:ln w="15875">
              <a:solidFill>
                <a:srgbClr val="4F81BD"/>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81" name="椭圆 80"/>
            <p:cNvSpPr/>
            <p:nvPr/>
          </p:nvSpPr>
          <p:spPr>
            <a:xfrm>
              <a:off x="5553151" y="3581343"/>
              <a:ext cx="1123041" cy="606579"/>
            </a:xfrm>
            <a:prstGeom prst="ellipse">
              <a:avLst/>
            </a:prstGeom>
            <a:solidFill>
              <a:srgbClr val="4F81BD"/>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latin typeface="宋体" panose="02010600030101010101" pitchFamily="2" charset="-122"/>
                  <a:ea typeface="宋体" panose="02010600030101010101" pitchFamily="2" charset="-122"/>
                </a:rPr>
                <a:t>判定当前边界是否侵占终点位置</a:t>
              </a:r>
            </a:p>
          </p:txBody>
        </p:sp>
        <p:cxnSp>
          <p:nvCxnSpPr>
            <p:cNvPr id="82" name="直接连接符 81"/>
            <p:cNvCxnSpPr>
              <a:stCxn id="81" idx="4"/>
              <a:endCxn id="71" idx="0"/>
            </p:cNvCxnSpPr>
            <p:nvPr/>
          </p:nvCxnSpPr>
          <p:spPr>
            <a:xfrm>
              <a:off x="6114673" y="4187922"/>
              <a:ext cx="514" cy="501171"/>
            </a:xfrm>
            <a:prstGeom prst="line">
              <a:avLst/>
            </a:prstGeom>
            <a:ln w="15875">
              <a:solidFill>
                <a:srgbClr val="4F81BD"/>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84" name="椭圆 83"/>
            <p:cNvSpPr/>
            <p:nvPr/>
          </p:nvSpPr>
          <p:spPr>
            <a:xfrm>
              <a:off x="4110361" y="3582941"/>
              <a:ext cx="1123041" cy="606580"/>
            </a:xfrm>
            <a:prstGeom prst="ellipse">
              <a:avLst/>
            </a:prstGeom>
            <a:solidFill>
              <a:srgbClr val="4F81BD"/>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latin typeface="宋体" panose="02010600030101010101" pitchFamily="2" charset="-122"/>
                  <a:ea typeface="宋体" panose="02010600030101010101" pitchFamily="2" charset="-122"/>
                </a:rPr>
                <a:t>判断</a:t>
              </a:r>
              <a:r>
                <a:rPr lang="en-US" altLang="zh-CN" sz="800">
                  <a:latin typeface="宋体" panose="02010600030101010101" pitchFamily="2" charset="-122"/>
                  <a:ea typeface="宋体" panose="02010600030101010101" pitchFamily="2" charset="-122"/>
                </a:rPr>
                <a:t>1</a:t>
              </a:r>
              <a:r>
                <a:rPr lang="zh-CN" altLang="en-US" sz="800">
                  <a:latin typeface="宋体" panose="02010600030101010101" pitchFamily="2" charset="-122"/>
                  <a:ea typeface="宋体" panose="02010600030101010101" pitchFamily="2" charset="-122"/>
                </a:rPr>
                <a:t>帧内是否循环超过</a:t>
              </a:r>
              <a:r>
                <a:rPr lang="en-US" altLang="zh-CN" sz="800">
                  <a:latin typeface="宋体" panose="02010600030101010101" pitchFamily="2" charset="-122"/>
                  <a:ea typeface="宋体" panose="02010600030101010101" pitchFamily="2" charset="-122"/>
                </a:rPr>
                <a:t>10</a:t>
              </a:r>
              <a:r>
                <a:rPr lang="zh-CN" altLang="en-US" sz="800">
                  <a:latin typeface="宋体" panose="02010600030101010101" pitchFamily="2" charset="-122"/>
                  <a:ea typeface="宋体" panose="02010600030101010101" pitchFamily="2" charset="-122"/>
                </a:rPr>
                <a:t>次</a:t>
              </a:r>
            </a:p>
          </p:txBody>
        </p:sp>
        <p:cxnSp>
          <p:nvCxnSpPr>
            <p:cNvPr id="85" name="直接连接符 84"/>
            <p:cNvCxnSpPr>
              <a:stCxn id="81" idx="2"/>
              <a:endCxn id="84" idx="6"/>
            </p:cNvCxnSpPr>
            <p:nvPr/>
          </p:nvCxnSpPr>
          <p:spPr>
            <a:xfrm flipH="1">
              <a:off x="5233402" y="3884633"/>
              <a:ext cx="319748" cy="1599"/>
            </a:xfrm>
            <a:prstGeom prst="line">
              <a:avLst/>
            </a:prstGeom>
            <a:ln w="15875">
              <a:solidFill>
                <a:srgbClr val="4F81BD"/>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86" name="TextBox 448"/>
            <p:cNvSpPr txBox="1"/>
            <p:nvPr/>
          </p:nvSpPr>
          <p:spPr>
            <a:xfrm>
              <a:off x="5204214" y="3484848"/>
              <a:ext cx="378124" cy="225389"/>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defPPr>
                <a:defRPr lang="zh-CN"/>
              </a:defPPr>
              <a:lvl1pPr marL="0" indent="0">
                <a:defRPr sz="900"/>
              </a:lvl1pPr>
              <a:lvl2pPr marL="457200" indent="0">
                <a:defRPr sz="1100"/>
              </a:lvl2pPr>
              <a:lvl3pPr marL="914400" indent="0">
                <a:defRPr sz="1100"/>
              </a:lvl3pPr>
              <a:lvl4pPr marL="1371600" indent="0">
                <a:defRPr sz="1100"/>
              </a:lvl4pPr>
              <a:lvl5pPr marL="1828800" indent="0">
                <a:defRPr sz="1100"/>
              </a:lvl5pPr>
              <a:lvl6pPr indent="0">
                <a:defRPr sz="1100"/>
              </a:lvl6pPr>
              <a:lvl7pPr indent="0">
                <a:defRPr sz="1100"/>
              </a:lvl7pPr>
              <a:lvl8pPr indent="0">
                <a:defRPr sz="1100"/>
              </a:lvl8pPr>
              <a:lvl9pPr indent="0">
                <a:defRPr sz="1100"/>
              </a:lvl9pPr>
            </a:lstStyle>
            <a:p>
              <a:r>
                <a:rPr lang="en-US" altLang="zh-CN" sz="800" dirty="0"/>
                <a:t>Yes</a:t>
              </a:r>
              <a:endParaRPr lang="zh-CN" altLang="en-US" sz="800" dirty="0"/>
            </a:p>
          </p:txBody>
        </p:sp>
        <p:cxnSp>
          <p:nvCxnSpPr>
            <p:cNvPr id="88" name="肘形连接符 87"/>
            <p:cNvCxnSpPr>
              <a:stCxn id="84" idx="4"/>
              <a:endCxn id="71" idx="1"/>
            </p:cNvCxnSpPr>
            <p:nvPr/>
          </p:nvCxnSpPr>
          <p:spPr>
            <a:xfrm rot="16200000" flipH="1">
              <a:off x="4845646" y="4015756"/>
              <a:ext cx="623122" cy="970652"/>
            </a:xfrm>
            <a:prstGeom prst="bentConnector2">
              <a:avLst/>
            </a:prstGeom>
            <a:ln w="15875">
              <a:solidFill>
                <a:srgbClr val="4F81BD"/>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90" name="TextBox 449"/>
            <p:cNvSpPr txBox="1"/>
            <p:nvPr/>
          </p:nvSpPr>
          <p:spPr>
            <a:xfrm>
              <a:off x="6759723" y="2399691"/>
              <a:ext cx="353511" cy="220700"/>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defPPr>
                <a:defRPr lang="zh-CN"/>
              </a:defPPr>
              <a:lvl1pPr marL="0" indent="0">
                <a:defRPr sz="900"/>
              </a:lvl1pPr>
              <a:lvl2pPr marL="457200" indent="0">
                <a:defRPr sz="1100"/>
              </a:lvl2pPr>
              <a:lvl3pPr marL="914400" indent="0">
                <a:defRPr sz="1100"/>
              </a:lvl3pPr>
              <a:lvl4pPr marL="1371600" indent="0">
                <a:defRPr sz="1100"/>
              </a:lvl4pPr>
              <a:lvl5pPr marL="1828800" indent="0">
                <a:defRPr sz="1100"/>
              </a:lvl5pPr>
              <a:lvl6pPr indent="0">
                <a:defRPr sz="1100"/>
              </a:lvl6pPr>
              <a:lvl7pPr indent="0">
                <a:defRPr sz="1100"/>
              </a:lvl7pPr>
              <a:lvl8pPr indent="0">
                <a:defRPr sz="1100"/>
              </a:lvl8pPr>
              <a:lvl9pPr indent="0">
                <a:defRPr sz="1100"/>
              </a:lvl9pPr>
            </a:lstStyle>
            <a:p>
              <a:r>
                <a:rPr lang="en-US" altLang="zh-CN"/>
                <a:t>No</a:t>
              </a:r>
              <a:endParaRPr lang="zh-CN" altLang="en-US"/>
            </a:p>
          </p:txBody>
        </p:sp>
        <p:sp>
          <p:nvSpPr>
            <p:cNvPr id="91" name="TextBox 448"/>
            <p:cNvSpPr txBox="1"/>
            <p:nvPr/>
          </p:nvSpPr>
          <p:spPr>
            <a:xfrm>
              <a:off x="6154763" y="2689394"/>
              <a:ext cx="418601" cy="227602"/>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defPPr>
                <a:defRPr lang="zh-CN"/>
              </a:defPPr>
              <a:lvl1pPr marL="0" indent="0">
                <a:defRPr sz="900"/>
              </a:lvl1pPr>
              <a:lvl2pPr marL="457200" indent="0">
                <a:defRPr sz="1100"/>
              </a:lvl2pPr>
              <a:lvl3pPr marL="914400" indent="0">
                <a:defRPr sz="1100"/>
              </a:lvl3pPr>
              <a:lvl4pPr marL="1371600" indent="0">
                <a:defRPr sz="1100"/>
              </a:lvl4pPr>
              <a:lvl5pPr marL="1828800" indent="0">
                <a:defRPr sz="1100"/>
              </a:lvl5pPr>
              <a:lvl6pPr indent="0">
                <a:defRPr sz="1100"/>
              </a:lvl6pPr>
              <a:lvl7pPr indent="0">
                <a:defRPr sz="1100"/>
              </a:lvl7pPr>
              <a:lvl8pPr indent="0">
                <a:defRPr sz="1100"/>
              </a:lvl8pPr>
              <a:lvl9pPr indent="0">
                <a:defRPr sz="1100"/>
              </a:lvl9pPr>
            </a:lstStyle>
            <a:p>
              <a:r>
                <a:rPr lang="en-US" altLang="zh-CN" dirty="0"/>
                <a:t>Yes</a:t>
              </a:r>
              <a:endParaRPr lang="zh-CN" altLang="en-US" dirty="0"/>
            </a:p>
          </p:txBody>
        </p:sp>
        <p:sp>
          <p:nvSpPr>
            <p:cNvPr id="92" name="TextBox 448"/>
            <p:cNvSpPr txBox="1"/>
            <p:nvPr/>
          </p:nvSpPr>
          <p:spPr>
            <a:xfrm>
              <a:off x="4716822" y="4259954"/>
              <a:ext cx="378124" cy="225389"/>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defPPr>
                <a:defRPr lang="zh-CN"/>
              </a:defPPr>
              <a:lvl1pPr marL="0" indent="0">
                <a:defRPr sz="900"/>
              </a:lvl1pPr>
              <a:lvl2pPr marL="457200" indent="0">
                <a:defRPr sz="1100"/>
              </a:lvl2pPr>
              <a:lvl3pPr marL="914400" indent="0">
                <a:defRPr sz="1100"/>
              </a:lvl3pPr>
              <a:lvl4pPr marL="1371600" indent="0">
                <a:defRPr sz="1100"/>
              </a:lvl4pPr>
              <a:lvl5pPr marL="1828800" indent="0">
                <a:defRPr sz="1100"/>
              </a:lvl5pPr>
              <a:lvl6pPr indent="0">
                <a:defRPr sz="1100"/>
              </a:lvl6pPr>
              <a:lvl7pPr indent="0">
                <a:defRPr sz="1100"/>
              </a:lvl7pPr>
              <a:lvl8pPr indent="0">
                <a:defRPr sz="1100"/>
              </a:lvl8pPr>
              <a:lvl9pPr indent="0">
                <a:defRPr sz="1100"/>
              </a:lvl9pPr>
            </a:lstStyle>
            <a:p>
              <a:r>
                <a:rPr lang="en-US" altLang="zh-CN" dirty="0"/>
                <a:t>Yes</a:t>
              </a:r>
              <a:endParaRPr lang="zh-CN" altLang="en-US" dirty="0"/>
            </a:p>
          </p:txBody>
        </p:sp>
        <p:sp>
          <p:nvSpPr>
            <p:cNvPr id="93" name="TextBox 449"/>
            <p:cNvSpPr txBox="1"/>
            <p:nvPr/>
          </p:nvSpPr>
          <p:spPr>
            <a:xfrm>
              <a:off x="4731047" y="3315935"/>
              <a:ext cx="353511" cy="220700"/>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defPPr>
                <a:defRPr lang="zh-CN"/>
              </a:defPPr>
              <a:lvl1pPr marL="0" indent="0">
                <a:defRPr sz="900"/>
              </a:lvl1pPr>
              <a:lvl2pPr marL="457200" indent="0">
                <a:defRPr sz="1100"/>
              </a:lvl2pPr>
              <a:lvl3pPr marL="914400" indent="0">
                <a:defRPr sz="1100"/>
              </a:lvl3pPr>
              <a:lvl4pPr marL="1371600" indent="0">
                <a:defRPr sz="1100"/>
              </a:lvl4pPr>
              <a:lvl5pPr marL="1828800" indent="0">
                <a:defRPr sz="1100"/>
              </a:lvl5pPr>
              <a:lvl6pPr indent="0">
                <a:defRPr sz="1100"/>
              </a:lvl6pPr>
              <a:lvl7pPr indent="0">
                <a:defRPr sz="1100"/>
              </a:lvl7pPr>
              <a:lvl8pPr indent="0">
                <a:defRPr sz="1100"/>
              </a:lvl8pPr>
              <a:lvl9pPr indent="0">
                <a:defRPr sz="1100"/>
              </a:lvl9pPr>
            </a:lstStyle>
            <a:p>
              <a:r>
                <a:rPr lang="en-US" altLang="zh-CN"/>
                <a:t>No</a:t>
              </a:r>
              <a:endParaRPr lang="zh-CN" altLang="en-US"/>
            </a:p>
          </p:txBody>
        </p:sp>
        <p:sp>
          <p:nvSpPr>
            <p:cNvPr id="94" name="TextBox 449"/>
            <p:cNvSpPr txBox="1"/>
            <p:nvPr/>
          </p:nvSpPr>
          <p:spPr>
            <a:xfrm>
              <a:off x="6146813" y="4236492"/>
              <a:ext cx="353511" cy="220700"/>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defPPr>
                <a:defRPr lang="zh-CN"/>
              </a:defPPr>
              <a:lvl1pPr marL="0" indent="0">
                <a:defRPr sz="900"/>
              </a:lvl1pPr>
              <a:lvl2pPr marL="457200" indent="0">
                <a:defRPr sz="1100"/>
              </a:lvl2pPr>
              <a:lvl3pPr marL="914400" indent="0">
                <a:defRPr sz="1100"/>
              </a:lvl3pPr>
              <a:lvl4pPr marL="1371600" indent="0">
                <a:defRPr sz="1100"/>
              </a:lvl4pPr>
              <a:lvl5pPr marL="1828800" indent="0">
                <a:defRPr sz="1100"/>
              </a:lvl5pPr>
              <a:lvl6pPr indent="0">
                <a:defRPr sz="1100"/>
              </a:lvl6pPr>
              <a:lvl7pPr indent="0">
                <a:defRPr sz="1100"/>
              </a:lvl7pPr>
              <a:lvl8pPr indent="0">
                <a:defRPr sz="1100"/>
              </a:lvl8pPr>
              <a:lvl9pPr indent="0">
                <a:defRPr sz="1100"/>
              </a:lvl9pPr>
            </a:lstStyle>
            <a:p>
              <a:r>
                <a:rPr lang="en-US" altLang="zh-CN"/>
                <a:t>No</a:t>
              </a:r>
              <a:endParaRPr lang="zh-CN" altLang="en-US"/>
            </a:p>
          </p:txBody>
        </p:sp>
      </p:grpSp>
      <p:grpSp>
        <p:nvGrpSpPr>
          <p:cNvPr id="151" name="组合 150"/>
          <p:cNvGrpSpPr/>
          <p:nvPr/>
        </p:nvGrpSpPr>
        <p:grpSpPr>
          <a:xfrm>
            <a:off x="279365" y="2736023"/>
            <a:ext cx="4391523" cy="2425854"/>
            <a:chOff x="279365" y="2736023"/>
            <a:chExt cx="4391523" cy="2425854"/>
          </a:xfrm>
        </p:grpSpPr>
        <p:grpSp>
          <p:nvGrpSpPr>
            <p:cNvPr id="7" name="组合 6"/>
            <p:cNvGrpSpPr/>
            <p:nvPr/>
          </p:nvGrpSpPr>
          <p:grpSpPr>
            <a:xfrm>
              <a:off x="1758851" y="2810318"/>
              <a:ext cx="1276167" cy="2351559"/>
              <a:chOff x="1687022" y="2290514"/>
              <a:chExt cx="1276167" cy="2351559"/>
            </a:xfrm>
          </p:grpSpPr>
          <p:sp>
            <p:nvSpPr>
              <p:cNvPr id="96" name="矩形 95"/>
              <p:cNvSpPr/>
              <p:nvPr/>
            </p:nvSpPr>
            <p:spPr>
              <a:xfrm rot="5400000">
                <a:off x="1532599" y="2916203"/>
                <a:ext cx="1611624" cy="906162"/>
              </a:xfrm>
              <a:prstGeom prst="rect">
                <a:avLst/>
              </a:prstGeom>
              <a:noFill/>
              <a:ln w="25400" cmpd="sng">
                <a:solidFill>
                  <a:srgbClr val="FFC000"/>
                </a:solidFill>
                <a:prstDash val="lgDash"/>
              </a:ln>
              <a:effectLst>
                <a:glow rad="63500">
                  <a:schemeClr val="accent6">
                    <a:lumMod val="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zh-CN" altLang="en-US" sz="800">
                  <a:latin typeface="宋体" panose="02010600030101010101" pitchFamily="2" charset="-122"/>
                  <a:ea typeface="宋体" panose="02010600030101010101" pitchFamily="2" charset="-122"/>
                </a:endParaRPr>
              </a:p>
            </p:txBody>
          </p:sp>
          <p:grpSp>
            <p:nvGrpSpPr>
              <p:cNvPr id="97" name="组合 96"/>
              <p:cNvGrpSpPr/>
              <p:nvPr/>
            </p:nvGrpSpPr>
            <p:grpSpPr>
              <a:xfrm>
                <a:off x="2127178" y="2782352"/>
                <a:ext cx="400550" cy="1141641"/>
                <a:chOff x="977425" y="691092"/>
                <a:chExt cx="555412" cy="1501204"/>
              </a:xfrm>
            </p:grpSpPr>
            <p:cxnSp>
              <p:nvCxnSpPr>
                <p:cNvPr id="107" name="直接连接符 106"/>
                <p:cNvCxnSpPr/>
                <p:nvPr/>
              </p:nvCxnSpPr>
              <p:spPr>
                <a:xfrm flipH="1" flipV="1">
                  <a:off x="981513" y="2185975"/>
                  <a:ext cx="539999" cy="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108" name="直接连接符 107"/>
                <p:cNvCxnSpPr/>
                <p:nvPr/>
              </p:nvCxnSpPr>
              <p:spPr>
                <a:xfrm flipH="1" flipV="1">
                  <a:off x="977425" y="691092"/>
                  <a:ext cx="0" cy="150120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109" name="直接连接符 108"/>
                <p:cNvCxnSpPr/>
                <p:nvPr/>
              </p:nvCxnSpPr>
              <p:spPr>
                <a:xfrm flipH="1" flipV="1">
                  <a:off x="1532837" y="691096"/>
                  <a:ext cx="0" cy="150120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110" name="直接连接符 109"/>
                <p:cNvCxnSpPr/>
                <p:nvPr/>
              </p:nvCxnSpPr>
              <p:spPr>
                <a:xfrm flipH="1" flipV="1">
                  <a:off x="981513" y="701867"/>
                  <a:ext cx="539999" cy="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111" name="直接连接符 110"/>
                <p:cNvCxnSpPr/>
                <p:nvPr/>
              </p:nvCxnSpPr>
              <p:spPr>
                <a:xfrm flipH="1" flipV="1">
                  <a:off x="986956" y="1847429"/>
                  <a:ext cx="539999" cy="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112" name="直接连接符 111"/>
                <p:cNvCxnSpPr/>
                <p:nvPr/>
              </p:nvCxnSpPr>
              <p:spPr>
                <a:xfrm flipH="1" flipV="1">
                  <a:off x="1258789" y="695954"/>
                  <a:ext cx="0" cy="149124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grpSp>
          <p:sp>
            <p:nvSpPr>
              <p:cNvPr id="98" name="TextBox 448"/>
              <p:cNvSpPr txBox="1"/>
              <p:nvPr/>
            </p:nvSpPr>
            <p:spPr>
              <a:xfrm>
                <a:off x="1687022" y="2951834"/>
                <a:ext cx="396616" cy="189425"/>
              </a:xfrm>
              <a:prstGeom prst="rect">
                <a:avLst/>
              </a:prstGeom>
              <a:no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800" dirty="0">
                    <a:latin typeface="宋体" panose="02010600030101010101" pitchFamily="2" charset="-122"/>
                    <a:ea typeface="宋体" panose="02010600030101010101" pitchFamily="2" charset="-122"/>
                  </a:rPr>
                  <a:t>50cm</a:t>
                </a:r>
                <a:endParaRPr lang="zh-CN" altLang="en-US" sz="800" dirty="0">
                  <a:latin typeface="宋体" panose="02010600030101010101" pitchFamily="2" charset="-122"/>
                  <a:ea typeface="宋体" panose="02010600030101010101" pitchFamily="2" charset="-122"/>
                </a:endParaRPr>
              </a:p>
            </p:txBody>
          </p:sp>
          <p:cxnSp>
            <p:nvCxnSpPr>
              <p:cNvPr id="99" name="直接连接符 98"/>
              <p:cNvCxnSpPr/>
              <p:nvPr/>
            </p:nvCxnSpPr>
            <p:spPr>
              <a:xfrm flipV="1">
                <a:off x="1876897" y="2883308"/>
                <a:ext cx="242009" cy="3071"/>
              </a:xfrm>
              <a:prstGeom prst="line">
                <a:avLst/>
              </a:prstGeom>
              <a:ln w="15875">
                <a:prstDash val="solid"/>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flipH="1">
                <a:off x="2255769" y="2563473"/>
                <a:ext cx="487" cy="238565"/>
              </a:xfrm>
              <a:prstGeom prst="line">
                <a:avLst/>
              </a:prstGeom>
              <a:ln w="15875">
                <a:prstDash val="solid"/>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1" name="TextBox 448"/>
              <p:cNvSpPr txBox="1"/>
              <p:nvPr/>
            </p:nvSpPr>
            <p:spPr>
              <a:xfrm>
                <a:off x="2122464" y="2290514"/>
                <a:ext cx="397096" cy="189424"/>
              </a:xfrm>
              <a:prstGeom prst="rect">
                <a:avLst/>
              </a:prstGeom>
              <a:no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800" dirty="0">
                    <a:latin typeface="宋体" panose="02010600030101010101" pitchFamily="2" charset="-122"/>
                    <a:ea typeface="宋体" panose="02010600030101010101" pitchFamily="2" charset="-122"/>
                  </a:rPr>
                  <a:t>50cm</a:t>
                </a:r>
                <a:endParaRPr lang="zh-CN" altLang="en-US" sz="800" dirty="0">
                  <a:latin typeface="宋体" panose="02010600030101010101" pitchFamily="2" charset="-122"/>
                  <a:ea typeface="宋体" panose="02010600030101010101" pitchFamily="2" charset="-122"/>
                </a:endParaRPr>
              </a:p>
            </p:txBody>
          </p:sp>
          <p:sp>
            <p:nvSpPr>
              <p:cNvPr id="102" name="TextBox 448"/>
              <p:cNvSpPr txBox="1"/>
              <p:nvPr/>
            </p:nvSpPr>
            <p:spPr>
              <a:xfrm>
                <a:off x="1946507" y="4266176"/>
                <a:ext cx="799912" cy="375897"/>
              </a:xfrm>
              <a:prstGeom prst="rect">
                <a:avLst/>
              </a:prstGeom>
              <a:no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zh-CN" altLang="en-US" sz="800" dirty="0">
                    <a:latin typeface="宋体" panose="02010600030101010101" pitchFamily="2" charset="-122"/>
                    <a:ea typeface="宋体" panose="02010600030101010101" pitchFamily="2" charset="-122"/>
                  </a:rPr>
                  <a:t>终点位置侵占的检测区域</a:t>
                </a:r>
              </a:p>
            </p:txBody>
          </p:sp>
          <p:cxnSp>
            <p:nvCxnSpPr>
              <p:cNvPr id="103" name="直接连接符 102"/>
              <p:cNvCxnSpPr/>
              <p:nvPr/>
            </p:nvCxnSpPr>
            <p:spPr>
              <a:xfrm>
                <a:off x="2237804" y="3911790"/>
                <a:ext cx="10832" cy="263307"/>
              </a:xfrm>
              <a:prstGeom prst="line">
                <a:avLst/>
              </a:prstGeom>
              <a:ln w="15875">
                <a:prstDash val="solid"/>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flipV="1">
                <a:off x="2531595" y="3167812"/>
                <a:ext cx="280509" cy="5898"/>
              </a:xfrm>
              <a:prstGeom prst="line">
                <a:avLst/>
              </a:prstGeom>
              <a:ln w="15875">
                <a:prstDash val="solid"/>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5" name="TextBox 448"/>
              <p:cNvSpPr txBox="1"/>
              <p:nvPr/>
            </p:nvSpPr>
            <p:spPr>
              <a:xfrm>
                <a:off x="2544823" y="3217199"/>
                <a:ext cx="418366" cy="189425"/>
              </a:xfrm>
              <a:prstGeom prst="rect">
                <a:avLst/>
              </a:prstGeom>
              <a:no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800">
                    <a:latin typeface="宋体" panose="02010600030101010101" pitchFamily="2" charset="-122"/>
                    <a:ea typeface="宋体" panose="02010600030101010101" pitchFamily="2" charset="-122"/>
                  </a:rPr>
                  <a:t>50cm</a:t>
                </a:r>
                <a:endParaRPr lang="zh-CN" altLang="en-US" sz="800">
                  <a:latin typeface="宋体" panose="02010600030101010101" pitchFamily="2" charset="-122"/>
                  <a:ea typeface="宋体" panose="02010600030101010101" pitchFamily="2" charset="-122"/>
                </a:endParaRPr>
              </a:p>
            </p:txBody>
          </p:sp>
          <p:sp>
            <p:nvSpPr>
              <p:cNvPr id="106" name="TextBox 448"/>
              <p:cNvSpPr txBox="1"/>
              <p:nvPr/>
            </p:nvSpPr>
            <p:spPr>
              <a:xfrm>
                <a:off x="2269316" y="3938686"/>
                <a:ext cx="386839" cy="189425"/>
              </a:xfrm>
              <a:prstGeom prst="rect">
                <a:avLst/>
              </a:prstGeom>
              <a:no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800" dirty="0">
                    <a:latin typeface="宋体" panose="02010600030101010101" pitchFamily="2" charset="-122"/>
                    <a:ea typeface="宋体" panose="02010600030101010101" pitchFamily="2" charset="-122"/>
                  </a:rPr>
                  <a:t>50cm</a:t>
                </a:r>
                <a:endParaRPr lang="zh-CN" altLang="en-US" sz="800" dirty="0">
                  <a:latin typeface="宋体" panose="02010600030101010101" pitchFamily="2" charset="-122"/>
                  <a:ea typeface="宋体" panose="02010600030101010101" pitchFamily="2" charset="-122"/>
                </a:endParaRPr>
              </a:p>
            </p:txBody>
          </p:sp>
        </p:grpSp>
        <p:cxnSp>
          <p:nvCxnSpPr>
            <p:cNvPr id="122" name="直接连接符 121"/>
            <p:cNvCxnSpPr/>
            <p:nvPr/>
          </p:nvCxnSpPr>
          <p:spPr>
            <a:xfrm>
              <a:off x="3399307" y="2736023"/>
              <a:ext cx="0" cy="1121200"/>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a:off x="3407095" y="4688590"/>
              <a:ext cx="1930" cy="381032"/>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flipH="1">
              <a:off x="3403202" y="3853411"/>
              <a:ext cx="1144791" cy="0"/>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flipH="1">
              <a:off x="3407096" y="4680963"/>
              <a:ext cx="1144791" cy="0"/>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a:off x="4551886" y="3864851"/>
              <a:ext cx="0" cy="823739"/>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a:off x="1417236" y="3094734"/>
              <a:ext cx="1983331" cy="15364"/>
            </a:xfrm>
            <a:prstGeom prst="line">
              <a:avLst/>
            </a:prstGeom>
            <a:ln w="15875">
              <a:solidFill>
                <a:srgbClr val="FF0000"/>
              </a:solidFill>
              <a:prstDash val="sysDash"/>
              <a:headEnd type="stealth" w="med" len="med"/>
              <a:tailEnd type="stealth" w="med" len="med"/>
            </a:ln>
          </p:spPr>
          <p:style>
            <a:lnRef idx="1">
              <a:schemeClr val="accent1"/>
            </a:lnRef>
            <a:fillRef idx="0">
              <a:schemeClr val="accent1"/>
            </a:fillRef>
            <a:effectRef idx="0">
              <a:schemeClr val="accent1"/>
            </a:effectRef>
            <a:fontRef idx="minor">
              <a:schemeClr val="tx1"/>
            </a:fontRef>
          </p:style>
        </p:cxnSp>
        <p:sp>
          <p:nvSpPr>
            <p:cNvPr id="118" name="TextBox 209"/>
            <p:cNvSpPr txBox="1"/>
            <p:nvPr/>
          </p:nvSpPr>
          <p:spPr>
            <a:xfrm>
              <a:off x="279365" y="2997913"/>
              <a:ext cx="1123432" cy="344586"/>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zh-CN" altLang="en-US" sz="800" dirty="0" smtClean="0"/>
                <a:t>通道居中条件：</a:t>
              </a:r>
              <a:endParaRPr lang="en-US" altLang="zh-CN" sz="800" dirty="0" smtClean="0"/>
            </a:p>
            <a:p>
              <a:r>
                <a:rPr lang="zh-CN" altLang="en-US" sz="800" dirty="0" smtClean="0"/>
                <a:t>通道宽度</a:t>
              </a:r>
              <a:r>
                <a:rPr lang="en-US" altLang="zh-CN" sz="800" dirty="0" smtClean="0"/>
                <a:t>&gt;</a:t>
              </a:r>
              <a:r>
                <a:rPr lang="zh-CN" altLang="en-US" sz="800" dirty="0" smtClean="0"/>
                <a:t>车宽</a:t>
              </a:r>
              <a:r>
                <a:rPr lang="en-US" altLang="zh-CN" sz="800" dirty="0" smtClean="0"/>
                <a:t>+2.3m</a:t>
              </a:r>
              <a:endParaRPr lang="zh-CN" altLang="en-US" sz="800" dirty="0"/>
            </a:p>
          </p:txBody>
        </p:sp>
        <p:cxnSp>
          <p:nvCxnSpPr>
            <p:cNvPr id="120" name="直接连接符 119"/>
            <p:cNvCxnSpPr/>
            <p:nvPr/>
          </p:nvCxnSpPr>
          <p:spPr>
            <a:xfrm>
              <a:off x="3609832" y="2841776"/>
              <a:ext cx="0" cy="2074907"/>
            </a:xfrm>
            <a:prstGeom prst="line">
              <a:avLst/>
            </a:prstGeom>
            <a:ln w="15875">
              <a:solidFill>
                <a:srgbClr val="FF0000"/>
              </a:solidFill>
              <a:prstDash val="sysDash"/>
              <a:headEnd type="stealth" w="med" len="med"/>
              <a:tailEnd type="stealth" w="med" len="med"/>
            </a:ln>
          </p:spPr>
          <p:style>
            <a:lnRef idx="1">
              <a:schemeClr val="accent1"/>
            </a:lnRef>
            <a:fillRef idx="0">
              <a:schemeClr val="accent1"/>
            </a:fillRef>
            <a:effectRef idx="0">
              <a:schemeClr val="accent1"/>
            </a:effectRef>
            <a:fontRef idx="minor">
              <a:schemeClr val="tx1"/>
            </a:fontRef>
          </p:style>
        </p:cxnSp>
        <p:sp>
          <p:nvSpPr>
            <p:cNvPr id="121" name="TextBox 209"/>
            <p:cNvSpPr txBox="1"/>
            <p:nvPr/>
          </p:nvSpPr>
          <p:spPr>
            <a:xfrm>
              <a:off x="3689630" y="3371845"/>
              <a:ext cx="981258" cy="384767"/>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zh-CN" altLang="en-US" sz="800" dirty="0" smtClean="0"/>
                <a:t>居中检测区域为终点位置前后</a:t>
              </a:r>
              <a:r>
                <a:rPr lang="en-US" altLang="zh-CN" sz="800" dirty="0" smtClean="0"/>
                <a:t>+1m</a:t>
              </a:r>
            </a:p>
          </p:txBody>
        </p:sp>
        <p:cxnSp>
          <p:nvCxnSpPr>
            <p:cNvPr id="132" name="直接连接符 131"/>
            <p:cNvCxnSpPr/>
            <p:nvPr/>
          </p:nvCxnSpPr>
          <p:spPr>
            <a:xfrm flipH="1">
              <a:off x="1402797" y="2741874"/>
              <a:ext cx="14439" cy="2327748"/>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a:off x="790604" y="2841776"/>
              <a:ext cx="3259598" cy="0"/>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a:off x="797654" y="4916216"/>
              <a:ext cx="3259598" cy="0"/>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38744409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79202" y="233084"/>
            <a:ext cx="677732" cy="4034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1323" tIns="35662" rIns="71323" bIns="35662" rtlCol="0" anchor="ctr"/>
          <a:lstStyle/>
          <a:p>
            <a:pPr algn="ctr"/>
            <a:r>
              <a:rPr lang="en-US" altLang="zh-CN" sz="2200" b="1" dirty="0" smtClean="0">
                <a:solidFill>
                  <a:schemeClr val="tx1"/>
                </a:solidFill>
                <a:latin typeface="微软雅黑" panose="020B0503020204020204" pitchFamily="34" charset="-122"/>
                <a:ea typeface="微软雅黑" panose="020B0503020204020204" pitchFamily="34" charset="-122"/>
              </a:rPr>
              <a:t>03</a:t>
            </a:r>
            <a:endParaRPr lang="zh-CN" altLang="en-US" sz="2200" b="1" dirty="0">
              <a:solidFill>
                <a:schemeClr val="tx1"/>
              </a:solidFill>
              <a:latin typeface="微软雅黑" panose="020B0503020204020204" pitchFamily="34" charset="-122"/>
              <a:ea typeface="微软雅黑" panose="020B0503020204020204" pitchFamily="34" charset="-122"/>
            </a:endParaRPr>
          </a:p>
        </p:txBody>
      </p:sp>
      <p:sp>
        <p:nvSpPr>
          <p:cNvPr id="31" name="标题 1"/>
          <p:cNvSpPr txBox="1"/>
          <p:nvPr/>
        </p:nvSpPr>
        <p:spPr bwMode="auto">
          <a:xfrm>
            <a:off x="1056937" y="210144"/>
            <a:ext cx="3416007" cy="476250"/>
          </a:xfrm>
          <a:prstGeom prst="rect">
            <a:avLst/>
          </a:prstGeom>
          <a:noFill/>
          <a:ln w="9525">
            <a:noFill/>
            <a:miter lim="800000"/>
          </a:ln>
        </p:spPr>
        <p:txBody>
          <a:bodyPr lIns="91429" tIns="45714" rIns="91429" bIns="45714" anchor="ctr"/>
          <a:lstStyle/>
          <a:p>
            <a:r>
              <a:rPr lang="zh-CN" altLang="en-US" sz="2400" b="1" dirty="0" smtClean="0">
                <a:solidFill>
                  <a:srgbClr val="7F7F7F"/>
                </a:solidFill>
                <a:latin typeface="+mn-ea"/>
                <a:ea typeface="+mn-ea"/>
                <a:cs typeface="Arial Unicode MS" panose="020B0604020202020204" pitchFamily="34" charset="-122"/>
              </a:rPr>
              <a:t>地图边界构建原理介绍</a:t>
            </a:r>
            <a:endParaRPr lang="zh-CN" altLang="en-US" sz="2400" b="1" dirty="0">
              <a:solidFill>
                <a:srgbClr val="7F7F7F"/>
              </a:solidFill>
              <a:latin typeface="+mn-ea"/>
              <a:ea typeface="+mn-ea"/>
              <a:cs typeface="Arial Unicode MS" panose="020B0604020202020204" pitchFamily="34" charset="-122"/>
            </a:endParaRPr>
          </a:p>
        </p:txBody>
      </p:sp>
      <p:sp>
        <p:nvSpPr>
          <p:cNvPr id="13" name="TextBox 12"/>
          <p:cNvSpPr txBox="1"/>
          <p:nvPr/>
        </p:nvSpPr>
        <p:spPr>
          <a:xfrm>
            <a:off x="8618220" y="5345966"/>
            <a:ext cx="454732" cy="338554"/>
          </a:xfrm>
          <a:prstGeom prst="rect">
            <a:avLst/>
          </a:prstGeom>
          <a:solidFill>
            <a:schemeClr val="bg1"/>
          </a:solidFill>
          <a:ln>
            <a:solidFill>
              <a:schemeClr val="bg1"/>
            </a:solidFill>
          </a:ln>
        </p:spPr>
        <p:txBody>
          <a:bodyPr wrap="square" rtlCol="0">
            <a:spAutoFit/>
          </a:bodyPr>
          <a:lstStyle/>
          <a:p>
            <a:r>
              <a:rPr lang="en-US" altLang="zh-CN" sz="1600" dirty="0" smtClean="0">
                <a:latin typeface="+mn-ea"/>
                <a:ea typeface="+mn-ea"/>
              </a:rPr>
              <a:t>  </a:t>
            </a:r>
            <a:endParaRPr lang="zh-CN" altLang="en-US" sz="1600" dirty="0">
              <a:latin typeface="+mn-ea"/>
              <a:ea typeface="+mn-ea"/>
            </a:endParaRPr>
          </a:p>
        </p:txBody>
      </p:sp>
      <p:sp>
        <p:nvSpPr>
          <p:cNvPr id="5"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TextBox 20"/>
          <p:cNvSpPr txBox="1"/>
          <p:nvPr/>
        </p:nvSpPr>
        <p:spPr>
          <a:xfrm>
            <a:off x="0" y="815513"/>
            <a:ext cx="8393635" cy="461665"/>
          </a:xfrm>
          <a:prstGeom prst="rect">
            <a:avLst/>
          </a:prstGeom>
          <a:noFill/>
        </p:spPr>
        <p:txBody>
          <a:bodyPr wrap="square" rtlCol="0">
            <a:spAutoFit/>
          </a:bodyPr>
          <a:lstStyle/>
          <a:p>
            <a:pPr marL="742950" lvl="2" indent="-285750">
              <a:lnSpc>
                <a:spcPct val="150000"/>
              </a:lnSpc>
              <a:buFont typeface="Wingdings" panose="05000000000000000000" pitchFamily="2" charset="2"/>
              <a:buChar char="p"/>
            </a:pPr>
            <a:r>
              <a:rPr lang="zh-CN" altLang="en-US" sz="1600" dirty="0" smtClean="0">
                <a:latin typeface="+mn-ea"/>
              </a:rPr>
              <a:t>终点位置更新详细设计</a:t>
            </a:r>
            <a:endParaRPr lang="en-US" altLang="zh-CN" sz="1600" dirty="0" smtClean="0">
              <a:latin typeface="+mn-ea"/>
            </a:endParaRPr>
          </a:p>
        </p:txBody>
      </p:sp>
      <p:sp>
        <p:nvSpPr>
          <p:cNvPr id="131" name="文本框 13"/>
          <p:cNvSpPr txBox="1"/>
          <p:nvPr/>
        </p:nvSpPr>
        <p:spPr>
          <a:xfrm>
            <a:off x="-2" y="1298223"/>
            <a:ext cx="8939816" cy="1615827"/>
          </a:xfrm>
          <a:prstGeom prst="rect">
            <a:avLst/>
          </a:prstGeom>
          <a:noFill/>
        </p:spPr>
        <p:txBody>
          <a:bodyPr wrap="square" rtlCol="0">
            <a:spAutoFit/>
          </a:bodyPr>
          <a:lstStyle>
            <a:defPPr>
              <a:defRPr lang="zh-TW"/>
            </a:defPPr>
            <a:lvl3pPr marL="457200" lvl="2" indent="0">
              <a:lnSpc>
                <a:spcPct val="150000"/>
              </a:lnSpc>
              <a:defRPr sz="1800">
                <a:latin typeface="+mn-ea"/>
              </a:defRPr>
            </a:lvl3pPr>
          </a:lstStyle>
          <a:p>
            <a:pPr marL="742950" lvl="2" indent="-285750">
              <a:buFont typeface="Wingdings" panose="05000000000000000000" pitchFamily="2" charset="2"/>
              <a:buChar char="Ø"/>
            </a:pPr>
            <a:r>
              <a:rPr lang="zh-CN" altLang="en-US" sz="1100" dirty="0" smtClean="0">
                <a:latin typeface="+mn-lt"/>
              </a:rPr>
              <a:t>小栅格化搜索策略：</a:t>
            </a:r>
            <a:endParaRPr lang="en-US" altLang="zh-CN" sz="1100" dirty="0">
              <a:latin typeface="+mn-lt"/>
            </a:endParaRPr>
          </a:p>
          <a:p>
            <a:pPr marL="685800" lvl="2" indent="-228600">
              <a:buFont typeface="+mj-ea"/>
              <a:buAutoNum type="circleNumDbPlain"/>
            </a:pPr>
            <a:r>
              <a:rPr lang="zh-CN" altLang="en-US" sz="1100" dirty="0" smtClean="0">
                <a:latin typeface="+mn-lt"/>
              </a:rPr>
              <a:t>先判断入侵的边界来自主边界还是来自子边界，或者来自双边界。来自单边界则往反方向移动；来自双边界则往通道下方移动。</a:t>
            </a:r>
            <a:endParaRPr lang="en-US" altLang="zh-CN" sz="1100" dirty="0" smtClean="0">
              <a:latin typeface="+mn-lt"/>
            </a:endParaRPr>
          </a:p>
          <a:p>
            <a:pPr marL="685800" lvl="2" indent="-228600">
              <a:buFont typeface="+mj-ea"/>
              <a:buAutoNum type="circleNumDbPlain"/>
            </a:pPr>
            <a:r>
              <a:rPr lang="zh-CN" altLang="en-US" sz="1100" dirty="0" smtClean="0">
                <a:latin typeface="+mn-lt"/>
              </a:rPr>
              <a:t>单边界入侵每次移动的步子大小设置为：</a:t>
            </a:r>
            <a:r>
              <a:rPr lang="en-US" altLang="zh-CN" sz="1100" dirty="0" smtClean="0">
                <a:latin typeface="+mn-lt"/>
              </a:rPr>
              <a:t>x</a:t>
            </a:r>
            <a:r>
              <a:rPr lang="zh-CN" altLang="en-US" sz="1100" dirty="0" smtClean="0">
                <a:latin typeface="+mn-lt"/>
              </a:rPr>
              <a:t>：</a:t>
            </a:r>
            <a:r>
              <a:rPr lang="en-US" altLang="zh-CN" sz="1100" dirty="0" smtClean="0">
                <a:latin typeface="+mn-lt"/>
              </a:rPr>
              <a:t>15cm</a:t>
            </a:r>
            <a:r>
              <a:rPr lang="zh-CN" altLang="en-US" sz="1100" dirty="0" smtClean="0">
                <a:latin typeface="+mn-lt"/>
              </a:rPr>
              <a:t>，</a:t>
            </a:r>
            <a:r>
              <a:rPr lang="en-US" altLang="zh-CN" sz="1100" dirty="0" smtClean="0">
                <a:latin typeface="+mn-lt"/>
              </a:rPr>
              <a:t>y</a:t>
            </a:r>
            <a:r>
              <a:rPr lang="zh-CN" altLang="en-US" sz="1100" dirty="0" smtClean="0">
                <a:latin typeface="+mn-lt"/>
              </a:rPr>
              <a:t>：</a:t>
            </a:r>
            <a:r>
              <a:rPr lang="en-US" altLang="zh-CN" sz="1100" dirty="0" smtClean="0">
                <a:latin typeface="+mn-lt"/>
              </a:rPr>
              <a:t>10cm</a:t>
            </a:r>
            <a:r>
              <a:rPr lang="zh-CN" altLang="en-US" sz="1100" dirty="0" smtClean="0">
                <a:latin typeface="+mn-lt"/>
              </a:rPr>
              <a:t>；遇到特殊情况</a:t>
            </a:r>
            <a:r>
              <a:rPr lang="en-US" altLang="zh-CN" sz="1100" dirty="0" smtClean="0">
                <a:latin typeface="+mn-lt"/>
              </a:rPr>
              <a:t>x</a:t>
            </a:r>
            <a:r>
              <a:rPr lang="zh-CN" altLang="en-US" sz="1100" dirty="0" smtClean="0">
                <a:latin typeface="+mn-lt"/>
              </a:rPr>
              <a:t>值修改为半车宽大小。</a:t>
            </a:r>
            <a:endParaRPr lang="en-US" altLang="zh-CN" sz="1100" dirty="0" smtClean="0">
              <a:latin typeface="+mn-lt"/>
            </a:endParaRPr>
          </a:p>
          <a:p>
            <a:pPr marL="685800" lvl="2" indent="-228600">
              <a:buFont typeface="+mj-ea"/>
              <a:buAutoNum type="circleNumDbPlain"/>
            </a:pPr>
            <a:r>
              <a:rPr lang="zh-CN" altLang="en-US" sz="1100" dirty="0" smtClean="0">
                <a:latin typeface="+mn-lt"/>
              </a:rPr>
              <a:t>双边界入侵每次移动的步子大小设置为：</a:t>
            </a:r>
            <a:r>
              <a:rPr lang="en-US" altLang="zh-CN" sz="1100" dirty="0">
                <a:latin typeface="+mn-lt"/>
              </a:rPr>
              <a:t>x</a:t>
            </a:r>
            <a:r>
              <a:rPr lang="zh-CN" altLang="en-US" sz="1100" dirty="0">
                <a:latin typeface="+mn-lt"/>
              </a:rPr>
              <a:t>：</a:t>
            </a:r>
            <a:r>
              <a:rPr lang="en-US" altLang="zh-CN" sz="1100" dirty="0">
                <a:latin typeface="+mn-lt"/>
              </a:rPr>
              <a:t>15cm</a:t>
            </a:r>
            <a:r>
              <a:rPr lang="zh-CN" altLang="en-US" sz="1100" dirty="0">
                <a:latin typeface="+mn-lt"/>
              </a:rPr>
              <a:t>，</a:t>
            </a:r>
            <a:r>
              <a:rPr lang="en-US" altLang="zh-CN" sz="1100" dirty="0">
                <a:latin typeface="+mn-lt"/>
              </a:rPr>
              <a:t>y</a:t>
            </a:r>
            <a:r>
              <a:rPr lang="zh-CN" altLang="en-US" sz="1100" dirty="0" smtClean="0">
                <a:latin typeface="+mn-lt"/>
              </a:rPr>
              <a:t>：</a:t>
            </a:r>
            <a:r>
              <a:rPr lang="en-US" altLang="zh-CN" sz="1100" dirty="0" smtClean="0">
                <a:latin typeface="+mn-lt"/>
              </a:rPr>
              <a:t>50cm</a:t>
            </a:r>
            <a:r>
              <a:rPr lang="zh-CN" altLang="en-US" sz="1100" dirty="0" smtClean="0">
                <a:latin typeface="+mn-lt"/>
              </a:rPr>
              <a:t>；</a:t>
            </a:r>
            <a:r>
              <a:rPr lang="zh-CN" altLang="en-US" sz="1100" dirty="0">
                <a:latin typeface="+mn-lt"/>
              </a:rPr>
              <a:t>遇到特殊情况</a:t>
            </a:r>
            <a:r>
              <a:rPr lang="en-US" altLang="zh-CN" sz="1100" dirty="0">
                <a:latin typeface="+mn-lt"/>
              </a:rPr>
              <a:t>x</a:t>
            </a:r>
            <a:r>
              <a:rPr lang="zh-CN" altLang="en-US" sz="1100" dirty="0">
                <a:latin typeface="+mn-lt"/>
              </a:rPr>
              <a:t>值修改为半车宽大小</a:t>
            </a:r>
            <a:r>
              <a:rPr lang="zh-CN" altLang="en-US" sz="1100" dirty="0" smtClean="0">
                <a:latin typeface="+mn-lt"/>
              </a:rPr>
              <a:t>。</a:t>
            </a:r>
            <a:endParaRPr lang="en-US" altLang="zh-CN" sz="1100" dirty="0" smtClean="0">
              <a:latin typeface="+mn-lt"/>
            </a:endParaRPr>
          </a:p>
          <a:p>
            <a:pPr marL="685800" lvl="2" indent="-228600">
              <a:buFont typeface="+mj-ea"/>
              <a:buAutoNum type="circleNumDbPlain"/>
            </a:pPr>
            <a:r>
              <a:rPr lang="zh-CN" altLang="en-US" sz="1100" dirty="0" smtClean="0">
                <a:latin typeface="+mn-lt"/>
              </a:rPr>
              <a:t>特殊情况指主边界的边界线入侵到终点位置靠近子边界的一侧等类似情况，需要扩大栅格搜索步子大小。</a:t>
            </a:r>
            <a:endParaRPr lang="en-US" altLang="zh-CN" sz="1100" dirty="0" smtClean="0">
              <a:latin typeface="+mn-lt"/>
            </a:endParaRPr>
          </a:p>
          <a:p>
            <a:pPr marL="685800" lvl="2" indent="-228600">
              <a:buFont typeface="+mj-ea"/>
              <a:buAutoNum type="circleNumDbPlain"/>
            </a:pPr>
            <a:endParaRPr lang="en-US" altLang="zh-CN" sz="1100" dirty="0">
              <a:latin typeface="+mn-lt"/>
            </a:endParaRPr>
          </a:p>
        </p:txBody>
      </p:sp>
      <p:sp>
        <p:nvSpPr>
          <p:cNvPr id="77" name="矩形 76"/>
          <p:cNvSpPr/>
          <p:nvPr/>
        </p:nvSpPr>
        <p:spPr>
          <a:xfrm>
            <a:off x="4163166" y="3576926"/>
            <a:ext cx="431528" cy="369332"/>
          </a:xfrm>
          <a:prstGeom prst="rect">
            <a:avLst/>
          </a:prstGeom>
        </p:spPr>
        <p:txBody>
          <a:bodyPr wrap="square">
            <a:spAutoFit/>
          </a:bodyPr>
          <a:lstStyle/>
          <a:p>
            <a:r>
              <a:rPr lang="en-US" altLang="zh-CN" dirty="0">
                <a:latin typeface="宋体" panose="02010600030101010101" pitchFamily="2" charset="-122"/>
                <a:sym typeface="Wingdings" panose="05000000000000000000" pitchFamily="2" charset="2"/>
              </a:rPr>
              <a:t></a:t>
            </a:r>
            <a:endParaRPr lang="zh-CN" altLang="en-US" dirty="0"/>
          </a:p>
        </p:txBody>
      </p:sp>
      <p:grpSp>
        <p:nvGrpSpPr>
          <p:cNvPr id="6" name="组合 5"/>
          <p:cNvGrpSpPr/>
          <p:nvPr/>
        </p:nvGrpSpPr>
        <p:grpSpPr>
          <a:xfrm>
            <a:off x="4806623" y="2699338"/>
            <a:ext cx="1891221" cy="2414729"/>
            <a:chOff x="3116717" y="2622184"/>
            <a:chExt cx="1886884" cy="2491887"/>
          </a:xfrm>
        </p:grpSpPr>
        <p:pic>
          <p:nvPicPr>
            <p:cNvPr id="3" name="图片 2"/>
            <p:cNvPicPr>
              <a:picLocks noChangeAspect="1"/>
            </p:cNvPicPr>
            <p:nvPr/>
          </p:nvPicPr>
          <p:blipFill>
            <a:blip r:embed="rId4"/>
            <a:stretch>
              <a:fillRect/>
            </a:stretch>
          </p:blipFill>
          <p:spPr>
            <a:xfrm>
              <a:off x="3116717" y="2622184"/>
              <a:ext cx="1886884" cy="2491887"/>
            </a:xfrm>
            <a:prstGeom prst="rect">
              <a:avLst/>
            </a:prstGeom>
          </p:spPr>
        </p:pic>
        <p:grpSp>
          <p:nvGrpSpPr>
            <p:cNvPr id="83" name="组合 82"/>
            <p:cNvGrpSpPr/>
            <p:nvPr/>
          </p:nvGrpSpPr>
          <p:grpSpPr>
            <a:xfrm rot="16200000">
              <a:off x="3585548" y="3010855"/>
              <a:ext cx="609490" cy="269296"/>
              <a:chOff x="2888780" y="1949025"/>
              <a:chExt cx="1320528" cy="562133"/>
            </a:xfrm>
          </p:grpSpPr>
          <p:sp>
            <p:nvSpPr>
              <p:cNvPr id="87" name="Freeform 5"/>
              <p:cNvSpPr>
                <a:spLocks/>
              </p:cNvSpPr>
              <p:nvPr/>
            </p:nvSpPr>
            <p:spPr bwMode="auto">
              <a:xfrm rot="10800000">
                <a:off x="4043320" y="1998027"/>
                <a:ext cx="165988" cy="464129"/>
              </a:xfrm>
              <a:custGeom>
                <a:avLst/>
                <a:gdLst>
                  <a:gd name="T0" fmla="*/ 180 w 180"/>
                  <a:gd name="T1" fmla="*/ 502 h 502"/>
                  <a:gd name="T2" fmla="*/ 180 w 180"/>
                  <a:gd name="T3" fmla="*/ 0 h 502"/>
                </a:gdLst>
                <a:ahLst/>
                <a:cxnLst>
                  <a:cxn ang="0">
                    <a:pos x="T0" y="T1"/>
                  </a:cxn>
                  <a:cxn ang="0">
                    <a:pos x="T2" y="T3"/>
                  </a:cxn>
                </a:cxnLst>
                <a:rect l="0" t="0" r="r" b="b"/>
                <a:pathLst>
                  <a:path w="180" h="502">
                    <a:moveTo>
                      <a:pt x="180" y="502"/>
                    </a:moveTo>
                    <a:cubicBezTo>
                      <a:pt x="15" y="396"/>
                      <a:pt x="0" y="132"/>
                      <a:pt x="18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89" name="Freeform 6"/>
              <p:cNvSpPr>
                <a:spLocks/>
              </p:cNvSpPr>
              <p:nvPr/>
            </p:nvSpPr>
            <p:spPr bwMode="auto">
              <a:xfrm rot="10800000">
                <a:off x="3849667" y="1973988"/>
                <a:ext cx="193653" cy="24039"/>
              </a:xfrm>
              <a:custGeom>
                <a:avLst/>
                <a:gdLst>
                  <a:gd name="T0" fmla="*/ 0 w 210"/>
                  <a:gd name="T1" fmla="*/ 0 h 26"/>
                  <a:gd name="T2" fmla="*/ 210 w 210"/>
                  <a:gd name="T3" fmla="*/ 13 h 26"/>
                </a:gdLst>
                <a:ahLst/>
                <a:cxnLst>
                  <a:cxn ang="0">
                    <a:pos x="T0" y="T1"/>
                  </a:cxn>
                  <a:cxn ang="0">
                    <a:pos x="T2" y="T3"/>
                  </a:cxn>
                </a:cxnLst>
                <a:rect l="0" t="0" r="r" b="b"/>
                <a:pathLst>
                  <a:path w="210" h="26">
                    <a:moveTo>
                      <a:pt x="0" y="0"/>
                    </a:moveTo>
                    <a:cubicBezTo>
                      <a:pt x="105" y="26"/>
                      <a:pt x="165" y="13"/>
                      <a:pt x="210" y="1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95" name="Freeform 7"/>
              <p:cNvSpPr>
                <a:spLocks/>
              </p:cNvSpPr>
              <p:nvPr/>
            </p:nvSpPr>
            <p:spPr bwMode="auto">
              <a:xfrm rot="10800000">
                <a:off x="4118936" y="2120069"/>
                <a:ext cx="48874" cy="220045"/>
              </a:xfrm>
              <a:custGeom>
                <a:avLst/>
                <a:gdLst>
                  <a:gd name="T0" fmla="*/ 53 w 53"/>
                  <a:gd name="T1" fmla="*/ 238 h 238"/>
                  <a:gd name="T2" fmla="*/ 53 w 53"/>
                  <a:gd name="T3" fmla="*/ 0 h 238"/>
                </a:gdLst>
                <a:ahLst/>
                <a:cxnLst>
                  <a:cxn ang="0">
                    <a:pos x="T0" y="T1"/>
                  </a:cxn>
                  <a:cxn ang="0">
                    <a:pos x="T2" y="T3"/>
                  </a:cxn>
                </a:cxnLst>
                <a:rect l="0" t="0" r="r" b="b"/>
                <a:pathLst>
                  <a:path w="53" h="238">
                    <a:moveTo>
                      <a:pt x="53" y="238"/>
                    </a:moveTo>
                    <a:cubicBezTo>
                      <a:pt x="0" y="185"/>
                      <a:pt x="0" y="79"/>
                      <a:pt x="53"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14" name="Freeform 8"/>
              <p:cNvSpPr>
                <a:spLocks/>
              </p:cNvSpPr>
              <p:nvPr/>
            </p:nvSpPr>
            <p:spPr bwMode="auto">
              <a:xfrm rot="10800000">
                <a:off x="4029487" y="2010046"/>
                <a:ext cx="110659" cy="122042"/>
              </a:xfrm>
              <a:custGeom>
                <a:avLst/>
                <a:gdLst>
                  <a:gd name="T0" fmla="*/ 48 w 256"/>
                  <a:gd name="T1" fmla="*/ 32 h 320"/>
                  <a:gd name="T2" fmla="*/ 96 w 256"/>
                  <a:gd name="T3" fmla="*/ 160 h 320"/>
                  <a:gd name="T4" fmla="*/ 176 w 256"/>
                  <a:gd name="T5" fmla="*/ 272 h 320"/>
                  <a:gd name="T6" fmla="*/ 192 w 256"/>
                  <a:gd name="T7" fmla="*/ 208 h 320"/>
                  <a:gd name="T8" fmla="*/ 96 w 256"/>
                  <a:gd name="T9" fmla="*/ 64 h 320"/>
                  <a:gd name="T10" fmla="*/ 48 w 256"/>
                  <a:gd name="T11" fmla="*/ 32 h 320"/>
                </a:gdLst>
                <a:ahLst/>
                <a:cxnLst>
                  <a:cxn ang="0">
                    <a:pos x="T0" y="T1"/>
                  </a:cxn>
                  <a:cxn ang="0">
                    <a:pos x="T2" y="T3"/>
                  </a:cxn>
                  <a:cxn ang="0">
                    <a:pos x="T4" y="T5"/>
                  </a:cxn>
                  <a:cxn ang="0">
                    <a:pos x="T6" y="T7"/>
                  </a:cxn>
                  <a:cxn ang="0">
                    <a:pos x="T8" y="T9"/>
                  </a:cxn>
                  <a:cxn ang="0">
                    <a:pos x="T10" y="T11"/>
                  </a:cxn>
                </a:cxnLst>
                <a:rect l="0" t="0" r="r" b="b"/>
                <a:pathLst>
                  <a:path w="256" h="320">
                    <a:moveTo>
                      <a:pt x="48" y="32"/>
                    </a:moveTo>
                    <a:cubicBezTo>
                      <a:pt x="0" y="0"/>
                      <a:pt x="80" y="128"/>
                      <a:pt x="96" y="160"/>
                    </a:cubicBezTo>
                    <a:cubicBezTo>
                      <a:pt x="96" y="208"/>
                      <a:pt x="144" y="256"/>
                      <a:pt x="176" y="272"/>
                    </a:cubicBezTo>
                    <a:cubicBezTo>
                      <a:pt x="256" y="320"/>
                      <a:pt x="208" y="224"/>
                      <a:pt x="192" y="208"/>
                    </a:cubicBezTo>
                    <a:cubicBezTo>
                      <a:pt x="160" y="160"/>
                      <a:pt x="128" y="112"/>
                      <a:pt x="96" y="64"/>
                    </a:cubicBezTo>
                    <a:cubicBezTo>
                      <a:pt x="80" y="48"/>
                      <a:pt x="64" y="48"/>
                      <a:pt x="48" y="32"/>
                    </a:cubicBezTo>
                  </a:path>
                </a:pathLst>
              </a:custGeom>
              <a:solidFill>
                <a:srgbClr val="FFFFFF"/>
              </a:solidFill>
              <a:ln w="3175">
                <a:solidFill>
                  <a:srgbClr val="5757FF"/>
                </a:solidFill>
                <a:prstDash val="solid"/>
                <a:round/>
                <a:headEnd/>
                <a:tailEnd/>
              </a:ln>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15" name="Freeform 9"/>
              <p:cNvSpPr>
                <a:spLocks/>
              </p:cNvSpPr>
              <p:nvPr/>
            </p:nvSpPr>
            <p:spPr bwMode="auto">
              <a:xfrm rot="10800000">
                <a:off x="4029487" y="2010046"/>
                <a:ext cx="110659" cy="122042"/>
              </a:xfrm>
              <a:custGeom>
                <a:avLst/>
                <a:gdLst>
                  <a:gd name="T0" fmla="*/ 23 w 120"/>
                  <a:gd name="T1" fmla="*/ 13 h 132"/>
                  <a:gd name="T2" fmla="*/ 45 w 120"/>
                  <a:gd name="T3" fmla="*/ 66 h 132"/>
                  <a:gd name="T4" fmla="*/ 82 w 120"/>
                  <a:gd name="T5" fmla="*/ 112 h 132"/>
                  <a:gd name="T6" fmla="*/ 90 w 120"/>
                  <a:gd name="T7" fmla="*/ 86 h 132"/>
                  <a:gd name="T8" fmla="*/ 45 w 120"/>
                  <a:gd name="T9" fmla="*/ 26 h 132"/>
                  <a:gd name="T10" fmla="*/ 23 w 120"/>
                  <a:gd name="T11" fmla="*/ 13 h 132"/>
                </a:gdLst>
                <a:ahLst/>
                <a:cxnLst>
                  <a:cxn ang="0">
                    <a:pos x="T0" y="T1"/>
                  </a:cxn>
                  <a:cxn ang="0">
                    <a:pos x="T2" y="T3"/>
                  </a:cxn>
                  <a:cxn ang="0">
                    <a:pos x="T4" y="T5"/>
                  </a:cxn>
                  <a:cxn ang="0">
                    <a:pos x="T6" y="T7"/>
                  </a:cxn>
                  <a:cxn ang="0">
                    <a:pos x="T8" y="T9"/>
                  </a:cxn>
                  <a:cxn ang="0">
                    <a:pos x="T10" y="T11"/>
                  </a:cxn>
                </a:cxnLst>
                <a:rect l="0" t="0" r="r" b="b"/>
                <a:pathLst>
                  <a:path w="120" h="132">
                    <a:moveTo>
                      <a:pt x="23" y="13"/>
                    </a:moveTo>
                    <a:cubicBezTo>
                      <a:pt x="0" y="0"/>
                      <a:pt x="38" y="53"/>
                      <a:pt x="45" y="66"/>
                    </a:cubicBezTo>
                    <a:cubicBezTo>
                      <a:pt x="45" y="86"/>
                      <a:pt x="68" y="105"/>
                      <a:pt x="82" y="112"/>
                    </a:cubicBezTo>
                    <a:cubicBezTo>
                      <a:pt x="120" y="132"/>
                      <a:pt x="97" y="92"/>
                      <a:pt x="90" y="86"/>
                    </a:cubicBezTo>
                    <a:cubicBezTo>
                      <a:pt x="75" y="66"/>
                      <a:pt x="60" y="46"/>
                      <a:pt x="45" y="26"/>
                    </a:cubicBezTo>
                    <a:cubicBezTo>
                      <a:pt x="38" y="19"/>
                      <a:pt x="30" y="19"/>
                      <a:pt x="23" y="1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17" name="Freeform 10"/>
              <p:cNvSpPr>
                <a:spLocks/>
              </p:cNvSpPr>
              <p:nvPr/>
            </p:nvSpPr>
            <p:spPr bwMode="auto">
              <a:xfrm rot="10800000">
                <a:off x="4029487" y="2328095"/>
                <a:ext cx="110659" cy="122042"/>
              </a:xfrm>
              <a:custGeom>
                <a:avLst/>
                <a:gdLst>
                  <a:gd name="T0" fmla="*/ 48 w 256"/>
                  <a:gd name="T1" fmla="*/ 304 h 320"/>
                  <a:gd name="T2" fmla="*/ 96 w 256"/>
                  <a:gd name="T3" fmla="*/ 160 h 320"/>
                  <a:gd name="T4" fmla="*/ 176 w 256"/>
                  <a:gd name="T5" fmla="*/ 64 h 320"/>
                  <a:gd name="T6" fmla="*/ 192 w 256"/>
                  <a:gd name="T7" fmla="*/ 128 h 320"/>
                  <a:gd name="T8" fmla="*/ 96 w 256"/>
                  <a:gd name="T9" fmla="*/ 256 h 320"/>
                  <a:gd name="T10" fmla="*/ 48 w 256"/>
                  <a:gd name="T11" fmla="*/ 304 h 320"/>
                </a:gdLst>
                <a:ahLst/>
                <a:cxnLst>
                  <a:cxn ang="0">
                    <a:pos x="T0" y="T1"/>
                  </a:cxn>
                  <a:cxn ang="0">
                    <a:pos x="T2" y="T3"/>
                  </a:cxn>
                  <a:cxn ang="0">
                    <a:pos x="T4" y="T5"/>
                  </a:cxn>
                  <a:cxn ang="0">
                    <a:pos x="T6" y="T7"/>
                  </a:cxn>
                  <a:cxn ang="0">
                    <a:pos x="T8" y="T9"/>
                  </a:cxn>
                  <a:cxn ang="0">
                    <a:pos x="T10" y="T11"/>
                  </a:cxn>
                </a:cxnLst>
                <a:rect l="0" t="0" r="r" b="b"/>
                <a:pathLst>
                  <a:path w="256" h="320">
                    <a:moveTo>
                      <a:pt x="48" y="304"/>
                    </a:moveTo>
                    <a:cubicBezTo>
                      <a:pt x="0" y="320"/>
                      <a:pt x="80" y="208"/>
                      <a:pt x="96" y="160"/>
                    </a:cubicBezTo>
                    <a:cubicBezTo>
                      <a:pt x="112" y="112"/>
                      <a:pt x="144" y="80"/>
                      <a:pt x="176" y="64"/>
                    </a:cubicBezTo>
                    <a:cubicBezTo>
                      <a:pt x="256" y="0"/>
                      <a:pt x="208" y="112"/>
                      <a:pt x="192" y="128"/>
                    </a:cubicBezTo>
                    <a:cubicBezTo>
                      <a:pt x="160" y="160"/>
                      <a:pt x="128" y="224"/>
                      <a:pt x="96" y="256"/>
                    </a:cubicBezTo>
                    <a:cubicBezTo>
                      <a:pt x="80" y="288"/>
                      <a:pt x="64" y="288"/>
                      <a:pt x="48" y="304"/>
                    </a:cubicBezTo>
                  </a:path>
                </a:pathLst>
              </a:custGeom>
              <a:solidFill>
                <a:srgbClr val="FFFFFF"/>
              </a:solidFill>
              <a:ln w="3175">
                <a:solidFill>
                  <a:srgbClr val="5757FF"/>
                </a:solidFill>
                <a:prstDash val="solid"/>
                <a:round/>
                <a:headEnd/>
                <a:tailEnd/>
              </a:ln>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19" name="Freeform 11"/>
              <p:cNvSpPr>
                <a:spLocks/>
              </p:cNvSpPr>
              <p:nvPr/>
            </p:nvSpPr>
            <p:spPr bwMode="auto">
              <a:xfrm rot="10800000">
                <a:off x="4029487" y="2328095"/>
                <a:ext cx="110659" cy="122042"/>
              </a:xfrm>
              <a:custGeom>
                <a:avLst/>
                <a:gdLst>
                  <a:gd name="T0" fmla="*/ 23 w 120"/>
                  <a:gd name="T1" fmla="*/ 126 h 132"/>
                  <a:gd name="T2" fmla="*/ 45 w 120"/>
                  <a:gd name="T3" fmla="*/ 66 h 132"/>
                  <a:gd name="T4" fmla="*/ 82 w 120"/>
                  <a:gd name="T5" fmla="*/ 27 h 132"/>
                  <a:gd name="T6" fmla="*/ 90 w 120"/>
                  <a:gd name="T7" fmla="*/ 53 h 132"/>
                  <a:gd name="T8" fmla="*/ 45 w 120"/>
                  <a:gd name="T9" fmla="*/ 106 h 132"/>
                  <a:gd name="T10" fmla="*/ 23 w 120"/>
                  <a:gd name="T11" fmla="*/ 126 h 132"/>
                </a:gdLst>
                <a:ahLst/>
                <a:cxnLst>
                  <a:cxn ang="0">
                    <a:pos x="T0" y="T1"/>
                  </a:cxn>
                  <a:cxn ang="0">
                    <a:pos x="T2" y="T3"/>
                  </a:cxn>
                  <a:cxn ang="0">
                    <a:pos x="T4" y="T5"/>
                  </a:cxn>
                  <a:cxn ang="0">
                    <a:pos x="T6" y="T7"/>
                  </a:cxn>
                  <a:cxn ang="0">
                    <a:pos x="T8" y="T9"/>
                  </a:cxn>
                  <a:cxn ang="0">
                    <a:pos x="T10" y="T11"/>
                  </a:cxn>
                </a:cxnLst>
                <a:rect l="0" t="0" r="r" b="b"/>
                <a:pathLst>
                  <a:path w="120" h="132">
                    <a:moveTo>
                      <a:pt x="23" y="126"/>
                    </a:moveTo>
                    <a:cubicBezTo>
                      <a:pt x="0" y="132"/>
                      <a:pt x="38" y="86"/>
                      <a:pt x="45" y="66"/>
                    </a:cubicBezTo>
                    <a:cubicBezTo>
                      <a:pt x="53" y="46"/>
                      <a:pt x="68" y="33"/>
                      <a:pt x="82" y="27"/>
                    </a:cubicBezTo>
                    <a:cubicBezTo>
                      <a:pt x="120" y="0"/>
                      <a:pt x="97" y="46"/>
                      <a:pt x="90" y="53"/>
                    </a:cubicBezTo>
                    <a:cubicBezTo>
                      <a:pt x="75" y="66"/>
                      <a:pt x="60" y="93"/>
                      <a:pt x="45" y="106"/>
                    </a:cubicBezTo>
                    <a:cubicBezTo>
                      <a:pt x="38" y="119"/>
                      <a:pt x="30" y="119"/>
                      <a:pt x="23" y="12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27" name="Freeform 12"/>
              <p:cNvSpPr>
                <a:spLocks/>
              </p:cNvSpPr>
              <p:nvPr/>
            </p:nvSpPr>
            <p:spPr bwMode="auto">
              <a:xfrm rot="10800000">
                <a:off x="3891164" y="2071067"/>
                <a:ext cx="248982" cy="73965"/>
              </a:xfrm>
              <a:custGeom>
                <a:avLst/>
                <a:gdLst>
                  <a:gd name="T0" fmla="*/ 270 w 270"/>
                  <a:gd name="T1" fmla="*/ 80 h 80"/>
                  <a:gd name="T2" fmla="*/ 0 w 270"/>
                  <a:gd name="T3" fmla="*/ 0 h 80"/>
                </a:gdLst>
                <a:ahLst/>
                <a:cxnLst>
                  <a:cxn ang="0">
                    <a:pos x="T0" y="T1"/>
                  </a:cxn>
                  <a:cxn ang="0">
                    <a:pos x="T2" y="T3"/>
                  </a:cxn>
                </a:cxnLst>
                <a:rect l="0" t="0" r="r" b="b"/>
                <a:pathLst>
                  <a:path w="270" h="80">
                    <a:moveTo>
                      <a:pt x="270" y="80"/>
                    </a:moveTo>
                    <a:cubicBezTo>
                      <a:pt x="180" y="53"/>
                      <a:pt x="60" y="5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28" name="Freeform 13"/>
              <p:cNvSpPr>
                <a:spLocks/>
              </p:cNvSpPr>
              <p:nvPr/>
            </p:nvSpPr>
            <p:spPr bwMode="auto">
              <a:xfrm rot="10800000">
                <a:off x="3891164" y="2315151"/>
                <a:ext cx="248982" cy="73965"/>
              </a:xfrm>
              <a:custGeom>
                <a:avLst/>
                <a:gdLst>
                  <a:gd name="T0" fmla="*/ 270 w 270"/>
                  <a:gd name="T1" fmla="*/ 0 h 80"/>
                  <a:gd name="T2" fmla="*/ 0 w 270"/>
                  <a:gd name="T3" fmla="*/ 80 h 80"/>
                </a:gdLst>
                <a:ahLst/>
                <a:cxnLst>
                  <a:cxn ang="0">
                    <a:pos x="T0" y="T1"/>
                  </a:cxn>
                  <a:cxn ang="0">
                    <a:pos x="T2" y="T3"/>
                  </a:cxn>
                </a:cxnLst>
                <a:rect l="0" t="0" r="r" b="b"/>
                <a:pathLst>
                  <a:path w="270" h="80">
                    <a:moveTo>
                      <a:pt x="270" y="0"/>
                    </a:moveTo>
                    <a:cubicBezTo>
                      <a:pt x="180" y="27"/>
                      <a:pt x="60" y="27"/>
                      <a:pt x="0" y="8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29" name="Oval 17"/>
              <p:cNvSpPr>
                <a:spLocks noChangeArrowheads="1"/>
              </p:cNvSpPr>
              <p:nvPr/>
            </p:nvSpPr>
            <p:spPr bwMode="auto">
              <a:xfrm rot="10800000">
                <a:off x="4137531" y="2199581"/>
                <a:ext cx="13832" cy="61021"/>
              </a:xfrm>
              <a:prstGeom prst="ellipse">
                <a:avLst/>
              </a:pr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30" name="Freeform 18"/>
              <p:cNvSpPr>
                <a:spLocks/>
              </p:cNvSpPr>
              <p:nvPr/>
            </p:nvSpPr>
            <p:spPr bwMode="auto">
              <a:xfrm rot="10800000">
                <a:off x="4112481" y="2132088"/>
                <a:ext cx="27665" cy="208026"/>
              </a:xfrm>
              <a:custGeom>
                <a:avLst/>
                <a:gdLst>
                  <a:gd name="T0" fmla="*/ 30 w 30"/>
                  <a:gd name="T1" fmla="*/ 225 h 225"/>
                  <a:gd name="T2" fmla="*/ 30 w 30"/>
                  <a:gd name="T3" fmla="*/ 0 h 225"/>
                </a:gdLst>
                <a:ahLst/>
                <a:cxnLst>
                  <a:cxn ang="0">
                    <a:pos x="T0" y="T1"/>
                  </a:cxn>
                  <a:cxn ang="0">
                    <a:pos x="T2" y="T3"/>
                  </a:cxn>
                </a:cxnLst>
                <a:rect l="0" t="0" r="r" b="b"/>
                <a:pathLst>
                  <a:path w="30" h="225">
                    <a:moveTo>
                      <a:pt x="30" y="225"/>
                    </a:moveTo>
                    <a:cubicBezTo>
                      <a:pt x="0" y="165"/>
                      <a:pt x="0" y="106"/>
                      <a:pt x="3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34" name="Freeform 19"/>
              <p:cNvSpPr>
                <a:spLocks/>
              </p:cNvSpPr>
              <p:nvPr/>
            </p:nvSpPr>
            <p:spPr bwMode="auto">
              <a:xfrm rot="10800000">
                <a:off x="3822002" y="2022066"/>
                <a:ext cx="235150" cy="24963"/>
              </a:xfrm>
              <a:custGeom>
                <a:avLst/>
                <a:gdLst>
                  <a:gd name="T0" fmla="*/ 0 w 255"/>
                  <a:gd name="T1" fmla="*/ 0 h 27"/>
                  <a:gd name="T2" fmla="*/ 255 w 255"/>
                  <a:gd name="T3" fmla="*/ 0 h 27"/>
                </a:gdLst>
                <a:ahLst/>
                <a:cxnLst>
                  <a:cxn ang="0">
                    <a:pos x="T0" y="T1"/>
                  </a:cxn>
                  <a:cxn ang="0">
                    <a:pos x="T2" y="T3"/>
                  </a:cxn>
                </a:cxnLst>
                <a:rect l="0" t="0" r="r" b="b"/>
                <a:pathLst>
                  <a:path w="255" h="27">
                    <a:moveTo>
                      <a:pt x="0" y="0"/>
                    </a:moveTo>
                    <a:cubicBezTo>
                      <a:pt x="90" y="0"/>
                      <a:pt x="195" y="27"/>
                      <a:pt x="25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36" name="Freeform 20"/>
              <p:cNvSpPr>
                <a:spLocks/>
              </p:cNvSpPr>
              <p:nvPr/>
            </p:nvSpPr>
            <p:spPr bwMode="auto">
              <a:xfrm rot="10800000">
                <a:off x="3822002" y="2413154"/>
                <a:ext cx="235150" cy="24963"/>
              </a:xfrm>
              <a:custGeom>
                <a:avLst/>
                <a:gdLst>
                  <a:gd name="T0" fmla="*/ 0 w 255"/>
                  <a:gd name="T1" fmla="*/ 27 h 27"/>
                  <a:gd name="T2" fmla="*/ 255 w 255"/>
                  <a:gd name="T3" fmla="*/ 27 h 27"/>
                </a:gdLst>
                <a:ahLst/>
                <a:cxnLst>
                  <a:cxn ang="0">
                    <a:pos x="T0" y="T1"/>
                  </a:cxn>
                  <a:cxn ang="0">
                    <a:pos x="T2" y="T3"/>
                  </a:cxn>
                </a:cxnLst>
                <a:rect l="0" t="0" r="r" b="b"/>
                <a:pathLst>
                  <a:path w="255" h="27">
                    <a:moveTo>
                      <a:pt x="0" y="27"/>
                    </a:moveTo>
                    <a:cubicBezTo>
                      <a:pt x="90" y="27"/>
                      <a:pt x="195" y="0"/>
                      <a:pt x="255" y="2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37" name="Freeform 21"/>
              <p:cNvSpPr>
                <a:spLocks/>
              </p:cNvSpPr>
              <p:nvPr/>
            </p:nvSpPr>
            <p:spPr bwMode="auto">
              <a:xfrm rot="10800000">
                <a:off x="3780505" y="2010046"/>
                <a:ext cx="262814" cy="24963"/>
              </a:xfrm>
              <a:custGeom>
                <a:avLst/>
                <a:gdLst>
                  <a:gd name="T0" fmla="*/ 0 w 285"/>
                  <a:gd name="T1" fmla="*/ 0 h 27"/>
                  <a:gd name="T2" fmla="*/ 285 w 285"/>
                  <a:gd name="T3" fmla="*/ 0 h 27"/>
                </a:gdLst>
                <a:ahLst/>
                <a:cxnLst>
                  <a:cxn ang="0">
                    <a:pos x="T0" y="T1"/>
                  </a:cxn>
                  <a:cxn ang="0">
                    <a:pos x="T2" y="T3"/>
                  </a:cxn>
                </a:cxnLst>
                <a:rect l="0" t="0" r="r" b="b"/>
                <a:pathLst>
                  <a:path w="285" h="27">
                    <a:moveTo>
                      <a:pt x="0" y="0"/>
                    </a:moveTo>
                    <a:cubicBezTo>
                      <a:pt x="105" y="0"/>
                      <a:pt x="217" y="27"/>
                      <a:pt x="28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38" name="Freeform 22"/>
              <p:cNvSpPr>
                <a:spLocks/>
              </p:cNvSpPr>
              <p:nvPr/>
            </p:nvSpPr>
            <p:spPr bwMode="auto">
              <a:xfrm rot="10800000">
                <a:off x="3780505" y="2425174"/>
                <a:ext cx="262814" cy="24963"/>
              </a:xfrm>
              <a:custGeom>
                <a:avLst/>
                <a:gdLst>
                  <a:gd name="T0" fmla="*/ 0 w 285"/>
                  <a:gd name="T1" fmla="*/ 27 h 27"/>
                  <a:gd name="T2" fmla="*/ 285 w 285"/>
                  <a:gd name="T3" fmla="*/ 27 h 27"/>
                </a:gdLst>
                <a:ahLst/>
                <a:cxnLst>
                  <a:cxn ang="0">
                    <a:pos x="T0" y="T1"/>
                  </a:cxn>
                  <a:cxn ang="0">
                    <a:pos x="T2" y="T3"/>
                  </a:cxn>
                </a:cxnLst>
                <a:rect l="0" t="0" r="r" b="b"/>
                <a:pathLst>
                  <a:path w="285" h="27">
                    <a:moveTo>
                      <a:pt x="0" y="27"/>
                    </a:moveTo>
                    <a:cubicBezTo>
                      <a:pt x="105" y="27"/>
                      <a:pt x="217" y="0"/>
                      <a:pt x="285" y="2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39" name="Freeform 26"/>
              <p:cNvSpPr>
                <a:spLocks/>
              </p:cNvSpPr>
              <p:nvPr/>
            </p:nvSpPr>
            <p:spPr bwMode="auto">
              <a:xfrm rot="10800000">
                <a:off x="3808170" y="2455684"/>
                <a:ext cx="90371" cy="12944"/>
              </a:xfrm>
              <a:custGeom>
                <a:avLst/>
                <a:gdLst>
                  <a:gd name="T0" fmla="*/ 0 w 98"/>
                  <a:gd name="T1" fmla="*/ 7 h 14"/>
                  <a:gd name="T2" fmla="*/ 53 w 98"/>
                  <a:gd name="T3" fmla="*/ 0 h 14"/>
                  <a:gd name="T4" fmla="*/ 98 w 98"/>
                  <a:gd name="T5" fmla="*/ 7 h 14"/>
                  <a:gd name="T6" fmla="*/ 53 w 98"/>
                  <a:gd name="T7" fmla="*/ 14 h 14"/>
                  <a:gd name="T8" fmla="*/ 0 w 98"/>
                  <a:gd name="T9" fmla="*/ 7 h 14"/>
                </a:gdLst>
                <a:ahLst/>
                <a:cxnLst>
                  <a:cxn ang="0">
                    <a:pos x="T0" y="T1"/>
                  </a:cxn>
                  <a:cxn ang="0">
                    <a:pos x="T2" y="T3"/>
                  </a:cxn>
                  <a:cxn ang="0">
                    <a:pos x="T4" y="T5"/>
                  </a:cxn>
                  <a:cxn ang="0">
                    <a:pos x="T6" y="T7"/>
                  </a:cxn>
                  <a:cxn ang="0">
                    <a:pos x="T8" y="T9"/>
                  </a:cxn>
                </a:cxnLst>
                <a:rect l="0" t="0" r="r" b="b"/>
                <a:pathLst>
                  <a:path w="98" h="14">
                    <a:moveTo>
                      <a:pt x="0" y="7"/>
                    </a:moveTo>
                    <a:cubicBezTo>
                      <a:pt x="0" y="0"/>
                      <a:pt x="23" y="0"/>
                      <a:pt x="53" y="0"/>
                    </a:cubicBezTo>
                    <a:cubicBezTo>
                      <a:pt x="75" y="0"/>
                      <a:pt x="98" y="0"/>
                      <a:pt x="98" y="7"/>
                    </a:cubicBezTo>
                    <a:cubicBezTo>
                      <a:pt x="98" y="7"/>
                      <a:pt x="75" y="14"/>
                      <a:pt x="53" y="14"/>
                    </a:cubicBezTo>
                    <a:cubicBezTo>
                      <a:pt x="23" y="14"/>
                      <a:pt x="0" y="7"/>
                      <a:pt x="0" y="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40" name="Freeform 30"/>
              <p:cNvSpPr>
                <a:spLocks/>
              </p:cNvSpPr>
              <p:nvPr/>
            </p:nvSpPr>
            <p:spPr bwMode="auto">
              <a:xfrm rot="10800000">
                <a:off x="3808170" y="1991555"/>
                <a:ext cx="90371" cy="12944"/>
              </a:xfrm>
              <a:custGeom>
                <a:avLst/>
                <a:gdLst>
                  <a:gd name="T0" fmla="*/ 0 w 98"/>
                  <a:gd name="T1" fmla="*/ 7 h 14"/>
                  <a:gd name="T2" fmla="*/ 53 w 98"/>
                  <a:gd name="T3" fmla="*/ 0 h 14"/>
                  <a:gd name="T4" fmla="*/ 98 w 98"/>
                  <a:gd name="T5" fmla="*/ 7 h 14"/>
                  <a:gd name="T6" fmla="*/ 53 w 98"/>
                  <a:gd name="T7" fmla="*/ 14 h 14"/>
                  <a:gd name="T8" fmla="*/ 0 w 98"/>
                  <a:gd name="T9" fmla="*/ 7 h 14"/>
                </a:gdLst>
                <a:ahLst/>
                <a:cxnLst>
                  <a:cxn ang="0">
                    <a:pos x="T0" y="T1"/>
                  </a:cxn>
                  <a:cxn ang="0">
                    <a:pos x="T2" y="T3"/>
                  </a:cxn>
                  <a:cxn ang="0">
                    <a:pos x="T4" y="T5"/>
                  </a:cxn>
                  <a:cxn ang="0">
                    <a:pos x="T6" y="T7"/>
                  </a:cxn>
                  <a:cxn ang="0">
                    <a:pos x="T8" y="T9"/>
                  </a:cxn>
                </a:cxnLst>
                <a:rect l="0" t="0" r="r" b="b"/>
                <a:pathLst>
                  <a:path w="98" h="14">
                    <a:moveTo>
                      <a:pt x="0" y="7"/>
                    </a:moveTo>
                    <a:cubicBezTo>
                      <a:pt x="0" y="0"/>
                      <a:pt x="23" y="0"/>
                      <a:pt x="53" y="0"/>
                    </a:cubicBezTo>
                    <a:cubicBezTo>
                      <a:pt x="75" y="0"/>
                      <a:pt x="98" y="0"/>
                      <a:pt x="98" y="7"/>
                    </a:cubicBezTo>
                    <a:cubicBezTo>
                      <a:pt x="98" y="7"/>
                      <a:pt x="75" y="14"/>
                      <a:pt x="53" y="14"/>
                    </a:cubicBezTo>
                    <a:cubicBezTo>
                      <a:pt x="23" y="14"/>
                      <a:pt x="0" y="7"/>
                      <a:pt x="0" y="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41" name="Freeform 31"/>
              <p:cNvSpPr>
                <a:spLocks/>
              </p:cNvSpPr>
              <p:nvPr/>
            </p:nvSpPr>
            <p:spPr bwMode="auto">
              <a:xfrm rot="10800000">
                <a:off x="3835835" y="2047029"/>
                <a:ext cx="62707" cy="366126"/>
              </a:xfrm>
              <a:custGeom>
                <a:avLst/>
                <a:gdLst>
                  <a:gd name="T0" fmla="*/ 68 w 68"/>
                  <a:gd name="T1" fmla="*/ 396 h 396"/>
                  <a:gd name="T2" fmla="*/ 68 w 68"/>
                  <a:gd name="T3" fmla="*/ 0 h 396"/>
                </a:gdLst>
                <a:ahLst/>
                <a:cxnLst>
                  <a:cxn ang="0">
                    <a:pos x="T0" y="T1"/>
                  </a:cxn>
                  <a:cxn ang="0">
                    <a:pos x="T2" y="T3"/>
                  </a:cxn>
                </a:cxnLst>
                <a:rect l="0" t="0" r="r" b="b"/>
                <a:pathLst>
                  <a:path w="68" h="396">
                    <a:moveTo>
                      <a:pt x="68" y="396"/>
                    </a:moveTo>
                    <a:cubicBezTo>
                      <a:pt x="8" y="290"/>
                      <a:pt x="0" y="132"/>
                      <a:pt x="68"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42" name="Freeform 32"/>
              <p:cNvSpPr>
                <a:spLocks/>
              </p:cNvSpPr>
              <p:nvPr/>
            </p:nvSpPr>
            <p:spPr bwMode="auto">
              <a:xfrm rot="10800000">
                <a:off x="3822002" y="2047029"/>
                <a:ext cx="41497" cy="366126"/>
              </a:xfrm>
              <a:custGeom>
                <a:avLst/>
                <a:gdLst>
                  <a:gd name="T0" fmla="*/ 45 w 45"/>
                  <a:gd name="T1" fmla="*/ 396 h 396"/>
                  <a:gd name="T2" fmla="*/ 45 w 45"/>
                  <a:gd name="T3" fmla="*/ 0 h 396"/>
                </a:gdLst>
                <a:ahLst/>
                <a:cxnLst>
                  <a:cxn ang="0">
                    <a:pos x="T0" y="T1"/>
                  </a:cxn>
                  <a:cxn ang="0">
                    <a:pos x="T2" y="T3"/>
                  </a:cxn>
                </a:cxnLst>
                <a:rect l="0" t="0" r="r" b="b"/>
                <a:pathLst>
                  <a:path w="45" h="396">
                    <a:moveTo>
                      <a:pt x="45" y="396"/>
                    </a:moveTo>
                    <a:cubicBezTo>
                      <a:pt x="0" y="290"/>
                      <a:pt x="0" y="132"/>
                      <a:pt x="4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43" name="Freeform 33"/>
              <p:cNvSpPr>
                <a:spLocks/>
              </p:cNvSpPr>
              <p:nvPr/>
            </p:nvSpPr>
            <p:spPr bwMode="auto">
              <a:xfrm rot="10800000">
                <a:off x="3642182" y="2022066"/>
                <a:ext cx="179820" cy="49002"/>
              </a:xfrm>
              <a:custGeom>
                <a:avLst/>
                <a:gdLst>
                  <a:gd name="T0" fmla="*/ 0 w 195"/>
                  <a:gd name="T1" fmla="*/ 26 h 53"/>
                  <a:gd name="T2" fmla="*/ 195 w 195"/>
                  <a:gd name="T3" fmla="*/ 0 h 53"/>
                </a:gdLst>
                <a:ahLst/>
                <a:cxnLst>
                  <a:cxn ang="0">
                    <a:pos x="T0" y="T1"/>
                  </a:cxn>
                  <a:cxn ang="0">
                    <a:pos x="T2" y="T3"/>
                  </a:cxn>
                </a:cxnLst>
                <a:rect l="0" t="0" r="r" b="b"/>
                <a:pathLst>
                  <a:path w="195" h="53">
                    <a:moveTo>
                      <a:pt x="0" y="26"/>
                    </a:moveTo>
                    <a:cubicBezTo>
                      <a:pt x="15" y="53"/>
                      <a:pt x="135" y="0"/>
                      <a:pt x="19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44" name="Freeform 34"/>
              <p:cNvSpPr>
                <a:spLocks/>
              </p:cNvSpPr>
              <p:nvPr/>
            </p:nvSpPr>
            <p:spPr bwMode="auto">
              <a:xfrm rot="10800000">
                <a:off x="3642182" y="2389116"/>
                <a:ext cx="179820" cy="49002"/>
              </a:xfrm>
              <a:custGeom>
                <a:avLst/>
                <a:gdLst>
                  <a:gd name="T0" fmla="*/ 0 w 195"/>
                  <a:gd name="T1" fmla="*/ 27 h 53"/>
                  <a:gd name="T2" fmla="*/ 195 w 195"/>
                  <a:gd name="T3" fmla="*/ 53 h 53"/>
                </a:gdLst>
                <a:ahLst/>
                <a:cxnLst>
                  <a:cxn ang="0">
                    <a:pos x="T0" y="T1"/>
                  </a:cxn>
                  <a:cxn ang="0">
                    <a:pos x="T2" y="T3"/>
                  </a:cxn>
                </a:cxnLst>
                <a:rect l="0" t="0" r="r" b="b"/>
                <a:pathLst>
                  <a:path w="195" h="53">
                    <a:moveTo>
                      <a:pt x="0" y="27"/>
                    </a:moveTo>
                    <a:cubicBezTo>
                      <a:pt x="15" y="0"/>
                      <a:pt x="135" y="53"/>
                      <a:pt x="195" y="5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45" name="Freeform 35"/>
              <p:cNvSpPr>
                <a:spLocks/>
              </p:cNvSpPr>
              <p:nvPr/>
            </p:nvSpPr>
            <p:spPr bwMode="auto">
              <a:xfrm rot="10800000">
                <a:off x="3642182" y="2071067"/>
                <a:ext cx="27665" cy="318049"/>
              </a:xfrm>
              <a:custGeom>
                <a:avLst/>
                <a:gdLst>
                  <a:gd name="T0" fmla="*/ 30 w 30"/>
                  <a:gd name="T1" fmla="*/ 344 h 344"/>
                  <a:gd name="T2" fmla="*/ 30 w 30"/>
                  <a:gd name="T3" fmla="*/ 0 h 344"/>
                </a:gdLst>
                <a:ahLst/>
                <a:cxnLst>
                  <a:cxn ang="0">
                    <a:pos x="T0" y="T1"/>
                  </a:cxn>
                  <a:cxn ang="0">
                    <a:pos x="T2" y="T3"/>
                  </a:cxn>
                </a:cxnLst>
                <a:rect l="0" t="0" r="r" b="b"/>
                <a:pathLst>
                  <a:path w="30" h="344">
                    <a:moveTo>
                      <a:pt x="30" y="344"/>
                    </a:moveTo>
                    <a:cubicBezTo>
                      <a:pt x="30" y="291"/>
                      <a:pt x="0" y="185"/>
                      <a:pt x="3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46" name="Freeform 36"/>
              <p:cNvSpPr>
                <a:spLocks/>
              </p:cNvSpPr>
              <p:nvPr/>
            </p:nvSpPr>
            <p:spPr bwMode="auto">
              <a:xfrm rot="10800000">
                <a:off x="2965319" y="1973988"/>
                <a:ext cx="884348" cy="73040"/>
              </a:xfrm>
              <a:custGeom>
                <a:avLst/>
                <a:gdLst>
                  <a:gd name="T0" fmla="*/ 0 w 959"/>
                  <a:gd name="T1" fmla="*/ 66 h 79"/>
                  <a:gd name="T2" fmla="*/ 959 w 959"/>
                  <a:gd name="T3" fmla="*/ 0 h 79"/>
                </a:gdLst>
                <a:ahLst/>
                <a:cxnLst>
                  <a:cxn ang="0">
                    <a:pos x="T0" y="T1"/>
                  </a:cxn>
                  <a:cxn ang="0">
                    <a:pos x="T2" y="T3"/>
                  </a:cxn>
                </a:cxnLst>
                <a:rect l="0" t="0" r="r" b="b"/>
                <a:pathLst>
                  <a:path w="959" h="79">
                    <a:moveTo>
                      <a:pt x="0" y="66"/>
                    </a:moveTo>
                    <a:cubicBezTo>
                      <a:pt x="225" y="66"/>
                      <a:pt x="839" y="79"/>
                      <a:pt x="959"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47" name="Freeform 37"/>
              <p:cNvSpPr>
                <a:spLocks/>
              </p:cNvSpPr>
              <p:nvPr/>
            </p:nvSpPr>
            <p:spPr bwMode="auto">
              <a:xfrm rot="10800000">
                <a:off x="2965319" y="2413154"/>
                <a:ext cx="884348" cy="73040"/>
              </a:xfrm>
              <a:custGeom>
                <a:avLst/>
                <a:gdLst>
                  <a:gd name="T0" fmla="*/ 0 w 959"/>
                  <a:gd name="T1" fmla="*/ 13 h 79"/>
                  <a:gd name="T2" fmla="*/ 959 w 959"/>
                  <a:gd name="T3" fmla="*/ 79 h 79"/>
                </a:gdLst>
                <a:ahLst/>
                <a:cxnLst>
                  <a:cxn ang="0">
                    <a:pos x="T0" y="T1"/>
                  </a:cxn>
                  <a:cxn ang="0">
                    <a:pos x="T2" y="T3"/>
                  </a:cxn>
                </a:cxnLst>
                <a:rect l="0" t="0" r="r" b="b"/>
                <a:pathLst>
                  <a:path w="959" h="79">
                    <a:moveTo>
                      <a:pt x="0" y="13"/>
                    </a:moveTo>
                    <a:cubicBezTo>
                      <a:pt x="232" y="26"/>
                      <a:pt x="839" y="0"/>
                      <a:pt x="959" y="7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48" name="Freeform 38"/>
              <p:cNvSpPr>
                <a:spLocks/>
              </p:cNvSpPr>
              <p:nvPr/>
            </p:nvSpPr>
            <p:spPr bwMode="auto">
              <a:xfrm rot="10800000">
                <a:off x="3849667" y="2462156"/>
                <a:ext cx="193653" cy="24039"/>
              </a:xfrm>
              <a:custGeom>
                <a:avLst/>
                <a:gdLst>
                  <a:gd name="T0" fmla="*/ 0 w 210"/>
                  <a:gd name="T1" fmla="*/ 26 h 26"/>
                  <a:gd name="T2" fmla="*/ 210 w 210"/>
                  <a:gd name="T3" fmla="*/ 13 h 26"/>
                </a:gdLst>
                <a:ahLst/>
                <a:cxnLst>
                  <a:cxn ang="0">
                    <a:pos x="T0" y="T1"/>
                  </a:cxn>
                  <a:cxn ang="0">
                    <a:pos x="T2" y="T3"/>
                  </a:cxn>
                </a:cxnLst>
                <a:rect l="0" t="0" r="r" b="b"/>
                <a:pathLst>
                  <a:path w="210" h="26">
                    <a:moveTo>
                      <a:pt x="0" y="26"/>
                    </a:moveTo>
                    <a:cubicBezTo>
                      <a:pt x="105" y="0"/>
                      <a:pt x="165" y="13"/>
                      <a:pt x="210" y="1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49" name="Freeform 39"/>
              <p:cNvSpPr>
                <a:spLocks/>
              </p:cNvSpPr>
              <p:nvPr/>
            </p:nvSpPr>
            <p:spPr bwMode="auto">
              <a:xfrm rot="10800000">
                <a:off x="2985607" y="2047029"/>
                <a:ext cx="656575" cy="79512"/>
              </a:xfrm>
              <a:custGeom>
                <a:avLst/>
                <a:gdLst>
                  <a:gd name="T0" fmla="*/ 0 w 712"/>
                  <a:gd name="T1" fmla="*/ 60 h 86"/>
                  <a:gd name="T2" fmla="*/ 712 w 712"/>
                  <a:gd name="T3" fmla="*/ 47 h 86"/>
                </a:gdLst>
                <a:ahLst/>
                <a:cxnLst>
                  <a:cxn ang="0">
                    <a:pos x="T0" y="T1"/>
                  </a:cxn>
                  <a:cxn ang="0">
                    <a:pos x="T2" y="T3"/>
                  </a:cxn>
                </a:cxnLst>
                <a:rect l="0" t="0" r="r" b="b"/>
                <a:pathLst>
                  <a:path w="712" h="86">
                    <a:moveTo>
                      <a:pt x="0" y="60"/>
                    </a:moveTo>
                    <a:cubicBezTo>
                      <a:pt x="345" y="0"/>
                      <a:pt x="570" y="86"/>
                      <a:pt x="712" y="4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50" name="Freeform 40"/>
              <p:cNvSpPr>
                <a:spLocks/>
              </p:cNvSpPr>
              <p:nvPr/>
            </p:nvSpPr>
            <p:spPr bwMode="auto">
              <a:xfrm rot="10800000">
                <a:off x="2985607" y="2340114"/>
                <a:ext cx="656575" cy="67493"/>
              </a:xfrm>
              <a:custGeom>
                <a:avLst/>
                <a:gdLst>
                  <a:gd name="T0" fmla="*/ 0 w 712"/>
                  <a:gd name="T1" fmla="*/ 20 h 73"/>
                  <a:gd name="T2" fmla="*/ 712 w 712"/>
                  <a:gd name="T3" fmla="*/ 33 h 73"/>
                </a:gdLst>
                <a:ahLst/>
                <a:cxnLst>
                  <a:cxn ang="0">
                    <a:pos x="T0" y="T1"/>
                  </a:cxn>
                  <a:cxn ang="0">
                    <a:pos x="T2" y="T3"/>
                  </a:cxn>
                </a:cxnLst>
                <a:rect l="0" t="0" r="r" b="b"/>
                <a:pathLst>
                  <a:path w="712" h="73">
                    <a:moveTo>
                      <a:pt x="0" y="20"/>
                    </a:moveTo>
                    <a:cubicBezTo>
                      <a:pt x="330" y="73"/>
                      <a:pt x="502" y="0"/>
                      <a:pt x="712" y="3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52" name="Freeform 41"/>
              <p:cNvSpPr>
                <a:spLocks/>
              </p:cNvSpPr>
              <p:nvPr/>
            </p:nvSpPr>
            <p:spPr bwMode="auto">
              <a:xfrm rot="10800000">
                <a:off x="3088888" y="1961045"/>
                <a:ext cx="221317" cy="49002"/>
              </a:xfrm>
              <a:custGeom>
                <a:avLst/>
                <a:gdLst>
                  <a:gd name="T0" fmla="*/ 0 w 240"/>
                  <a:gd name="T1" fmla="*/ 26 h 53"/>
                  <a:gd name="T2" fmla="*/ 232 w 240"/>
                  <a:gd name="T3" fmla="*/ 0 h 53"/>
                </a:gdLst>
                <a:ahLst/>
                <a:cxnLst>
                  <a:cxn ang="0">
                    <a:pos x="T0" y="T1"/>
                  </a:cxn>
                  <a:cxn ang="0">
                    <a:pos x="T2" y="T3"/>
                  </a:cxn>
                </a:cxnLst>
                <a:rect l="0" t="0" r="r" b="b"/>
                <a:pathLst>
                  <a:path w="240" h="53">
                    <a:moveTo>
                      <a:pt x="0" y="26"/>
                    </a:moveTo>
                    <a:cubicBezTo>
                      <a:pt x="150" y="53"/>
                      <a:pt x="240" y="0"/>
                      <a:pt x="232"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53" name="Freeform 42"/>
              <p:cNvSpPr>
                <a:spLocks/>
              </p:cNvSpPr>
              <p:nvPr/>
            </p:nvSpPr>
            <p:spPr bwMode="auto">
              <a:xfrm rot="10800000">
                <a:off x="3102721" y="2450137"/>
                <a:ext cx="214862" cy="36058"/>
              </a:xfrm>
              <a:custGeom>
                <a:avLst/>
                <a:gdLst>
                  <a:gd name="T0" fmla="*/ 0 w 233"/>
                  <a:gd name="T1" fmla="*/ 26 h 39"/>
                  <a:gd name="T2" fmla="*/ 233 w 233"/>
                  <a:gd name="T3" fmla="*/ 39 h 39"/>
                </a:gdLst>
                <a:ahLst/>
                <a:cxnLst>
                  <a:cxn ang="0">
                    <a:pos x="T0" y="T1"/>
                  </a:cxn>
                  <a:cxn ang="0">
                    <a:pos x="T2" y="T3"/>
                  </a:cxn>
                </a:cxnLst>
                <a:rect l="0" t="0" r="r" b="b"/>
                <a:pathLst>
                  <a:path w="233" h="39">
                    <a:moveTo>
                      <a:pt x="0" y="26"/>
                    </a:moveTo>
                    <a:cubicBezTo>
                      <a:pt x="83" y="0"/>
                      <a:pt x="203" y="13"/>
                      <a:pt x="233" y="3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54" name="Freeform 43"/>
              <p:cNvSpPr>
                <a:spLocks/>
              </p:cNvSpPr>
              <p:nvPr/>
            </p:nvSpPr>
            <p:spPr bwMode="auto">
              <a:xfrm rot="10800000">
                <a:off x="2888780" y="2047029"/>
                <a:ext cx="76539" cy="366126"/>
              </a:xfrm>
              <a:custGeom>
                <a:avLst/>
                <a:gdLst>
                  <a:gd name="T0" fmla="*/ 0 w 83"/>
                  <a:gd name="T1" fmla="*/ 396 h 396"/>
                  <a:gd name="T2" fmla="*/ 0 w 83"/>
                  <a:gd name="T3" fmla="*/ 0 h 396"/>
                </a:gdLst>
                <a:ahLst/>
                <a:cxnLst>
                  <a:cxn ang="0">
                    <a:pos x="T0" y="T1"/>
                  </a:cxn>
                  <a:cxn ang="0">
                    <a:pos x="T2" y="T3"/>
                  </a:cxn>
                </a:cxnLst>
                <a:rect l="0" t="0" r="r" b="b"/>
                <a:pathLst>
                  <a:path w="83" h="396">
                    <a:moveTo>
                      <a:pt x="0" y="396"/>
                    </a:moveTo>
                    <a:cubicBezTo>
                      <a:pt x="83" y="317"/>
                      <a:pt x="60" y="26"/>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55" name="Freeform 44"/>
              <p:cNvSpPr>
                <a:spLocks/>
              </p:cNvSpPr>
              <p:nvPr/>
            </p:nvSpPr>
            <p:spPr bwMode="auto">
              <a:xfrm rot="10800000">
                <a:off x="3006816" y="1986008"/>
                <a:ext cx="967342" cy="61021"/>
              </a:xfrm>
              <a:custGeom>
                <a:avLst/>
                <a:gdLst>
                  <a:gd name="T0" fmla="*/ 0 w 1049"/>
                  <a:gd name="T1" fmla="*/ 40 h 66"/>
                  <a:gd name="T2" fmla="*/ 1049 w 1049"/>
                  <a:gd name="T3" fmla="*/ 0 h 66"/>
                </a:gdLst>
                <a:ahLst/>
                <a:cxnLst>
                  <a:cxn ang="0">
                    <a:pos x="T0" y="T1"/>
                  </a:cxn>
                  <a:cxn ang="0">
                    <a:pos x="T2" y="T3"/>
                  </a:cxn>
                </a:cxnLst>
                <a:rect l="0" t="0" r="r" b="b"/>
                <a:pathLst>
                  <a:path w="1049" h="66">
                    <a:moveTo>
                      <a:pt x="0" y="40"/>
                    </a:moveTo>
                    <a:cubicBezTo>
                      <a:pt x="270" y="40"/>
                      <a:pt x="907" y="66"/>
                      <a:pt x="1049"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56" name="Freeform 45"/>
              <p:cNvSpPr>
                <a:spLocks/>
              </p:cNvSpPr>
              <p:nvPr/>
            </p:nvSpPr>
            <p:spPr bwMode="auto">
              <a:xfrm rot="10800000">
                <a:off x="3006816" y="2410773"/>
                <a:ext cx="967342" cy="61021"/>
              </a:xfrm>
              <a:custGeom>
                <a:avLst/>
                <a:gdLst>
                  <a:gd name="T0" fmla="*/ 0 w 1049"/>
                  <a:gd name="T1" fmla="*/ 26 h 66"/>
                  <a:gd name="T2" fmla="*/ 1049 w 1049"/>
                  <a:gd name="T3" fmla="*/ 66 h 66"/>
                </a:gdLst>
                <a:ahLst/>
                <a:cxnLst>
                  <a:cxn ang="0">
                    <a:pos x="T0" y="T1"/>
                  </a:cxn>
                  <a:cxn ang="0">
                    <a:pos x="T2" y="T3"/>
                  </a:cxn>
                </a:cxnLst>
                <a:rect l="0" t="0" r="r" b="b"/>
                <a:pathLst>
                  <a:path w="1049" h="66">
                    <a:moveTo>
                      <a:pt x="0" y="26"/>
                    </a:moveTo>
                    <a:cubicBezTo>
                      <a:pt x="270" y="26"/>
                      <a:pt x="900" y="0"/>
                      <a:pt x="1049" y="6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57" name="Freeform 46"/>
              <p:cNvSpPr>
                <a:spLocks/>
              </p:cNvSpPr>
              <p:nvPr/>
            </p:nvSpPr>
            <p:spPr bwMode="auto">
              <a:xfrm rot="10800000">
                <a:off x="3062146" y="2071067"/>
                <a:ext cx="26743" cy="318049"/>
              </a:xfrm>
              <a:custGeom>
                <a:avLst/>
                <a:gdLst>
                  <a:gd name="T0" fmla="*/ 0 w 29"/>
                  <a:gd name="T1" fmla="*/ 344 h 344"/>
                  <a:gd name="T2" fmla="*/ 0 w 29"/>
                  <a:gd name="T3" fmla="*/ 0 h 344"/>
                </a:gdLst>
                <a:ahLst/>
                <a:cxnLst>
                  <a:cxn ang="0">
                    <a:pos x="T0" y="T1"/>
                  </a:cxn>
                  <a:cxn ang="0">
                    <a:pos x="T2" y="T3"/>
                  </a:cxn>
                </a:cxnLst>
                <a:rect l="0" t="0" r="r" b="b"/>
                <a:pathLst>
                  <a:path w="29" h="344">
                    <a:moveTo>
                      <a:pt x="0" y="344"/>
                    </a:moveTo>
                    <a:cubicBezTo>
                      <a:pt x="29" y="264"/>
                      <a:pt x="29" y="8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58" name="Freeform 47"/>
              <p:cNvSpPr>
                <a:spLocks/>
              </p:cNvSpPr>
              <p:nvPr/>
            </p:nvSpPr>
            <p:spPr bwMode="auto">
              <a:xfrm rot="10800000">
                <a:off x="2957942" y="2083086"/>
                <a:ext cx="27665" cy="294010"/>
              </a:xfrm>
              <a:custGeom>
                <a:avLst/>
                <a:gdLst>
                  <a:gd name="T0" fmla="*/ 0 w 30"/>
                  <a:gd name="T1" fmla="*/ 318 h 318"/>
                  <a:gd name="T2" fmla="*/ 0 w 30"/>
                  <a:gd name="T3" fmla="*/ 0 h 318"/>
                </a:gdLst>
                <a:ahLst/>
                <a:cxnLst>
                  <a:cxn ang="0">
                    <a:pos x="T0" y="T1"/>
                  </a:cxn>
                  <a:cxn ang="0">
                    <a:pos x="T2" y="T3"/>
                  </a:cxn>
                </a:cxnLst>
                <a:rect l="0" t="0" r="r" b="b"/>
                <a:pathLst>
                  <a:path w="30" h="318">
                    <a:moveTo>
                      <a:pt x="0" y="318"/>
                    </a:moveTo>
                    <a:cubicBezTo>
                      <a:pt x="30" y="225"/>
                      <a:pt x="22" y="67"/>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59" name="Freeform 48"/>
              <p:cNvSpPr>
                <a:spLocks/>
              </p:cNvSpPr>
              <p:nvPr/>
            </p:nvSpPr>
            <p:spPr bwMode="auto">
              <a:xfrm rot="10800000">
                <a:off x="2923822" y="2040557"/>
                <a:ext cx="55329" cy="384617"/>
              </a:xfrm>
              <a:custGeom>
                <a:avLst/>
                <a:gdLst>
                  <a:gd name="T0" fmla="*/ 0 w 60"/>
                  <a:gd name="T1" fmla="*/ 416 h 416"/>
                  <a:gd name="T2" fmla="*/ 0 w 60"/>
                  <a:gd name="T3" fmla="*/ 0 h 416"/>
                </a:gdLst>
                <a:ahLst/>
                <a:cxnLst>
                  <a:cxn ang="0">
                    <a:pos x="T0" y="T1"/>
                  </a:cxn>
                  <a:cxn ang="0">
                    <a:pos x="T2" y="T3"/>
                  </a:cxn>
                </a:cxnLst>
                <a:rect l="0" t="0" r="r" b="b"/>
                <a:pathLst>
                  <a:path w="60" h="416">
                    <a:moveTo>
                      <a:pt x="0" y="416"/>
                    </a:moveTo>
                    <a:cubicBezTo>
                      <a:pt x="60" y="277"/>
                      <a:pt x="30" y="66"/>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60" name="Freeform 49"/>
              <p:cNvSpPr>
                <a:spLocks/>
              </p:cNvSpPr>
              <p:nvPr/>
            </p:nvSpPr>
            <p:spPr bwMode="auto">
              <a:xfrm rot="10800000">
                <a:off x="2985607" y="2022066"/>
                <a:ext cx="35042" cy="61021"/>
              </a:xfrm>
              <a:custGeom>
                <a:avLst/>
                <a:gdLst>
                  <a:gd name="T0" fmla="*/ 0 w 38"/>
                  <a:gd name="T1" fmla="*/ 66 h 66"/>
                  <a:gd name="T2" fmla="*/ 38 w 38"/>
                  <a:gd name="T3" fmla="*/ 0 h 66"/>
                </a:gdLst>
                <a:ahLst/>
                <a:cxnLst>
                  <a:cxn ang="0">
                    <a:pos x="T0" y="T1"/>
                  </a:cxn>
                  <a:cxn ang="0">
                    <a:pos x="T2" y="T3"/>
                  </a:cxn>
                </a:cxnLst>
                <a:rect l="0" t="0" r="r" b="b"/>
                <a:pathLst>
                  <a:path w="38" h="66">
                    <a:moveTo>
                      <a:pt x="0" y="66"/>
                    </a:moveTo>
                    <a:cubicBezTo>
                      <a:pt x="0" y="66"/>
                      <a:pt x="38" y="26"/>
                      <a:pt x="38"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61" name="Freeform 50"/>
              <p:cNvSpPr>
                <a:spLocks/>
              </p:cNvSpPr>
              <p:nvPr/>
            </p:nvSpPr>
            <p:spPr bwMode="auto">
              <a:xfrm rot="10800000">
                <a:off x="2985607" y="2377097"/>
                <a:ext cx="35042" cy="61021"/>
              </a:xfrm>
              <a:custGeom>
                <a:avLst/>
                <a:gdLst>
                  <a:gd name="T0" fmla="*/ 0 w 38"/>
                  <a:gd name="T1" fmla="*/ 0 h 66"/>
                  <a:gd name="T2" fmla="*/ 38 w 38"/>
                  <a:gd name="T3" fmla="*/ 66 h 66"/>
                </a:gdLst>
                <a:ahLst/>
                <a:cxnLst>
                  <a:cxn ang="0">
                    <a:pos x="T0" y="T1"/>
                  </a:cxn>
                  <a:cxn ang="0">
                    <a:pos x="T2" y="T3"/>
                  </a:cxn>
                </a:cxnLst>
                <a:rect l="0" t="0" r="r" b="b"/>
                <a:pathLst>
                  <a:path w="38" h="66">
                    <a:moveTo>
                      <a:pt x="0" y="0"/>
                    </a:moveTo>
                    <a:cubicBezTo>
                      <a:pt x="0" y="0"/>
                      <a:pt x="38" y="40"/>
                      <a:pt x="38" y="6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62" name="Freeform 51"/>
              <p:cNvSpPr>
                <a:spLocks/>
              </p:cNvSpPr>
              <p:nvPr/>
            </p:nvSpPr>
            <p:spPr bwMode="auto">
              <a:xfrm rot="10800000">
                <a:off x="2902613" y="2096030"/>
                <a:ext cx="55329" cy="268122"/>
              </a:xfrm>
              <a:custGeom>
                <a:avLst/>
                <a:gdLst>
                  <a:gd name="T0" fmla="*/ 0 w 60"/>
                  <a:gd name="T1" fmla="*/ 290 h 290"/>
                  <a:gd name="T2" fmla="*/ 0 w 60"/>
                  <a:gd name="T3" fmla="*/ 0 h 290"/>
                </a:gdLst>
                <a:ahLst/>
                <a:cxnLst>
                  <a:cxn ang="0">
                    <a:pos x="T0" y="T1"/>
                  </a:cxn>
                  <a:cxn ang="0">
                    <a:pos x="T2" y="T3"/>
                  </a:cxn>
                </a:cxnLst>
                <a:rect l="0" t="0" r="r" b="b"/>
                <a:pathLst>
                  <a:path w="60" h="290">
                    <a:moveTo>
                      <a:pt x="0" y="290"/>
                    </a:moveTo>
                    <a:cubicBezTo>
                      <a:pt x="37" y="290"/>
                      <a:pt x="60" y="26"/>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63" name="Freeform 52"/>
              <p:cNvSpPr>
                <a:spLocks/>
              </p:cNvSpPr>
              <p:nvPr/>
            </p:nvSpPr>
            <p:spPr bwMode="auto">
              <a:xfrm rot="10800000">
                <a:off x="2957942" y="2071067"/>
                <a:ext cx="130946" cy="24963"/>
              </a:xfrm>
              <a:custGeom>
                <a:avLst/>
                <a:gdLst>
                  <a:gd name="T0" fmla="*/ 0 w 142"/>
                  <a:gd name="T1" fmla="*/ 27 h 27"/>
                  <a:gd name="T2" fmla="*/ 142 w 142"/>
                  <a:gd name="T3" fmla="*/ 0 h 27"/>
                </a:gdLst>
                <a:ahLst/>
                <a:cxnLst>
                  <a:cxn ang="0">
                    <a:pos x="T0" y="T1"/>
                  </a:cxn>
                  <a:cxn ang="0">
                    <a:pos x="T2" y="T3"/>
                  </a:cxn>
                </a:cxnLst>
                <a:rect l="0" t="0" r="r" b="b"/>
                <a:pathLst>
                  <a:path w="142" h="27">
                    <a:moveTo>
                      <a:pt x="0" y="27"/>
                    </a:moveTo>
                    <a:cubicBezTo>
                      <a:pt x="0" y="27"/>
                      <a:pt x="142" y="27"/>
                      <a:pt x="142"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64" name="Freeform 53"/>
              <p:cNvSpPr>
                <a:spLocks/>
              </p:cNvSpPr>
              <p:nvPr/>
            </p:nvSpPr>
            <p:spPr bwMode="auto">
              <a:xfrm rot="10800000">
                <a:off x="2957942" y="2364153"/>
                <a:ext cx="130946" cy="24963"/>
              </a:xfrm>
              <a:custGeom>
                <a:avLst/>
                <a:gdLst>
                  <a:gd name="T0" fmla="*/ 0 w 142"/>
                  <a:gd name="T1" fmla="*/ 0 h 27"/>
                  <a:gd name="T2" fmla="*/ 142 w 142"/>
                  <a:gd name="T3" fmla="*/ 27 h 27"/>
                </a:gdLst>
                <a:ahLst/>
                <a:cxnLst>
                  <a:cxn ang="0">
                    <a:pos x="T0" y="T1"/>
                  </a:cxn>
                  <a:cxn ang="0">
                    <a:pos x="T2" y="T3"/>
                  </a:cxn>
                </a:cxnLst>
                <a:rect l="0" t="0" r="r" b="b"/>
                <a:pathLst>
                  <a:path w="142" h="27">
                    <a:moveTo>
                      <a:pt x="0" y="0"/>
                    </a:moveTo>
                    <a:cubicBezTo>
                      <a:pt x="0" y="0"/>
                      <a:pt x="142" y="0"/>
                      <a:pt x="142" y="2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65" name="Freeform 57"/>
              <p:cNvSpPr>
                <a:spLocks/>
              </p:cNvSpPr>
              <p:nvPr/>
            </p:nvSpPr>
            <p:spPr bwMode="auto">
              <a:xfrm rot="10800000">
                <a:off x="2927443" y="2220453"/>
                <a:ext cx="13832" cy="24039"/>
              </a:xfrm>
              <a:custGeom>
                <a:avLst/>
                <a:gdLst>
                  <a:gd name="T0" fmla="*/ 7 w 15"/>
                  <a:gd name="T1" fmla="*/ 26 h 26"/>
                  <a:gd name="T2" fmla="*/ 0 w 15"/>
                  <a:gd name="T3" fmla="*/ 13 h 26"/>
                  <a:gd name="T4" fmla="*/ 7 w 15"/>
                  <a:gd name="T5" fmla="*/ 0 h 26"/>
                  <a:gd name="T6" fmla="*/ 15 w 15"/>
                  <a:gd name="T7" fmla="*/ 13 h 26"/>
                  <a:gd name="T8" fmla="*/ 7 w 15"/>
                  <a:gd name="T9" fmla="*/ 26 h 26"/>
                </a:gdLst>
                <a:ahLst/>
                <a:cxnLst>
                  <a:cxn ang="0">
                    <a:pos x="T0" y="T1"/>
                  </a:cxn>
                  <a:cxn ang="0">
                    <a:pos x="T2" y="T3"/>
                  </a:cxn>
                  <a:cxn ang="0">
                    <a:pos x="T4" y="T5"/>
                  </a:cxn>
                  <a:cxn ang="0">
                    <a:pos x="T6" y="T7"/>
                  </a:cxn>
                  <a:cxn ang="0">
                    <a:pos x="T8" y="T9"/>
                  </a:cxn>
                </a:cxnLst>
                <a:rect l="0" t="0" r="r" b="b"/>
                <a:pathLst>
                  <a:path w="15" h="26">
                    <a:moveTo>
                      <a:pt x="7" y="26"/>
                    </a:moveTo>
                    <a:cubicBezTo>
                      <a:pt x="0" y="26"/>
                      <a:pt x="0" y="20"/>
                      <a:pt x="0" y="13"/>
                    </a:cubicBezTo>
                    <a:cubicBezTo>
                      <a:pt x="0" y="6"/>
                      <a:pt x="0" y="0"/>
                      <a:pt x="7" y="0"/>
                    </a:cubicBezTo>
                    <a:cubicBezTo>
                      <a:pt x="7" y="0"/>
                      <a:pt x="15" y="6"/>
                      <a:pt x="15" y="13"/>
                    </a:cubicBezTo>
                    <a:cubicBezTo>
                      <a:pt x="15" y="20"/>
                      <a:pt x="7" y="26"/>
                      <a:pt x="7" y="2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66" name="Freeform 58"/>
              <p:cNvSpPr>
                <a:spLocks/>
              </p:cNvSpPr>
              <p:nvPr/>
            </p:nvSpPr>
            <p:spPr bwMode="auto">
              <a:xfrm rot="10800000">
                <a:off x="3282541" y="2083086"/>
                <a:ext cx="13832" cy="294010"/>
              </a:xfrm>
              <a:custGeom>
                <a:avLst/>
                <a:gdLst>
                  <a:gd name="T0" fmla="*/ 0 w 15"/>
                  <a:gd name="T1" fmla="*/ 318 h 318"/>
                  <a:gd name="T2" fmla="*/ 0 w 15"/>
                  <a:gd name="T3" fmla="*/ 0 h 318"/>
                </a:gdLst>
                <a:ahLst/>
                <a:cxnLst>
                  <a:cxn ang="0">
                    <a:pos x="T0" y="T1"/>
                  </a:cxn>
                  <a:cxn ang="0">
                    <a:pos x="T2" y="T3"/>
                  </a:cxn>
                </a:cxnLst>
                <a:rect l="0" t="0" r="r" b="b"/>
                <a:pathLst>
                  <a:path w="15" h="318">
                    <a:moveTo>
                      <a:pt x="0" y="318"/>
                    </a:moveTo>
                    <a:cubicBezTo>
                      <a:pt x="15" y="271"/>
                      <a:pt x="15" y="4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67" name="Freeform 59"/>
              <p:cNvSpPr>
                <a:spLocks/>
              </p:cNvSpPr>
              <p:nvPr/>
            </p:nvSpPr>
            <p:spPr bwMode="auto">
              <a:xfrm rot="10800000">
                <a:off x="3199547" y="1986008"/>
                <a:ext cx="588335" cy="110023"/>
              </a:xfrm>
              <a:custGeom>
                <a:avLst/>
                <a:gdLst>
                  <a:gd name="T0" fmla="*/ 638 w 638"/>
                  <a:gd name="T1" fmla="*/ 80 h 119"/>
                  <a:gd name="T2" fmla="*/ 0 w 638"/>
                  <a:gd name="T3" fmla="*/ 119 h 119"/>
                </a:gdLst>
                <a:ahLst/>
                <a:cxnLst>
                  <a:cxn ang="0">
                    <a:pos x="T0" y="T1"/>
                  </a:cxn>
                  <a:cxn ang="0">
                    <a:pos x="T2" y="T3"/>
                  </a:cxn>
                </a:cxnLst>
                <a:rect l="0" t="0" r="r" b="b"/>
                <a:pathLst>
                  <a:path w="638" h="119">
                    <a:moveTo>
                      <a:pt x="638" y="80"/>
                    </a:moveTo>
                    <a:cubicBezTo>
                      <a:pt x="518" y="14"/>
                      <a:pt x="0" y="0"/>
                      <a:pt x="0" y="11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68" name="Freeform 60"/>
              <p:cNvSpPr>
                <a:spLocks/>
              </p:cNvSpPr>
              <p:nvPr/>
            </p:nvSpPr>
            <p:spPr bwMode="auto">
              <a:xfrm rot="10800000">
                <a:off x="3193092" y="2361772"/>
                <a:ext cx="594791" cy="110023"/>
              </a:xfrm>
              <a:custGeom>
                <a:avLst/>
                <a:gdLst>
                  <a:gd name="T0" fmla="*/ 645 w 645"/>
                  <a:gd name="T1" fmla="*/ 39 h 119"/>
                  <a:gd name="T2" fmla="*/ 0 w 645"/>
                  <a:gd name="T3" fmla="*/ 0 h 119"/>
                </a:gdLst>
                <a:ahLst/>
                <a:cxnLst>
                  <a:cxn ang="0">
                    <a:pos x="T0" y="T1"/>
                  </a:cxn>
                  <a:cxn ang="0">
                    <a:pos x="T2" y="T3"/>
                  </a:cxn>
                </a:cxnLst>
                <a:rect l="0" t="0" r="r" b="b"/>
                <a:pathLst>
                  <a:path w="645" h="119">
                    <a:moveTo>
                      <a:pt x="645" y="39"/>
                    </a:moveTo>
                    <a:cubicBezTo>
                      <a:pt x="525" y="105"/>
                      <a:pt x="0" y="119"/>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69" name="Freeform 61"/>
              <p:cNvSpPr>
                <a:spLocks/>
              </p:cNvSpPr>
              <p:nvPr/>
            </p:nvSpPr>
            <p:spPr bwMode="auto">
              <a:xfrm rot="10800000">
                <a:off x="3199547" y="2010046"/>
                <a:ext cx="580958" cy="12019"/>
              </a:xfrm>
              <a:custGeom>
                <a:avLst/>
                <a:gdLst>
                  <a:gd name="T0" fmla="*/ 630 w 630"/>
                  <a:gd name="T1" fmla="*/ 0 h 13"/>
                  <a:gd name="T2" fmla="*/ 0 w 630"/>
                  <a:gd name="T3" fmla="*/ 13 h 13"/>
                </a:gdLst>
                <a:ahLst/>
                <a:cxnLst>
                  <a:cxn ang="0">
                    <a:pos x="T0" y="T1"/>
                  </a:cxn>
                  <a:cxn ang="0">
                    <a:pos x="T2" y="T3"/>
                  </a:cxn>
                </a:cxnLst>
                <a:rect l="0" t="0" r="r" b="b"/>
                <a:pathLst>
                  <a:path w="630" h="13">
                    <a:moveTo>
                      <a:pt x="630" y="0"/>
                    </a:moveTo>
                    <a:cubicBezTo>
                      <a:pt x="510" y="13"/>
                      <a:pt x="270" y="13"/>
                      <a:pt x="0" y="1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70" name="Freeform 62"/>
              <p:cNvSpPr>
                <a:spLocks/>
              </p:cNvSpPr>
              <p:nvPr/>
            </p:nvSpPr>
            <p:spPr bwMode="auto">
              <a:xfrm rot="10800000">
                <a:off x="3193092" y="2438117"/>
                <a:ext cx="580958" cy="12019"/>
              </a:xfrm>
              <a:custGeom>
                <a:avLst/>
                <a:gdLst>
                  <a:gd name="T0" fmla="*/ 630 w 630"/>
                  <a:gd name="T1" fmla="*/ 13 h 13"/>
                  <a:gd name="T2" fmla="*/ 0 w 630"/>
                  <a:gd name="T3" fmla="*/ 0 h 13"/>
                </a:gdLst>
                <a:ahLst/>
                <a:cxnLst>
                  <a:cxn ang="0">
                    <a:pos x="T0" y="T1"/>
                  </a:cxn>
                  <a:cxn ang="0">
                    <a:pos x="T2" y="T3"/>
                  </a:cxn>
                </a:cxnLst>
                <a:rect l="0" t="0" r="r" b="b"/>
                <a:pathLst>
                  <a:path w="630" h="13">
                    <a:moveTo>
                      <a:pt x="630" y="13"/>
                    </a:moveTo>
                    <a:cubicBezTo>
                      <a:pt x="510" y="0"/>
                      <a:pt x="270" y="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71" name="Freeform 63"/>
              <p:cNvSpPr>
                <a:spLocks/>
              </p:cNvSpPr>
              <p:nvPr/>
            </p:nvSpPr>
            <p:spPr bwMode="auto">
              <a:xfrm rot="10800000">
                <a:off x="3227212" y="2022066"/>
                <a:ext cx="525629" cy="61021"/>
              </a:xfrm>
              <a:custGeom>
                <a:avLst/>
                <a:gdLst>
                  <a:gd name="T0" fmla="*/ 570 w 570"/>
                  <a:gd name="T1" fmla="*/ 66 h 66"/>
                  <a:gd name="T2" fmla="*/ 0 w 570"/>
                  <a:gd name="T3" fmla="*/ 66 h 66"/>
                </a:gdLst>
                <a:ahLst/>
                <a:cxnLst>
                  <a:cxn ang="0">
                    <a:pos x="T0" y="T1"/>
                  </a:cxn>
                  <a:cxn ang="0">
                    <a:pos x="T2" y="T3"/>
                  </a:cxn>
                </a:cxnLst>
                <a:rect l="0" t="0" r="r" b="b"/>
                <a:pathLst>
                  <a:path w="570" h="66">
                    <a:moveTo>
                      <a:pt x="570" y="66"/>
                    </a:moveTo>
                    <a:cubicBezTo>
                      <a:pt x="420" y="0"/>
                      <a:pt x="37" y="26"/>
                      <a:pt x="0" y="6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72" name="Freeform 64"/>
              <p:cNvSpPr>
                <a:spLocks/>
              </p:cNvSpPr>
              <p:nvPr/>
            </p:nvSpPr>
            <p:spPr bwMode="auto">
              <a:xfrm rot="10800000">
                <a:off x="3227212" y="2022066"/>
                <a:ext cx="525629" cy="0"/>
              </a:xfrm>
              <a:custGeom>
                <a:avLst/>
                <a:gdLst>
                  <a:gd name="T0" fmla="*/ 570 w 570"/>
                  <a:gd name="T1" fmla="*/ 0 w 570"/>
                </a:gdLst>
                <a:ahLst/>
                <a:cxnLst>
                  <a:cxn ang="0">
                    <a:pos x="T0" y="0"/>
                  </a:cxn>
                  <a:cxn ang="0">
                    <a:pos x="T1" y="0"/>
                  </a:cxn>
                </a:cxnLst>
                <a:rect l="0" t="0" r="r" b="b"/>
                <a:pathLst>
                  <a:path w="570">
                    <a:moveTo>
                      <a:pt x="570" y="0"/>
                    </a:moveTo>
                    <a:cubicBezTo>
                      <a:pt x="360" y="0"/>
                      <a:pt x="90" y="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73" name="Freeform 65"/>
              <p:cNvSpPr>
                <a:spLocks/>
              </p:cNvSpPr>
              <p:nvPr/>
            </p:nvSpPr>
            <p:spPr bwMode="auto">
              <a:xfrm rot="10800000">
                <a:off x="3517691" y="2010046"/>
                <a:ext cx="21210" cy="49002"/>
              </a:xfrm>
              <a:custGeom>
                <a:avLst/>
                <a:gdLst>
                  <a:gd name="T0" fmla="*/ 23 w 23"/>
                  <a:gd name="T1" fmla="*/ 0 h 53"/>
                  <a:gd name="T2" fmla="*/ 0 w 23"/>
                  <a:gd name="T3" fmla="*/ 53 h 53"/>
                </a:gdLst>
                <a:ahLst/>
                <a:cxnLst>
                  <a:cxn ang="0">
                    <a:pos x="T0" y="T1"/>
                  </a:cxn>
                  <a:cxn ang="0">
                    <a:pos x="T2" y="T3"/>
                  </a:cxn>
                </a:cxnLst>
                <a:rect l="0" t="0" r="r" b="b"/>
                <a:pathLst>
                  <a:path w="23" h="53">
                    <a:moveTo>
                      <a:pt x="23" y="0"/>
                    </a:moveTo>
                    <a:cubicBezTo>
                      <a:pt x="15" y="13"/>
                      <a:pt x="0" y="40"/>
                      <a:pt x="0" y="5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74" name="Freeform 66"/>
              <p:cNvSpPr>
                <a:spLocks/>
              </p:cNvSpPr>
              <p:nvPr/>
            </p:nvSpPr>
            <p:spPr bwMode="auto">
              <a:xfrm rot="10800000">
                <a:off x="3483571" y="2010046"/>
                <a:ext cx="13832" cy="49002"/>
              </a:xfrm>
              <a:custGeom>
                <a:avLst/>
                <a:gdLst>
                  <a:gd name="T0" fmla="*/ 15 w 15"/>
                  <a:gd name="T1" fmla="*/ 0 h 53"/>
                  <a:gd name="T2" fmla="*/ 0 w 15"/>
                  <a:gd name="T3" fmla="*/ 53 h 53"/>
                </a:gdLst>
                <a:ahLst/>
                <a:cxnLst>
                  <a:cxn ang="0">
                    <a:pos x="T0" y="T1"/>
                  </a:cxn>
                  <a:cxn ang="0">
                    <a:pos x="T2" y="T3"/>
                  </a:cxn>
                </a:cxnLst>
                <a:rect l="0" t="0" r="r" b="b"/>
                <a:pathLst>
                  <a:path w="15" h="53">
                    <a:moveTo>
                      <a:pt x="15" y="0"/>
                    </a:moveTo>
                    <a:cubicBezTo>
                      <a:pt x="15" y="13"/>
                      <a:pt x="8" y="40"/>
                      <a:pt x="0" y="5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75" name="Freeform 67"/>
              <p:cNvSpPr>
                <a:spLocks/>
              </p:cNvSpPr>
              <p:nvPr/>
            </p:nvSpPr>
            <p:spPr bwMode="auto">
              <a:xfrm rot="10800000">
                <a:off x="3503858" y="1986008"/>
                <a:ext cx="27665" cy="73040"/>
              </a:xfrm>
              <a:custGeom>
                <a:avLst/>
                <a:gdLst>
                  <a:gd name="T0" fmla="*/ 30 w 30"/>
                  <a:gd name="T1" fmla="*/ 0 h 79"/>
                  <a:gd name="T2" fmla="*/ 0 w 30"/>
                  <a:gd name="T3" fmla="*/ 79 h 79"/>
                </a:gdLst>
                <a:ahLst/>
                <a:cxnLst>
                  <a:cxn ang="0">
                    <a:pos x="T0" y="T1"/>
                  </a:cxn>
                  <a:cxn ang="0">
                    <a:pos x="T2" y="T3"/>
                  </a:cxn>
                </a:cxnLst>
                <a:rect l="0" t="0" r="r" b="b"/>
                <a:pathLst>
                  <a:path w="30" h="79">
                    <a:moveTo>
                      <a:pt x="30" y="0"/>
                    </a:moveTo>
                    <a:cubicBezTo>
                      <a:pt x="22" y="26"/>
                      <a:pt x="7" y="66"/>
                      <a:pt x="0" y="7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76" name="Freeform 92"/>
              <p:cNvSpPr>
                <a:spLocks/>
              </p:cNvSpPr>
              <p:nvPr/>
            </p:nvSpPr>
            <p:spPr bwMode="auto">
              <a:xfrm rot="10800000">
                <a:off x="3234589" y="2374716"/>
                <a:ext cx="525629" cy="61021"/>
              </a:xfrm>
              <a:custGeom>
                <a:avLst/>
                <a:gdLst>
                  <a:gd name="T0" fmla="*/ 570 w 570"/>
                  <a:gd name="T1" fmla="*/ 0 h 66"/>
                  <a:gd name="T2" fmla="*/ 0 w 570"/>
                  <a:gd name="T3" fmla="*/ 0 h 66"/>
                </a:gdLst>
                <a:ahLst/>
                <a:cxnLst>
                  <a:cxn ang="0">
                    <a:pos x="T0" y="T1"/>
                  </a:cxn>
                  <a:cxn ang="0">
                    <a:pos x="T2" y="T3"/>
                  </a:cxn>
                </a:cxnLst>
                <a:rect l="0" t="0" r="r" b="b"/>
                <a:pathLst>
                  <a:path w="570" h="66">
                    <a:moveTo>
                      <a:pt x="570" y="0"/>
                    </a:moveTo>
                    <a:cubicBezTo>
                      <a:pt x="420" y="66"/>
                      <a:pt x="38" y="3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77" name="Freeform 93"/>
              <p:cNvSpPr>
                <a:spLocks/>
              </p:cNvSpPr>
              <p:nvPr/>
            </p:nvSpPr>
            <p:spPr bwMode="auto">
              <a:xfrm rot="10800000">
                <a:off x="3234589" y="2438117"/>
                <a:ext cx="525629" cy="0"/>
              </a:xfrm>
              <a:custGeom>
                <a:avLst/>
                <a:gdLst>
                  <a:gd name="T0" fmla="*/ 570 w 570"/>
                  <a:gd name="T1" fmla="*/ 0 w 570"/>
                </a:gdLst>
                <a:ahLst/>
                <a:cxnLst>
                  <a:cxn ang="0">
                    <a:pos x="T0" y="0"/>
                  </a:cxn>
                  <a:cxn ang="0">
                    <a:pos x="T1" y="0"/>
                  </a:cxn>
                </a:cxnLst>
                <a:rect l="0" t="0" r="r" b="b"/>
                <a:pathLst>
                  <a:path w="570">
                    <a:moveTo>
                      <a:pt x="570" y="0"/>
                    </a:moveTo>
                    <a:cubicBezTo>
                      <a:pt x="360" y="0"/>
                      <a:pt x="90" y="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78" name="Freeform 94"/>
              <p:cNvSpPr>
                <a:spLocks/>
              </p:cNvSpPr>
              <p:nvPr/>
            </p:nvSpPr>
            <p:spPr bwMode="auto">
              <a:xfrm rot="10800000">
                <a:off x="3525068" y="2401135"/>
                <a:ext cx="20287" cy="49002"/>
              </a:xfrm>
              <a:custGeom>
                <a:avLst/>
                <a:gdLst>
                  <a:gd name="T0" fmla="*/ 22 w 22"/>
                  <a:gd name="T1" fmla="*/ 53 h 53"/>
                  <a:gd name="T2" fmla="*/ 0 w 22"/>
                  <a:gd name="T3" fmla="*/ 0 h 53"/>
                </a:gdLst>
                <a:ahLst/>
                <a:cxnLst>
                  <a:cxn ang="0">
                    <a:pos x="T0" y="T1"/>
                  </a:cxn>
                  <a:cxn ang="0">
                    <a:pos x="T2" y="T3"/>
                  </a:cxn>
                </a:cxnLst>
                <a:rect l="0" t="0" r="r" b="b"/>
                <a:pathLst>
                  <a:path w="22" h="53">
                    <a:moveTo>
                      <a:pt x="22" y="53"/>
                    </a:moveTo>
                    <a:cubicBezTo>
                      <a:pt x="15" y="33"/>
                      <a:pt x="0" y="1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79" name="Freeform 95"/>
              <p:cNvSpPr>
                <a:spLocks/>
              </p:cNvSpPr>
              <p:nvPr/>
            </p:nvSpPr>
            <p:spPr bwMode="auto">
              <a:xfrm rot="10800000">
                <a:off x="3490026" y="2401135"/>
                <a:ext cx="13832" cy="49002"/>
              </a:xfrm>
              <a:custGeom>
                <a:avLst/>
                <a:gdLst>
                  <a:gd name="T0" fmla="*/ 15 w 15"/>
                  <a:gd name="T1" fmla="*/ 53 h 53"/>
                  <a:gd name="T2" fmla="*/ 0 w 15"/>
                  <a:gd name="T3" fmla="*/ 0 h 53"/>
                </a:gdLst>
                <a:ahLst/>
                <a:cxnLst>
                  <a:cxn ang="0">
                    <a:pos x="T0" y="T1"/>
                  </a:cxn>
                  <a:cxn ang="0">
                    <a:pos x="T2" y="T3"/>
                  </a:cxn>
                </a:cxnLst>
                <a:rect l="0" t="0" r="r" b="b"/>
                <a:pathLst>
                  <a:path w="15" h="53">
                    <a:moveTo>
                      <a:pt x="15" y="53"/>
                    </a:moveTo>
                    <a:cubicBezTo>
                      <a:pt x="15" y="33"/>
                      <a:pt x="7" y="1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80" name="Freeform 96"/>
              <p:cNvSpPr>
                <a:spLocks/>
              </p:cNvSpPr>
              <p:nvPr/>
            </p:nvSpPr>
            <p:spPr bwMode="auto">
              <a:xfrm rot="10800000">
                <a:off x="3508855" y="2401504"/>
                <a:ext cx="27665" cy="72000"/>
              </a:xfrm>
              <a:custGeom>
                <a:avLst/>
                <a:gdLst>
                  <a:gd name="T0" fmla="*/ 30 w 30"/>
                  <a:gd name="T1" fmla="*/ 86 h 86"/>
                  <a:gd name="T2" fmla="*/ 0 w 30"/>
                  <a:gd name="T3" fmla="*/ 0 h 86"/>
                </a:gdLst>
                <a:ahLst/>
                <a:cxnLst>
                  <a:cxn ang="0">
                    <a:pos x="T0" y="T1"/>
                  </a:cxn>
                  <a:cxn ang="0">
                    <a:pos x="T2" y="T3"/>
                  </a:cxn>
                </a:cxnLst>
                <a:rect l="0" t="0" r="r" b="b"/>
                <a:pathLst>
                  <a:path w="30" h="86">
                    <a:moveTo>
                      <a:pt x="30" y="86"/>
                    </a:moveTo>
                    <a:cubicBezTo>
                      <a:pt x="23" y="60"/>
                      <a:pt x="8" y="1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81" name="Freeform 121"/>
              <p:cNvSpPr>
                <a:spLocks/>
              </p:cNvSpPr>
              <p:nvPr/>
            </p:nvSpPr>
            <p:spPr bwMode="auto">
              <a:xfrm rot="10800000">
                <a:off x="3586852" y="2035009"/>
                <a:ext cx="193653" cy="36058"/>
              </a:xfrm>
              <a:custGeom>
                <a:avLst/>
                <a:gdLst>
                  <a:gd name="T0" fmla="*/ 0 w 210"/>
                  <a:gd name="T1" fmla="*/ 39 h 39"/>
                  <a:gd name="T2" fmla="*/ 210 w 210"/>
                  <a:gd name="T3" fmla="*/ 0 h 39"/>
                </a:gdLst>
                <a:ahLst/>
                <a:cxnLst>
                  <a:cxn ang="0">
                    <a:pos x="T0" y="T1"/>
                  </a:cxn>
                  <a:cxn ang="0">
                    <a:pos x="T2" y="T3"/>
                  </a:cxn>
                </a:cxnLst>
                <a:rect l="0" t="0" r="r" b="b"/>
                <a:pathLst>
                  <a:path w="210" h="39">
                    <a:moveTo>
                      <a:pt x="0" y="39"/>
                    </a:moveTo>
                    <a:cubicBezTo>
                      <a:pt x="60" y="26"/>
                      <a:pt x="150" y="0"/>
                      <a:pt x="21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82" name="Freeform 122"/>
              <p:cNvSpPr>
                <a:spLocks/>
              </p:cNvSpPr>
              <p:nvPr/>
            </p:nvSpPr>
            <p:spPr bwMode="auto">
              <a:xfrm rot="10800000">
                <a:off x="3586852" y="2389116"/>
                <a:ext cx="193653" cy="36058"/>
              </a:xfrm>
              <a:custGeom>
                <a:avLst/>
                <a:gdLst>
                  <a:gd name="T0" fmla="*/ 0 w 210"/>
                  <a:gd name="T1" fmla="*/ 0 h 39"/>
                  <a:gd name="T2" fmla="*/ 210 w 210"/>
                  <a:gd name="T3" fmla="*/ 39 h 39"/>
                </a:gdLst>
                <a:ahLst/>
                <a:cxnLst>
                  <a:cxn ang="0">
                    <a:pos x="T0" y="T1"/>
                  </a:cxn>
                  <a:cxn ang="0">
                    <a:pos x="T2" y="T3"/>
                  </a:cxn>
                </a:cxnLst>
                <a:rect l="0" t="0" r="r" b="b"/>
                <a:pathLst>
                  <a:path w="210" h="39">
                    <a:moveTo>
                      <a:pt x="0" y="0"/>
                    </a:moveTo>
                    <a:cubicBezTo>
                      <a:pt x="60" y="13"/>
                      <a:pt x="150" y="39"/>
                      <a:pt x="210" y="3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83" name="Freeform 123"/>
              <p:cNvSpPr>
                <a:spLocks/>
              </p:cNvSpPr>
              <p:nvPr/>
            </p:nvSpPr>
            <p:spPr bwMode="auto">
              <a:xfrm rot="10800000">
                <a:off x="3711343" y="1949025"/>
                <a:ext cx="41497" cy="55474"/>
              </a:xfrm>
              <a:custGeom>
                <a:avLst/>
                <a:gdLst>
                  <a:gd name="T0" fmla="*/ 45 w 45"/>
                  <a:gd name="T1" fmla="*/ 53 h 60"/>
                  <a:gd name="T2" fmla="*/ 0 w 45"/>
                  <a:gd name="T3" fmla="*/ 0 h 60"/>
                </a:gdLst>
                <a:ahLst/>
                <a:cxnLst>
                  <a:cxn ang="0">
                    <a:pos x="T0" y="T1"/>
                  </a:cxn>
                  <a:cxn ang="0">
                    <a:pos x="T2" y="T3"/>
                  </a:cxn>
                </a:cxnLst>
                <a:rect l="0" t="0" r="r" b="b"/>
                <a:pathLst>
                  <a:path w="45" h="60">
                    <a:moveTo>
                      <a:pt x="45" y="53"/>
                    </a:moveTo>
                    <a:cubicBezTo>
                      <a:pt x="30" y="60"/>
                      <a:pt x="7" y="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84" name="Freeform 124"/>
              <p:cNvSpPr>
                <a:spLocks/>
              </p:cNvSpPr>
              <p:nvPr/>
            </p:nvSpPr>
            <p:spPr bwMode="auto">
              <a:xfrm rot="10800000">
                <a:off x="3711343" y="1955497"/>
                <a:ext cx="41497" cy="73040"/>
              </a:xfrm>
              <a:custGeom>
                <a:avLst/>
                <a:gdLst>
                  <a:gd name="T0" fmla="*/ 0 w 45"/>
                  <a:gd name="T1" fmla="*/ 26 h 79"/>
                  <a:gd name="T2" fmla="*/ 45 w 45"/>
                  <a:gd name="T3" fmla="*/ 79 h 79"/>
                </a:gdLst>
                <a:ahLst/>
                <a:cxnLst>
                  <a:cxn ang="0">
                    <a:pos x="T0" y="T1"/>
                  </a:cxn>
                  <a:cxn ang="0">
                    <a:pos x="T2" y="T3"/>
                  </a:cxn>
                </a:cxnLst>
                <a:rect l="0" t="0" r="r" b="b"/>
                <a:pathLst>
                  <a:path w="45" h="79">
                    <a:moveTo>
                      <a:pt x="0" y="26"/>
                    </a:moveTo>
                    <a:cubicBezTo>
                      <a:pt x="30" y="0"/>
                      <a:pt x="45" y="73"/>
                      <a:pt x="45" y="7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85" name="Freeform 125"/>
              <p:cNvSpPr>
                <a:spLocks/>
              </p:cNvSpPr>
              <p:nvPr/>
            </p:nvSpPr>
            <p:spPr bwMode="auto">
              <a:xfrm rot="10800000">
                <a:off x="3697511" y="1955497"/>
                <a:ext cx="41497" cy="73040"/>
              </a:xfrm>
              <a:custGeom>
                <a:avLst/>
                <a:gdLst>
                  <a:gd name="T0" fmla="*/ 0 w 45"/>
                  <a:gd name="T1" fmla="*/ 13 h 79"/>
                  <a:gd name="T2" fmla="*/ 30 w 45"/>
                  <a:gd name="T3" fmla="*/ 79 h 79"/>
                </a:gdLst>
                <a:ahLst/>
                <a:cxnLst>
                  <a:cxn ang="0">
                    <a:pos x="T0" y="T1"/>
                  </a:cxn>
                  <a:cxn ang="0">
                    <a:pos x="T2" y="T3"/>
                  </a:cxn>
                </a:cxnLst>
                <a:rect l="0" t="0" r="r" b="b"/>
                <a:pathLst>
                  <a:path w="45" h="79">
                    <a:moveTo>
                      <a:pt x="0" y="13"/>
                    </a:moveTo>
                    <a:cubicBezTo>
                      <a:pt x="15" y="0"/>
                      <a:pt x="45" y="79"/>
                      <a:pt x="30" y="7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86" name="Freeform 126"/>
              <p:cNvSpPr>
                <a:spLocks/>
              </p:cNvSpPr>
              <p:nvPr/>
            </p:nvSpPr>
            <p:spPr bwMode="auto">
              <a:xfrm rot="10800000">
                <a:off x="3711343" y="2450137"/>
                <a:ext cx="41497" cy="61021"/>
              </a:xfrm>
              <a:custGeom>
                <a:avLst/>
                <a:gdLst>
                  <a:gd name="T0" fmla="*/ 45 w 45"/>
                  <a:gd name="T1" fmla="*/ 13 h 66"/>
                  <a:gd name="T2" fmla="*/ 0 w 45"/>
                  <a:gd name="T3" fmla="*/ 66 h 66"/>
                </a:gdLst>
                <a:ahLst/>
                <a:cxnLst>
                  <a:cxn ang="0">
                    <a:pos x="T0" y="T1"/>
                  </a:cxn>
                  <a:cxn ang="0">
                    <a:pos x="T2" y="T3"/>
                  </a:cxn>
                </a:cxnLst>
                <a:rect l="0" t="0" r="r" b="b"/>
                <a:pathLst>
                  <a:path w="45" h="66">
                    <a:moveTo>
                      <a:pt x="45" y="13"/>
                    </a:moveTo>
                    <a:cubicBezTo>
                      <a:pt x="30" y="0"/>
                      <a:pt x="7" y="66"/>
                      <a:pt x="0" y="6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87" name="Freeform 127"/>
              <p:cNvSpPr>
                <a:spLocks/>
              </p:cNvSpPr>
              <p:nvPr/>
            </p:nvSpPr>
            <p:spPr bwMode="auto">
              <a:xfrm rot="10800000">
                <a:off x="3711343" y="2425174"/>
                <a:ext cx="41497" cy="73965"/>
              </a:xfrm>
              <a:custGeom>
                <a:avLst/>
                <a:gdLst>
                  <a:gd name="T0" fmla="*/ 0 w 45"/>
                  <a:gd name="T1" fmla="*/ 53 h 80"/>
                  <a:gd name="T2" fmla="*/ 45 w 45"/>
                  <a:gd name="T3" fmla="*/ 0 h 80"/>
                </a:gdLst>
                <a:ahLst/>
                <a:cxnLst>
                  <a:cxn ang="0">
                    <a:pos x="T0" y="T1"/>
                  </a:cxn>
                  <a:cxn ang="0">
                    <a:pos x="T2" y="T3"/>
                  </a:cxn>
                </a:cxnLst>
                <a:rect l="0" t="0" r="r" b="b"/>
                <a:pathLst>
                  <a:path w="45" h="80">
                    <a:moveTo>
                      <a:pt x="0" y="53"/>
                    </a:moveTo>
                    <a:cubicBezTo>
                      <a:pt x="30" y="80"/>
                      <a:pt x="45" y="0"/>
                      <a:pt x="4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88" name="Freeform 128"/>
              <p:cNvSpPr>
                <a:spLocks/>
              </p:cNvSpPr>
              <p:nvPr/>
            </p:nvSpPr>
            <p:spPr bwMode="auto">
              <a:xfrm rot="10800000">
                <a:off x="3697511" y="2425174"/>
                <a:ext cx="41497" cy="73965"/>
              </a:xfrm>
              <a:custGeom>
                <a:avLst/>
                <a:gdLst>
                  <a:gd name="T0" fmla="*/ 0 w 45"/>
                  <a:gd name="T1" fmla="*/ 60 h 80"/>
                  <a:gd name="T2" fmla="*/ 30 w 45"/>
                  <a:gd name="T3" fmla="*/ 0 h 80"/>
                </a:gdLst>
                <a:ahLst/>
                <a:cxnLst>
                  <a:cxn ang="0">
                    <a:pos x="T0" y="T1"/>
                  </a:cxn>
                  <a:cxn ang="0">
                    <a:pos x="T2" y="T3"/>
                  </a:cxn>
                </a:cxnLst>
                <a:rect l="0" t="0" r="r" b="b"/>
                <a:pathLst>
                  <a:path w="45" h="80">
                    <a:moveTo>
                      <a:pt x="0" y="60"/>
                    </a:moveTo>
                    <a:cubicBezTo>
                      <a:pt x="15" y="80"/>
                      <a:pt x="45" y="0"/>
                      <a:pt x="3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89" name="Rectangle 69"/>
              <p:cNvSpPr>
                <a:spLocks noChangeArrowheads="1"/>
              </p:cNvSpPr>
              <p:nvPr/>
            </p:nvSpPr>
            <p:spPr bwMode="auto">
              <a:xfrm rot="10800000">
                <a:off x="3535015" y="2458808"/>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90" name="Rectangle 69"/>
              <p:cNvSpPr>
                <a:spLocks noChangeArrowheads="1"/>
              </p:cNvSpPr>
              <p:nvPr/>
            </p:nvSpPr>
            <p:spPr bwMode="auto">
              <a:xfrm rot="10800000">
                <a:off x="3562940" y="2458808"/>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91" name="Rectangle 69"/>
              <p:cNvSpPr>
                <a:spLocks noChangeArrowheads="1"/>
              </p:cNvSpPr>
              <p:nvPr/>
            </p:nvSpPr>
            <p:spPr bwMode="auto">
              <a:xfrm rot="10800000">
                <a:off x="3535031" y="1987386"/>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92" name="Rectangle 69"/>
              <p:cNvSpPr>
                <a:spLocks noChangeArrowheads="1"/>
              </p:cNvSpPr>
              <p:nvPr/>
            </p:nvSpPr>
            <p:spPr bwMode="auto">
              <a:xfrm rot="10800000">
                <a:off x="3562956" y="1987386"/>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93" name="Rectangle 69"/>
              <p:cNvSpPr>
                <a:spLocks noChangeArrowheads="1"/>
              </p:cNvSpPr>
              <p:nvPr/>
            </p:nvSpPr>
            <p:spPr bwMode="auto">
              <a:xfrm rot="10800000">
                <a:off x="3282645" y="2454062"/>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94" name="Rectangle 69"/>
              <p:cNvSpPr>
                <a:spLocks noChangeArrowheads="1"/>
              </p:cNvSpPr>
              <p:nvPr/>
            </p:nvSpPr>
            <p:spPr bwMode="auto">
              <a:xfrm rot="10800000">
                <a:off x="3310570" y="2454062"/>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95" name="Rectangle 69"/>
              <p:cNvSpPr>
                <a:spLocks noChangeArrowheads="1"/>
              </p:cNvSpPr>
              <p:nvPr/>
            </p:nvSpPr>
            <p:spPr bwMode="auto">
              <a:xfrm rot="10800000">
                <a:off x="3282661" y="1992164"/>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sp>
            <p:nvSpPr>
              <p:cNvPr id="196" name="Rectangle 69"/>
              <p:cNvSpPr>
                <a:spLocks noChangeArrowheads="1"/>
              </p:cNvSpPr>
              <p:nvPr/>
            </p:nvSpPr>
            <p:spPr bwMode="auto">
              <a:xfrm rot="10800000">
                <a:off x="3310586" y="1992164"/>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76">
                  <a:latin typeface="Cambria" pitchFamily="18" charset="0"/>
                </a:endParaRPr>
              </a:p>
            </p:txBody>
          </p:sp>
        </p:grpSp>
      </p:grpSp>
      <p:grpSp>
        <p:nvGrpSpPr>
          <p:cNvPr id="10" name="组合 9"/>
          <p:cNvGrpSpPr/>
          <p:nvPr/>
        </p:nvGrpSpPr>
        <p:grpSpPr>
          <a:xfrm>
            <a:off x="1874058" y="2699338"/>
            <a:ext cx="2052734" cy="2423612"/>
            <a:chOff x="605946" y="2631065"/>
            <a:chExt cx="2052734" cy="2491885"/>
          </a:xfrm>
        </p:grpSpPr>
        <p:pic>
          <p:nvPicPr>
            <p:cNvPr id="2" name="图片 1"/>
            <p:cNvPicPr>
              <a:picLocks noChangeAspect="1"/>
            </p:cNvPicPr>
            <p:nvPr/>
          </p:nvPicPr>
          <p:blipFill rotWithShape="1">
            <a:blip r:embed="rId5"/>
            <a:srcRect t="1097" b="-1"/>
            <a:stretch/>
          </p:blipFill>
          <p:spPr>
            <a:xfrm>
              <a:off x="605946" y="2631065"/>
              <a:ext cx="1966312" cy="2491885"/>
            </a:xfrm>
            <a:prstGeom prst="rect">
              <a:avLst/>
            </a:prstGeom>
          </p:spPr>
        </p:pic>
        <p:sp>
          <p:nvSpPr>
            <p:cNvPr id="197" name="TextBox 209"/>
            <p:cNvSpPr txBox="1"/>
            <p:nvPr/>
          </p:nvSpPr>
          <p:spPr>
            <a:xfrm>
              <a:off x="2156810" y="3417234"/>
              <a:ext cx="501870" cy="205349"/>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zh-CN" altLang="en-US" sz="800" dirty="0" smtClean="0"/>
                <a:t>主边界</a:t>
              </a:r>
              <a:endParaRPr lang="zh-CN" altLang="en-US" sz="800" dirty="0"/>
            </a:p>
          </p:txBody>
        </p:sp>
        <p:sp>
          <p:nvSpPr>
            <p:cNvPr id="198" name="TextBox 209"/>
            <p:cNvSpPr txBox="1"/>
            <p:nvPr/>
          </p:nvSpPr>
          <p:spPr>
            <a:xfrm>
              <a:off x="718068" y="3401916"/>
              <a:ext cx="501870" cy="205349"/>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zh-CN" altLang="en-US" sz="800" dirty="0" smtClean="0"/>
                <a:t>子边界</a:t>
              </a:r>
              <a:endParaRPr lang="zh-CN" altLang="en-US" sz="800" dirty="0"/>
            </a:p>
          </p:txBody>
        </p:sp>
      </p:grpSp>
    </p:spTree>
    <p:custDataLst>
      <p:tags r:id="rId1"/>
    </p:custDataLst>
    <p:extLst>
      <p:ext uri="{BB962C8B-B14F-4D97-AF65-F5344CB8AC3E}">
        <p14:creationId xmlns:p14="http://schemas.microsoft.com/office/powerpoint/2010/main" val="19135003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79202" y="233084"/>
            <a:ext cx="677732" cy="4034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1323" tIns="35662" rIns="71323" bIns="35662" rtlCol="0" anchor="ctr"/>
          <a:lstStyle/>
          <a:p>
            <a:pPr algn="ctr"/>
            <a:r>
              <a:rPr lang="en-US" altLang="zh-CN" sz="2200" b="1" dirty="0" smtClean="0">
                <a:solidFill>
                  <a:schemeClr val="tx1"/>
                </a:solidFill>
                <a:latin typeface="微软雅黑" panose="020B0503020204020204" pitchFamily="34" charset="-122"/>
                <a:ea typeface="微软雅黑" panose="020B0503020204020204" pitchFamily="34" charset="-122"/>
              </a:rPr>
              <a:t>03</a:t>
            </a:r>
            <a:endParaRPr lang="zh-CN" altLang="en-US" sz="2200" b="1" dirty="0">
              <a:solidFill>
                <a:schemeClr val="tx1"/>
              </a:solidFill>
              <a:latin typeface="微软雅黑" panose="020B0503020204020204" pitchFamily="34" charset="-122"/>
              <a:ea typeface="微软雅黑" panose="020B0503020204020204" pitchFamily="34" charset="-122"/>
            </a:endParaRPr>
          </a:p>
        </p:txBody>
      </p:sp>
      <p:sp>
        <p:nvSpPr>
          <p:cNvPr id="31" name="标题 1"/>
          <p:cNvSpPr txBox="1"/>
          <p:nvPr/>
        </p:nvSpPr>
        <p:spPr bwMode="auto">
          <a:xfrm>
            <a:off x="1056937" y="210144"/>
            <a:ext cx="3416007" cy="476250"/>
          </a:xfrm>
          <a:prstGeom prst="rect">
            <a:avLst/>
          </a:prstGeom>
          <a:noFill/>
          <a:ln w="9525">
            <a:noFill/>
            <a:miter lim="800000"/>
          </a:ln>
        </p:spPr>
        <p:txBody>
          <a:bodyPr lIns="91429" tIns="45714" rIns="91429" bIns="45714" anchor="ctr"/>
          <a:lstStyle/>
          <a:p>
            <a:r>
              <a:rPr lang="zh-CN" altLang="en-US" sz="2400" b="1" dirty="0" smtClean="0">
                <a:solidFill>
                  <a:srgbClr val="7F7F7F"/>
                </a:solidFill>
                <a:latin typeface="+mn-ea"/>
                <a:ea typeface="+mn-ea"/>
                <a:cs typeface="Arial Unicode MS" panose="020B0604020202020204" pitchFamily="34" charset="-122"/>
              </a:rPr>
              <a:t>地图边界构建原理介绍</a:t>
            </a:r>
            <a:endParaRPr lang="zh-CN" altLang="en-US" sz="2400" b="1" dirty="0">
              <a:solidFill>
                <a:srgbClr val="7F7F7F"/>
              </a:solidFill>
              <a:latin typeface="+mn-ea"/>
              <a:ea typeface="+mn-ea"/>
              <a:cs typeface="Arial Unicode MS" panose="020B0604020202020204" pitchFamily="34" charset="-122"/>
            </a:endParaRPr>
          </a:p>
        </p:txBody>
      </p:sp>
      <p:sp>
        <p:nvSpPr>
          <p:cNvPr id="13" name="TextBox 12"/>
          <p:cNvSpPr txBox="1"/>
          <p:nvPr/>
        </p:nvSpPr>
        <p:spPr>
          <a:xfrm>
            <a:off x="8618220" y="5345966"/>
            <a:ext cx="454732" cy="338554"/>
          </a:xfrm>
          <a:prstGeom prst="rect">
            <a:avLst/>
          </a:prstGeom>
          <a:solidFill>
            <a:schemeClr val="bg1"/>
          </a:solidFill>
          <a:ln>
            <a:solidFill>
              <a:schemeClr val="bg1"/>
            </a:solidFill>
          </a:ln>
        </p:spPr>
        <p:txBody>
          <a:bodyPr wrap="square" rtlCol="0">
            <a:spAutoFit/>
          </a:bodyPr>
          <a:lstStyle/>
          <a:p>
            <a:r>
              <a:rPr lang="en-US" altLang="zh-CN" sz="1600" dirty="0" smtClean="0">
                <a:latin typeface="+mn-ea"/>
                <a:ea typeface="+mn-ea"/>
              </a:rPr>
              <a:t>  </a:t>
            </a:r>
            <a:endParaRPr lang="zh-CN" altLang="en-US" sz="1600" dirty="0">
              <a:latin typeface="+mn-ea"/>
              <a:ea typeface="+mn-ea"/>
            </a:endParaRPr>
          </a:p>
        </p:txBody>
      </p:sp>
      <p:sp>
        <p:nvSpPr>
          <p:cNvPr id="5"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TextBox 20"/>
          <p:cNvSpPr txBox="1"/>
          <p:nvPr/>
        </p:nvSpPr>
        <p:spPr>
          <a:xfrm>
            <a:off x="0" y="815513"/>
            <a:ext cx="8393635" cy="461665"/>
          </a:xfrm>
          <a:prstGeom prst="rect">
            <a:avLst/>
          </a:prstGeom>
          <a:noFill/>
        </p:spPr>
        <p:txBody>
          <a:bodyPr wrap="square" rtlCol="0">
            <a:spAutoFit/>
          </a:bodyPr>
          <a:lstStyle/>
          <a:p>
            <a:pPr marL="742950" lvl="2" indent="-285750">
              <a:lnSpc>
                <a:spcPct val="150000"/>
              </a:lnSpc>
              <a:buFont typeface="Wingdings" panose="05000000000000000000" pitchFamily="2" charset="2"/>
              <a:buChar char="p"/>
            </a:pPr>
            <a:r>
              <a:rPr lang="zh-CN" altLang="en-US" sz="1600" dirty="0" smtClean="0">
                <a:latin typeface="+mn-ea"/>
              </a:rPr>
              <a:t>终点位置更新详细设计</a:t>
            </a:r>
            <a:endParaRPr lang="en-US" altLang="zh-CN" sz="1600" dirty="0" smtClean="0">
              <a:latin typeface="+mn-ea"/>
            </a:endParaRPr>
          </a:p>
        </p:txBody>
      </p:sp>
      <p:sp>
        <p:nvSpPr>
          <p:cNvPr id="131" name="文本框 13"/>
          <p:cNvSpPr txBox="1"/>
          <p:nvPr/>
        </p:nvSpPr>
        <p:spPr>
          <a:xfrm>
            <a:off x="-2" y="1298223"/>
            <a:ext cx="8939816" cy="1615827"/>
          </a:xfrm>
          <a:prstGeom prst="rect">
            <a:avLst/>
          </a:prstGeom>
          <a:noFill/>
        </p:spPr>
        <p:txBody>
          <a:bodyPr wrap="square" rtlCol="0">
            <a:spAutoFit/>
          </a:bodyPr>
          <a:lstStyle>
            <a:defPPr>
              <a:defRPr lang="zh-TW"/>
            </a:defPPr>
            <a:lvl3pPr marL="457200" lvl="2" indent="0">
              <a:lnSpc>
                <a:spcPct val="150000"/>
              </a:lnSpc>
              <a:defRPr sz="1800">
                <a:latin typeface="+mn-ea"/>
              </a:defRPr>
            </a:lvl3pPr>
          </a:lstStyle>
          <a:p>
            <a:pPr marL="742950" lvl="2" indent="-285750">
              <a:buFont typeface="Wingdings" panose="05000000000000000000" pitchFamily="2" charset="2"/>
              <a:buChar char="Ø"/>
            </a:pPr>
            <a:r>
              <a:rPr lang="zh-CN" altLang="en-US" sz="1100" dirty="0" smtClean="0">
                <a:latin typeface="+mn-lt"/>
              </a:rPr>
              <a:t>减少泊出步数策略：</a:t>
            </a:r>
            <a:endParaRPr lang="en-US" altLang="zh-CN" sz="1100" dirty="0">
              <a:latin typeface="+mn-lt"/>
            </a:endParaRPr>
          </a:p>
          <a:p>
            <a:pPr marL="685800" lvl="2" indent="-228600">
              <a:buFont typeface="+mj-ea"/>
              <a:buAutoNum type="circleNumDbPlain"/>
            </a:pPr>
            <a:r>
              <a:rPr lang="zh-CN" altLang="en-US" sz="1100" dirty="0" smtClean="0">
                <a:latin typeface="+mn-lt"/>
              </a:rPr>
              <a:t>在终点位置更新之后，轨迹规划模块会设定一个到达终点位置的中间</a:t>
            </a:r>
            <a:r>
              <a:rPr lang="zh-CN" altLang="en-US" sz="1100" dirty="0">
                <a:latin typeface="+mn-lt"/>
              </a:rPr>
              <a:t>位置</a:t>
            </a:r>
            <a:r>
              <a:rPr lang="zh-CN" altLang="en-US" sz="1100" dirty="0" smtClean="0">
                <a:latin typeface="+mn-lt"/>
              </a:rPr>
              <a:t>轨迹，目的</a:t>
            </a:r>
            <a:r>
              <a:rPr lang="zh-CN" altLang="en-US" sz="1100" dirty="0">
                <a:latin typeface="+mn-lt"/>
              </a:rPr>
              <a:t>是减少多次小距离</a:t>
            </a:r>
            <a:r>
              <a:rPr lang="zh-CN" altLang="en-US" sz="1100" dirty="0" smtClean="0">
                <a:latin typeface="+mn-lt"/>
              </a:rPr>
              <a:t>移动，提高泊车效率。</a:t>
            </a:r>
            <a:endParaRPr lang="en-US" altLang="zh-CN" sz="1100" dirty="0" smtClean="0">
              <a:latin typeface="+mn-lt"/>
            </a:endParaRPr>
          </a:p>
          <a:p>
            <a:pPr marL="685800" lvl="2" indent="-228600">
              <a:buFont typeface="+mj-ea"/>
              <a:buAutoNum type="circleNumDbPlain"/>
            </a:pPr>
            <a:r>
              <a:rPr lang="zh-CN" altLang="en-US" sz="1100" dirty="0" smtClean="0">
                <a:latin typeface="+mn-lt"/>
              </a:rPr>
              <a:t>中间位置在轨迹规划坐标系下的</a:t>
            </a:r>
            <a:r>
              <a:rPr lang="en-US" altLang="zh-CN" sz="1100" dirty="0" smtClean="0">
                <a:latin typeface="+mn-lt"/>
              </a:rPr>
              <a:t>y</a:t>
            </a:r>
            <a:r>
              <a:rPr lang="zh-CN" altLang="en-US" sz="1100" dirty="0" smtClean="0">
                <a:latin typeface="+mn-lt"/>
              </a:rPr>
              <a:t>轴坐标与终点位置的</a:t>
            </a:r>
            <a:r>
              <a:rPr lang="en-US" altLang="zh-CN" sz="1100" dirty="0" smtClean="0">
                <a:latin typeface="+mn-lt"/>
              </a:rPr>
              <a:t>y</a:t>
            </a:r>
            <a:r>
              <a:rPr lang="zh-CN" altLang="en-US" sz="1100" dirty="0" smtClean="0">
                <a:latin typeface="+mn-lt"/>
              </a:rPr>
              <a:t>轴坐标接近，角度与终点位置角度一致。</a:t>
            </a:r>
            <a:endParaRPr lang="en-US" altLang="zh-CN" sz="1100" dirty="0" smtClean="0">
              <a:latin typeface="+mn-lt"/>
            </a:endParaRPr>
          </a:p>
          <a:p>
            <a:pPr marL="685800" lvl="2" indent="-228600">
              <a:buFont typeface="+mj-ea"/>
              <a:buAutoNum type="circleNumDbPlain"/>
            </a:pPr>
            <a:r>
              <a:rPr lang="zh-CN" altLang="en-US" sz="1100" dirty="0" smtClean="0">
                <a:latin typeface="+mn-lt"/>
              </a:rPr>
              <a:t>到了中间位置后，由决策模块判断当前车辆角度与终点位置角度基本一致，提前完成泊车。</a:t>
            </a:r>
            <a:endParaRPr lang="en-US" altLang="zh-CN" sz="1100" dirty="0" smtClean="0">
              <a:latin typeface="+mn-lt"/>
            </a:endParaRPr>
          </a:p>
          <a:p>
            <a:pPr marL="685800" lvl="2" indent="-228600">
              <a:buFont typeface="+mj-ea"/>
              <a:buAutoNum type="circleNumDbPlain"/>
            </a:pPr>
            <a:r>
              <a:rPr lang="zh-CN" altLang="en-US" sz="1100" dirty="0" smtClean="0">
                <a:latin typeface="+mn-lt"/>
              </a:rPr>
              <a:t>在泊出过程中，在通道内，当前车辆角度与终点位置角度基本一致时，会主动重定终点位置到当前车辆正前方</a:t>
            </a:r>
            <a:r>
              <a:rPr lang="en-US" altLang="zh-CN" sz="1100" dirty="0" smtClean="0">
                <a:latin typeface="+mn-lt"/>
              </a:rPr>
              <a:t>1m</a:t>
            </a:r>
            <a:r>
              <a:rPr lang="zh-CN" altLang="en-US" sz="1100" dirty="0" smtClean="0">
                <a:latin typeface="+mn-lt"/>
              </a:rPr>
              <a:t>，来实现提前完成泊车。</a:t>
            </a:r>
            <a:endParaRPr lang="en-US" altLang="zh-CN" sz="1100" dirty="0" smtClean="0">
              <a:latin typeface="+mn-lt"/>
            </a:endParaRPr>
          </a:p>
        </p:txBody>
      </p:sp>
      <p:grpSp>
        <p:nvGrpSpPr>
          <p:cNvPr id="9" name="组合 8"/>
          <p:cNvGrpSpPr/>
          <p:nvPr/>
        </p:nvGrpSpPr>
        <p:grpSpPr>
          <a:xfrm>
            <a:off x="2764940" y="2726084"/>
            <a:ext cx="3141180" cy="2363892"/>
            <a:chOff x="5548061" y="2493989"/>
            <a:chExt cx="3141180" cy="2363892"/>
          </a:xfrm>
        </p:grpSpPr>
        <p:pic>
          <p:nvPicPr>
            <p:cNvPr id="4" name="图片 3"/>
            <p:cNvPicPr>
              <a:picLocks noChangeAspect="1"/>
            </p:cNvPicPr>
            <p:nvPr/>
          </p:nvPicPr>
          <p:blipFill>
            <a:blip r:embed="rId4"/>
            <a:stretch>
              <a:fillRect/>
            </a:stretch>
          </p:blipFill>
          <p:spPr>
            <a:xfrm>
              <a:off x="5548061" y="2665303"/>
              <a:ext cx="3141180" cy="2192578"/>
            </a:xfrm>
            <a:prstGeom prst="rect">
              <a:avLst/>
            </a:prstGeom>
          </p:spPr>
        </p:pic>
        <p:sp>
          <p:nvSpPr>
            <p:cNvPr id="199" name="TextBox 209"/>
            <p:cNvSpPr txBox="1"/>
            <p:nvPr/>
          </p:nvSpPr>
          <p:spPr>
            <a:xfrm>
              <a:off x="7440503" y="4084535"/>
              <a:ext cx="501870" cy="205349"/>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zh-CN" altLang="en-US" sz="800" dirty="0" smtClean="0"/>
                <a:t>主边界</a:t>
              </a:r>
              <a:endParaRPr lang="zh-CN" altLang="en-US" sz="800" dirty="0"/>
            </a:p>
          </p:txBody>
        </p:sp>
        <p:sp>
          <p:nvSpPr>
            <p:cNvPr id="200" name="TextBox 209"/>
            <p:cNvSpPr txBox="1"/>
            <p:nvPr/>
          </p:nvSpPr>
          <p:spPr>
            <a:xfrm>
              <a:off x="7377801" y="2493989"/>
              <a:ext cx="501870" cy="205349"/>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zh-CN" altLang="en-US" sz="800" dirty="0" smtClean="0"/>
                <a:t>子边界</a:t>
              </a:r>
              <a:endParaRPr lang="zh-CN" altLang="en-US" sz="800" dirty="0"/>
            </a:p>
          </p:txBody>
        </p:sp>
      </p:grpSp>
    </p:spTree>
    <p:custDataLst>
      <p:tags r:id="rId1"/>
    </p:custDataLst>
    <p:extLst>
      <p:ext uri="{BB962C8B-B14F-4D97-AF65-F5344CB8AC3E}">
        <p14:creationId xmlns:p14="http://schemas.microsoft.com/office/powerpoint/2010/main" val="23822493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7" name="组合 156"/>
          <p:cNvGrpSpPr/>
          <p:nvPr/>
        </p:nvGrpSpPr>
        <p:grpSpPr>
          <a:xfrm rot="21079998">
            <a:off x="3673307" y="3258807"/>
            <a:ext cx="287083" cy="774318"/>
            <a:chOff x="977425" y="691092"/>
            <a:chExt cx="555412" cy="1501204"/>
          </a:xfrm>
        </p:grpSpPr>
        <p:cxnSp>
          <p:nvCxnSpPr>
            <p:cNvPr id="158" name="直接连接符 157"/>
            <p:cNvCxnSpPr/>
            <p:nvPr/>
          </p:nvCxnSpPr>
          <p:spPr>
            <a:xfrm flipH="1" flipV="1">
              <a:off x="981513" y="2185975"/>
              <a:ext cx="539999" cy="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159" name="直接连接符 158"/>
            <p:cNvCxnSpPr/>
            <p:nvPr/>
          </p:nvCxnSpPr>
          <p:spPr>
            <a:xfrm flipH="1" flipV="1">
              <a:off x="977425" y="691092"/>
              <a:ext cx="0" cy="150120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160" name="直接连接符 159"/>
            <p:cNvCxnSpPr/>
            <p:nvPr/>
          </p:nvCxnSpPr>
          <p:spPr>
            <a:xfrm flipH="1" flipV="1">
              <a:off x="1532837" y="691096"/>
              <a:ext cx="0" cy="150120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161" name="直接连接符 160"/>
            <p:cNvCxnSpPr/>
            <p:nvPr/>
          </p:nvCxnSpPr>
          <p:spPr>
            <a:xfrm flipH="1" flipV="1">
              <a:off x="981513" y="701867"/>
              <a:ext cx="539999" cy="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162" name="直接连接符 161"/>
            <p:cNvCxnSpPr/>
            <p:nvPr/>
          </p:nvCxnSpPr>
          <p:spPr>
            <a:xfrm flipH="1" flipV="1">
              <a:off x="986956" y="1847429"/>
              <a:ext cx="539999" cy="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163" name="直接连接符 162"/>
            <p:cNvCxnSpPr/>
            <p:nvPr/>
          </p:nvCxnSpPr>
          <p:spPr>
            <a:xfrm flipH="1" flipV="1">
              <a:off x="1258789" y="695954"/>
              <a:ext cx="0" cy="149124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grpSp>
      <p:sp>
        <p:nvSpPr>
          <p:cNvPr id="12" name="矩形 11"/>
          <p:cNvSpPr/>
          <p:nvPr/>
        </p:nvSpPr>
        <p:spPr>
          <a:xfrm>
            <a:off x="379202" y="233084"/>
            <a:ext cx="677732" cy="4034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1323" tIns="35662" rIns="71323" bIns="35662" rtlCol="0" anchor="ctr"/>
          <a:lstStyle/>
          <a:p>
            <a:pPr algn="ctr"/>
            <a:r>
              <a:rPr lang="en-US" altLang="zh-CN" sz="2200" b="1" dirty="0" smtClean="0">
                <a:solidFill>
                  <a:schemeClr val="tx1"/>
                </a:solidFill>
                <a:latin typeface="微软雅黑" panose="020B0503020204020204" pitchFamily="34" charset="-122"/>
                <a:ea typeface="微软雅黑" panose="020B0503020204020204" pitchFamily="34" charset="-122"/>
              </a:rPr>
              <a:t>03</a:t>
            </a:r>
            <a:endParaRPr lang="zh-CN" altLang="en-US" sz="2200" b="1" dirty="0">
              <a:solidFill>
                <a:schemeClr val="tx1"/>
              </a:solidFill>
              <a:latin typeface="微软雅黑" panose="020B0503020204020204" pitchFamily="34" charset="-122"/>
              <a:ea typeface="微软雅黑" panose="020B0503020204020204" pitchFamily="34" charset="-122"/>
            </a:endParaRPr>
          </a:p>
        </p:txBody>
      </p:sp>
      <p:sp>
        <p:nvSpPr>
          <p:cNvPr id="31" name="标题 1"/>
          <p:cNvSpPr txBox="1"/>
          <p:nvPr/>
        </p:nvSpPr>
        <p:spPr bwMode="auto">
          <a:xfrm>
            <a:off x="1056937" y="210144"/>
            <a:ext cx="3416007" cy="476250"/>
          </a:xfrm>
          <a:prstGeom prst="rect">
            <a:avLst/>
          </a:prstGeom>
          <a:noFill/>
          <a:ln w="9525">
            <a:noFill/>
            <a:miter lim="800000"/>
          </a:ln>
        </p:spPr>
        <p:txBody>
          <a:bodyPr lIns="91429" tIns="45714" rIns="91429" bIns="45714" anchor="ctr"/>
          <a:lstStyle/>
          <a:p>
            <a:r>
              <a:rPr lang="zh-CN" altLang="en-US" sz="2400" b="1" dirty="0" smtClean="0">
                <a:solidFill>
                  <a:srgbClr val="7F7F7F"/>
                </a:solidFill>
                <a:latin typeface="+mn-ea"/>
                <a:ea typeface="+mn-ea"/>
                <a:cs typeface="Arial Unicode MS" panose="020B0604020202020204" pitchFamily="34" charset="-122"/>
              </a:rPr>
              <a:t>地图边界构建原理介绍</a:t>
            </a:r>
            <a:endParaRPr lang="zh-CN" altLang="en-US" sz="2400" b="1" dirty="0">
              <a:solidFill>
                <a:srgbClr val="7F7F7F"/>
              </a:solidFill>
              <a:latin typeface="+mn-ea"/>
              <a:ea typeface="+mn-ea"/>
              <a:cs typeface="Arial Unicode MS" panose="020B0604020202020204" pitchFamily="34" charset="-122"/>
            </a:endParaRPr>
          </a:p>
        </p:txBody>
      </p:sp>
      <p:sp>
        <p:nvSpPr>
          <p:cNvPr id="13" name="TextBox 12"/>
          <p:cNvSpPr txBox="1"/>
          <p:nvPr/>
        </p:nvSpPr>
        <p:spPr>
          <a:xfrm>
            <a:off x="8618220" y="5345966"/>
            <a:ext cx="454732" cy="338554"/>
          </a:xfrm>
          <a:prstGeom prst="rect">
            <a:avLst/>
          </a:prstGeom>
          <a:solidFill>
            <a:schemeClr val="bg1"/>
          </a:solidFill>
          <a:ln>
            <a:solidFill>
              <a:schemeClr val="bg1"/>
            </a:solidFill>
          </a:ln>
        </p:spPr>
        <p:txBody>
          <a:bodyPr wrap="square" rtlCol="0">
            <a:spAutoFit/>
          </a:bodyPr>
          <a:lstStyle/>
          <a:p>
            <a:r>
              <a:rPr lang="en-US" altLang="zh-CN" sz="1600" dirty="0" smtClean="0">
                <a:latin typeface="+mn-ea"/>
                <a:ea typeface="+mn-ea"/>
              </a:rPr>
              <a:t>  </a:t>
            </a:r>
            <a:endParaRPr lang="zh-CN" altLang="en-US" sz="1600" dirty="0">
              <a:latin typeface="+mn-ea"/>
              <a:ea typeface="+mn-ea"/>
            </a:endParaRPr>
          </a:p>
        </p:txBody>
      </p:sp>
      <p:sp>
        <p:nvSpPr>
          <p:cNvPr id="5"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TextBox 20"/>
          <p:cNvSpPr txBox="1"/>
          <p:nvPr/>
        </p:nvSpPr>
        <p:spPr>
          <a:xfrm>
            <a:off x="0" y="815513"/>
            <a:ext cx="8393635" cy="461665"/>
          </a:xfrm>
          <a:prstGeom prst="rect">
            <a:avLst/>
          </a:prstGeom>
          <a:noFill/>
        </p:spPr>
        <p:txBody>
          <a:bodyPr wrap="square" rtlCol="0">
            <a:spAutoFit/>
          </a:bodyPr>
          <a:lstStyle/>
          <a:p>
            <a:pPr marL="742950" lvl="2" indent="-285750">
              <a:lnSpc>
                <a:spcPct val="150000"/>
              </a:lnSpc>
              <a:buFont typeface="Wingdings" panose="05000000000000000000" pitchFamily="2" charset="2"/>
              <a:buChar char="p"/>
            </a:pPr>
            <a:r>
              <a:rPr lang="zh-CN" altLang="en-US" sz="1600" dirty="0" smtClean="0">
                <a:latin typeface="+mn-ea"/>
              </a:rPr>
              <a:t>终点位置更新详细设计</a:t>
            </a:r>
            <a:endParaRPr lang="en-US" altLang="zh-CN" sz="1600" dirty="0" smtClean="0">
              <a:latin typeface="+mn-ea"/>
            </a:endParaRPr>
          </a:p>
        </p:txBody>
      </p:sp>
      <p:sp>
        <p:nvSpPr>
          <p:cNvPr id="131" name="文本框 13"/>
          <p:cNvSpPr txBox="1"/>
          <p:nvPr/>
        </p:nvSpPr>
        <p:spPr>
          <a:xfrm>
            <a:off x="-2" y="1298223"/>
            <a:ext cx="8939816" cy="1869743"/>
          </a:xfrm>
          <a:prstGeom prst="rect">
            <a:avLst/>
          </a:prstGeom>
          <a:noFill/>
        </p:spPr>
        <p:txBody>
          <a:bodyPr wrap="square" rtlCol="0">
            <a:spAutoFit/>
          </a:bodyPr>
          <a:lstStyle>
            <a:defPPr>
              <a:defRPr lang="zh-TW"/>
            </a:defPPr>
            <a:lvl3pPr marL="457200" lvl="2" indent="0">
              <a:lnSpc>
                <a:spcPct val="150000"/>
              </a:lnSpc>
              <a:defRPr sz="1800">
                <a:latin typeface="+mn-ea"/>
              </a:defRPr>
            </a:lvl3pPr>
          </a:lstStyle>
          <a:p>
            <a:pPr marL="742950" lvl="2" indent="-285750">
              <a:buFont typeface="Wingdings" panose="05000000000000000000" pitchFamily="2" charset="2"/>
              <a:buChar char="Ø"/>
            </a:pPr>
            <a:r>
              <a:rPr lang="zh-CN" altLang="en-US" sz="1100" dirty="0" smtClean="0">
                <a:latin typeface="+mn-lt"/>
              </a:rPr>
              <a:t>平行车道线策略：</a:t>
            </a:r>
            <a:endParaRPr lang="en-US" altLang="zh-CN" sz="1100" dirty="0">
              <a:latin typeface="+mn-lt"/>
            </a:endParaRPr>
          </a:p>
          <a:p>
            <a:pPr marL="685800" lvl="2" indent="-228600">
              <a:buFont typeface="+mj-ea"/>
              <a:buAutoNum type="circleNumDbPlain"/>
            </a:pPr>
            <a:r>
              <a:rPr lang="zh-CN" altLang="en-US" sz="1100" dirty="0" smtClean="0">
                <a:latin typeface="+mn-lt"/>
              </a:rPr>
              <a:t>采用车位框参考且车位框类型为斜列、阶梯斜率、水平的场景平行车位框</a:t>
            </a:r>
            <a:r>
              <a:rPr lang="en-US" altLang="zh-CN" sz="1100" dirty="0" err="1" smtClean="0">
                <a:latin typeface="+mn-lt"/>
              </a:rPr>
              <a:t>closeline</a:t>
            </a:r>
            <a:r>
              <a:rPr lang="zh-CN" altLang="en-US" sz="1100" dirty="0" smtClean="0">
                <a:latin typeface="+mn-lt"/>
              </a:rPr>
              <a:t>；垂直车位框、无车位框的场景允许平行车道线。</a:t>
            </a:r>
            <a:endParaRPr lang="en-US" altLang="zh-CN" sz="1100" dirty="0" smtClean="0">
              <a:latin typeface="+mn-lt"/>
            </a:endParaRPr>
          </a:p>
          <a:p>
            <a:pPr marL="685800" lvl="2" indent="-228600">
              <a:buFont typeface="+mj-ea"/>
              <a:buAutoNum type="circleNumDbPlain"/>
            </a:pPr>
            <a:r>
              <a:rPr lang="zh-CN" altLang="en-US" sz="1100" dirty="0" smtClean="0">
                <a:latin typeface="+mn-lt"/>
              </a:rPr>
              <a:t>车道线用</a:t>
            </a:r>
            <a:r>
              <a:rPr lang="en-US" altLang="zh-CN" sz="1100" dirty="0" smtClean="0">
                <a:latin typeface="+mn-lt"/>
              </a:rPr>
              <a:t>ID</a:t>
            </a:r>
            <a:r>
              <a:rPr lang="zh-CN" altLang="en-US" sz="1100" dirty="0" smtClean="0">
                <a:latin typeface="+mn-lt"/>
              </a:rPr>
              <a:t>区分不同的车道线，每条车道线由多个</a:t>
            </a:r>
            <a:r>
              <a:rPr lang="zh-CN" altLang="en-US" sz="1100" dirty="0">
                <a:latin typeface="+mn-lt"/>
              </a:rPr>
              <a:t>点组成</a:t>
            </a:r>
            <a:r>
              <a:rPr lang="zh-CN" altLang="en-US" sz="1100" dirty="0" smtClean="0">
                <a:latin typeface="+mn-lt"/>
              </a:rPr>
              <a:t>。有效车道线点的条件：</a:t>
            </a:r>
            <a:r>
              <a:rPr lang="zh-CN" altLang="en-US" sz="1100" dirty="0">
                <a:latin typeface="+mn-lt"/>
              </a:rPr>
              <a:t>在通道的特定区域</a:t>
            </a:r>
            <a:r>
              <a:rPr lang="zh-CN" altLang="en-US" sz="1100" dirty="0" smtClean="0">
                <a:latin typeface="+mn-lt"/>
              </a:rPr>
              <a:t>内。</a:t>
            </a:r>
            <a:endParaRPr lang="en-US" altLang="zh-CN" sz="1100" dirty="0" smtClean="0">
              <a:latin typeface="+mn-lt"/>
            </a:endParaRPr>
          </a:p>
          <a:p>
            <a:pPr marL="685800" lvl="2" indent="-228600">
              <a:buFont typeface="+mj-ea"/>
              <a:buAutoNum type="circleNumDbPlain"/>
            </a:pPr>
            <a:r>
              <a:rPr lang="zh-CN" altLang="en-US" sz="1100" dirty="0" smtClean="0">
                <a:latin typeface="+mn-lt"/>
              </a:rPr>
              <a:t>对比各个</a:t>
            </a:r>
            <a:r>
              <a:rPr lang="en-US" altLang="zh-CN" sz="1100" dirty="0" smtClean="0">
                <a:latin typeface="+mn-lt"/>
              </a:rPr>
              <a:t>ID</a:t>
            </a:r>
            <a:r>
              <a:rPr lang="zh-CN" altLang="en-US" sz="1100" dirty="0" smtClean="0">
                <a:latin typeface="+mn-lt"/>
              </a:rPr>
              <a:t>下的车道线，取其中直线距离最长的车道线，且车道线长度需大于</a:t>
            </a:r>
            <a:r>
              <a:rPr lang="en-US" altLang="zh-CN" sz="1100" dirty="0" smtClean="0">
                <a:latin typeface="+mn-lt"/>
              </a:rPr>
              <a:t>2m</a:t>
            </a:r>
            <a:r>
              <a:rPr lang="zh-CN" altLang="en-US" sz="1100" dirty="0" smtClean="0">
                <a:latin typeface="+mn-lt"/>
              </a:rPr>
              <a:t>。</a:t>
            </a:r>
            <a:endParaRPr lang="en-US" altLang="zh-CN" sz="1100" dirty="0" smtClean="0">
              <a:latin typeface="+mn-lt"/>
            </a:endParaRPr>
          </a:p>
          <a:p>
            <a:pPr marL="685800" lvl="2" indent="-228600">
              <a:buFont typeface="+mj-ea"/>
              <a:buAutoNum type="circleNumDbPlain"/>
            </a:pPr>
            <a:r>
              <a:rPr lang="zh-CN" altLang="en-US" sz="1100" dirty="0" smtClean="0">
                <a:latin typeface="+mn-lt"/>
              </a:rPr>
              <a:t>对该</a:t>
            </a:r>
            <a:r>
              <a:rPr lang="en-US" altLang="zh-CN" sz="1100" dirty="0" smtClean="0">
                <a:latin typeface="+mn-lt"/>
              </a:rPr>
              <a:t>ID</a:t>
            </a:r>
            <a:r>
              <a:rPr lang="zh-CN" altLang="en-US" sz="1100" dirty="0" smtClean="0">
                <a:latin typeface="+mn-lt"/>
              </a:rPr>
              <a:t>下的所有有效车道线点进行直线拟合，拟合后剔除与直线距离超出</a:t>
            </a:r>
            <a:r>
              <a:rPr lang="en-US" altLang="zh-CN" sz="1100" dirty="0" smtClean="0">
                <a:latin typeface="+mn-lt"/>
              </a:rPr>
              <a:t>1m</a:t>
            </a:r>
            <a:r>
              <a:rPr lang="zh-CN" altLang="en-US" sz="1100" dirty="0" smtClean="0">
                <a:latin typeface="+mn-lt"/>
              </a:rPr>
              <a:t>的误差点，重新拟合直线方程，获得准确车道线角度。</a:t>
            </a:r>
            <a:endParaRPr lang="en-US" altLang="zh-CN" sz="1100" dirty="0" smtClean="0">
              <a:latin typeface="+mn-lt"/>
            </a:endParaRPr>
          </a:p>
          <a:p>
            <a:pPr marL="685800" lvl="2" indent="-228600">
              <a:buFont typeface="+mj-ea"/>
              <a:buAutoNum type="circleNumDbPlain"/>
            </a:pPr>
            <a:r>
              <a:rPr lang="zh-CN" altLang="en-US" sz="1100" dirty="0" smtClean="0">
                <a:latin typeface="+mn-lt"/>
              </a:rPr>
              <a:t>终点位置更新角度与车道线平行。</a:t>
            </a:r>
            <a:endParaRPr lang="en-US" altLang="zh-CN" sz="1100" dirty="0">
              <a:latin typeface="+mn-lt"/>
            </a:endParaRPr>
          </a:p>
          <a:p>
            <a:pPr marL="685800" lvl="2" indent="-228600">
              <a:buFont typeface="+mj-ea"/>
              <a:buAutoNum type="circleNumDbPlain"/>
            </a:pPr>
            <a:endParaRPr lang="en-US" altLang="zh-CN" sz="1100" dirty="0" smtClean="0">
              <a:latin typeface="+mn-lt"/>
            </a:endParaRPr>
          </a:p>
        </p:txBody>
      </p:sp>
      <p:grpSp>
        <p:nvGrpSpPr>
          <p:cNvPr id="154" name="组合 153"/>
          <p:cNvGrpSpPr/>
          <p:nvPr/>
        </p:nvGrpSpPr>
        <p:grpSpPr>
          <a:xfrm>
            <a:off x="2753795" y="2823859"/>
            <a:ext cx="3428772" cy="2307068"/>
            <a:chOff x="3534435" y="2432796"/>
            <a:chExt cx="3635984" cy="2563968"/>
          </a:xfrm>
        </p:grpSpPr>
        <p:sp>
          <p:nvSpPr>
            <p:cNvPr id="153" name="TextBox 209"/>
            <p:cNvSpPr txBox="1"/>
            <p:nvPr/>
          </p:nvSpPr>
          <p:spPr>
            <a:xfrm>
              <a:off x="4112788" y="2467835"/>
              <a:ext cx="1285029" cy="384767"/>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zh-CN" altLang="en-US" sz="700" dirty="0" smtClean="0"/>
                <a:t>车道线</a:t>
              </a:r>
              <a:r>
                <a:rPr lang="en-US" altLang="zh-CN" sz="700" dirty="0" smtClean="0"/>
                <a:t>x</a:t>
              </a:r>
              <a:r>
                <a:rPr lang="zh-CN" altLang="en-US" sz="700" dirty="0" smtClean="0"/>
                <a:t>轴方向检测区域为锚点坐标系 </a:t>
              </a:r>
              <a:r>
                <a:rPr lang="en-US" altLang="zh-CN" sz="700" dirty="0" smtClean="0"/>
                <a:t>-5m~+4m</a:t>
              </a:r>
            </a:p>
          </p:txBody>
        </p:sp>
        <p:sp>
          <p:nvSpPr>
            <p:cNvPr id="35" name="TextBox 448"/>
            <p:cNvSpPr txBox="1"/>
            <p:nvPr/>
          </p:nvSpPr>
          <p:spPr>
            <a:xfrm>
              <a:off x="4124745" y="3791993"/>
              <a:ext cx="736978" cy="375897"/>
            </a:xfrm>
            <a:prstGeom prst="rect">
              <a:avLst/>
            </a:prstGeom>
            <a:no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zh-CN" altLang="en-US" sz="700" dirty="0" smtClean="0">
                  <a:latin typeface="宋体" panose="02010600030101010101" pitchFamily="2" charset="-122"/>
                  <a:ea typeface="宋体" panose="02010600030101010101" pitchFamily="2" charset="-122"/>
                </a:rPr>
                <a:t>车道线点的</a:t>
              </a:r>
              <a:r>
                <a:rPr lang="zh-CN" altLang="en-US" sz="700" dirty="0">
                  <a:latin typeface="宋体" panose="02010600030101010101" pitchFamily="2" charset="-122"/>
                  <a:ea typeface="宋体" panose="02010600030101010101" pitchFamily="2" charset="-122"/>
                </a:rPr>
                <a:t>检测区域</a:t>
              </a:r>
            </a:p>
          </p:txBody>
        </p:sp>
        <p:cxnSp>
          <p:nvCxnSpPr>
            <p:cNvPr id="16" name="直接连接符 15"/>
            <p:cNvCxnSpPr/>
            <p:nvPr/>
          </p:nvCxnSpPr>
          <p:spPr>
            <a:xfrm>
              <a:off x="5324919" y="2669016"/>
              <a:ext cx="160039" cy="1115349"/>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5602856" y="4615732"/>
              <a:ext cx="54871" cy="381032"/>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5484958" y="3780553"/>
              <a:ext cx="1258797" cy="3812"/>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5602857" y="4608105"/>
              <a:ext cx="1144791" cy="0"/>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6747647" y="3791993"/>
              <a:ext cx="0" cy="823739"/>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4084616" y="3010420"/>
              <a:ext cx="2150516" cy="0"/>
            </a:xfrm>
            <a:prstGeom prst="line">
              <a:avLst/>
            </a:prstGeom>
            <a:ln w="15875">
              <a:solidFill>
                <a:srgbClr val="FF0000"/>
              </a:solidFill>
              <a:prstDash val="sysDash"/>
              <a:headEnd type="stealth" w="med" len="med"/>
              <a:tailEnd type="stealth" w="med" len="me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5805593" y="2768918"/>
              <a:ext cx="29685" cy="1435135"/>
            </a:xfrm>
            <a:prstGeom prst="line">
              <a:avLst/>
            </a:prstGeom>
            <a:ln w="15875">
              <a:solidFill>
                <a:srgbClr val="FF0000"/>
              </a:solidFill>
              <a:prstDash val="sysDash"/>
              <a:headEnd type="stealth" w="med" len="med"/>
              <a:tailEnd type="stealth" w="med" len="med"/>
            </a:ln>
          </p:spPr>
          <p:style>
            <a:lnRef idx="1">
              <a:schemeClr val="accent1"/>
            </a:lnRef>
            <a:fillRef idx="0">
              <a:schemeClr val="accent1"/>
            </a:fillRef>
            <a:effectRef idx="0">
              <a:schemeClr val="accent1"/>
            </a:effectRef>
            <a:fontRef idx="minor">
              <a:schemeClr val="tx1"/>
            </a:fontRef>
          </p:style>
        </p:cxnSp>
        <p:sp>
          <p:nvSpPr>
            <p:cNvPr id="24" name="TextBox 209"/>
            <p:cNvSpPr txBox="1"/>
            <p:nvPr/>
          </p:nvSpPr>
          <p:spPr>
            <a:xfrm>
              <a:off x="5885390" y="3298987"/>
              <a:ext cx="1285029" cy="384767"/>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zh-CN" altLang="en-US" sz="700" dirty="0" smtClean="0"/>
                <a:t>车道线</a:t>
              </a:r>
              <a:r>
                <a:rPr lang="en-US" altLang="zh-CN" sz="700" dirty="0" smtClean="0"/>
                <a:t>y</a:t>
              </a:r>
              <a:r>
                <a:rPr lang="zh-CN" altLang="en-US" sz="700" dirty="0" smtClean="0"/>
                <a:t>轴方向检测区域为锚点坐标系 </a:t>
              </a:r>
              <a:r>
                <a:rPr lang="en-US" altLang="zh-CN" sz="700" dirty="0" smtClean="0"/>
                <a:t>-1m~+10m</a:t>
              </a:r>
            </a:p>
          </p:txBody>
        </p:sp>
        <p:cxnSp>
          <p:nvCxnSpPr>
            <p:cNvPr id="25" name="直接连接符 24"/>
            <p:cNvCxnSpPr/>
            <p:nvPr/>
          </p:nvCxnSpPr>
          <p:spPr>
            <a:xfrm>
              <a:off x="3869082" y="2689696"/>
              <a:ext cx="333642" cy="2307068"/>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3534435" y="2768918"/>
              <a:ext cx="3259598" cy="0"/>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3534435" y="4195643"/>
              <a:ext cx="3259598" cy="0"/>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4661875" y="3191459"/>
              <a:ext cx="179755" cy="1236032"/>
            </a:xfrm>
            <a:prstGeom prst="line">
              <a:avLst/>
            </a:prstGeom>
            <a:ln w="38100">
              <a:solidFill>
                <a:srgbClr val="FFC000"/>
              </a:solidFill>
              <a:prstDash val="lgDash"/>
            </a:ln>
          </p:spPr>
          <p:style>
            <a:lnRef idx="2">
              <a:schemeClr val="accent1"/>
            </a:lnRef>
            <a:fillRef idx="0">
              <a:schemeClr val="accent1"/>
            </a:fillRef>
            <a:effectRef idx="1">
              <a:schemeClr val="accent1"/>
            </a:effectRef>
            <a:fontRef idx="minor">
              <a:schemeClr val="tx1"/>
            </a:fontRef>
          </p:style>
        </p:cxnSp>
        <p:grpSp>
          <p:nvGrpSpPr>
            <p:cNvPr id="57" name="组合 56"/>
            <p:cNvGrpSpPr/>
            <p:nvPr/>
          </p:nvGrpSpPr>
          <p:grpSpPr>
            <a:xfrm rot="10800000">
              <a:off x="5630290" y="3978253"/>
              <a:ext cx="910209" cy="407378"/>
              <a:chOff x="2888780" y="1949025"/>
              <a:chExt cx="1320528" cy="562133"/>
            </a:xfrm>
          </p:grpSpPr>
          <p:sp>
            <p:nvSpPr>
              <p:cNvPr id="58" name="Freeform 5"/>
              <p:cNvSpPr>
                <a:spLocks/>
              </p:cNvSpPr>
              <p:nvPr/>
            </p:nvSpPr>
            <p:spPr bwMode="auto">
              <a:xfrm rot="10800000">
                <a:off x="4043320" y="1998027"/>
                <a:ext cx="165988" cy="464129"/>
              </a:xfrm>
              <a:custGeom>
                <a:avLst/>
                <a:gdLst>
                  <a:gd name="T0" fmla="*/ 180 w 180"/>
                  <a:gd name="T1" fmla="*/ 502 h 502"/>
                  <a:gd name="T2" fmla="*/ 180 w 180"/>
                  <a:gd name="T3" fmla="*/ 0 h 502"/>
                </a:gdLst>
                <a:ahLst/>
                <a:cxnLst>
                  <a:cxn ang="0">
                    <a:pos x="T0" y="T1"/>
                  </a:cxn>
                  <a:cxn ang="0">
                    <a:pos x="T2" y="T3"/>
                  </a:cxn>
                </a:cxnLst>
                <a:rect l="0" t="0" r="r" b="b"/>
                <a:pathLst>
                  <a:path w="180" h="502">
                    <a:moveTo>
                      <a:pt x="180" y="502"/>
                    </a:moveTo>
                    <a:cubicBezTo>
                      <a:pt x="15" y="396"/>
                      <a:pt x="0" y="132"/>
                      <a:pt x="18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59" name="Freeform 6"/>
              <p:cNvSpPr>
                <a:spLocks/>
              </p:cNvSpPr>
              <p:nvPr/>
            </p:nvSpPr>
            <p:spPr bwMode="auto">
              <a:xfrm rot="10800000">
                <a:off x="3849667" y="1973988"/>
                <a:ext cx="193653" cy="24039"/>
              </a:xfrm>
              <a:custGeom>
                <a:avLst/>
                <a:gdLst>
                  <a:gd name="T0" fmla="*/ 0 w 210"/>
                  <a:gd name="T1" fmla="*/ 0 h 26"/>
                  <a:gd name="T2" fmla="*/ 210 w 210"/>
                  <a:gd name="T3" fmla="*/ 13 h 26"/>
                </a:gdLst>
                <a:ahLst/>
                <a:cxnLst>
                  <a:cxn ang="0">
                    <a:pos x="T0" y="T1"/>
                  </a:cxn>
                  <a:cxn ang="0">
                    <a:pos x="T2" y="T3"/>
                  </a:cxn>
                </a:cxnLst>
                <a:rect l="0" t="0" r="r" b="b"/>
                <a:pathLst>
                  <a:path w="210" h="26">
                    <a:moveTo>
                      <a:pt x="0" y="0"/>
                    </a:moveTo>
                    <a:cubicBezTo>
                      <a:pt x="105" y="26"/>
                      <a:pt x="165" y="13"/>
                      <a:pt x="210" y="1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60" name="Freeform 7"/>
              <p:cNvSpPr>
                <a:spLocks/>
              </p:cNvSpPr>
              <p:nvPr/>
            </p:nvSpPr>
            <p:spPr bwMode="auto">
              <a:xfrm rot="10800000">
                <a:off x="4118936" y="2120069"/>
                <a:ext cx="48874" cy="220045"/>
              </a:xfrm>
              <a:custGeom>
                <a:avLst/>
                <a:gdLst>
                  <a:gd name="T0" fmla="*/ 53 w 53"/>
                  <a:gd name="T1" fmla="*/ 238 h 238"/>
                  <a:gd name="T2" fmla="*/ 53 w 53"/>
                  <a:gd name="T3" fmla="*/ 0 h 238"/>
                </a:gdLst>
                <a:ahLst/>
                <a:cxnLst>
                  <a:cxn ang="0">
                    <a:pos x="T0" y="T1"/>
                  </a:cxn>
                  <a:cxn ang="0">
                    <a:pos x="T2" y="T3"/>
                  </a:cxn>
                </a:cxnLst>
                <a:rect l="0" t="0" r="r" b="b"/>
                <a:pathLst>
                  <a:path w="53" h="238">
                    <a:moveTo>
                      <a:pt x="53" y="238"/>
                    </a:moveTo>
                    <a:cubicBezTo>
                      <a:pt x="0" y="185"/>
                      <a:pt x="0" y="79"/>
                      <a:pt x="53"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61" name="Freeform 8"/>
              <p:cNvSpPr>
                <a:spLocks/>
              </p:cNvSpPr>
              <p:nvPr/>
            </p:nvSpPr>
            <p:spPr bwMode="auto">
              <a:xfrm rot="10800000">
                <a:off x="4029487" y="2010046"/>
                <a:ext cx="110659" cy="122042"/>
              </a:xfrm>
              <a:custGeom>
                <a:avLst/>
                <a:gdLst>
                  <a:gd name="T0" fmla="*/ 48 w 256"/>
                  <a:gd name="T1" fmla="*/ 32 h 320"/>
                  <a:gd name="T2" fmla="*/ 96 w 256"/>
                  <a:gd name="T3" fmla="*/ 160 h 320"/>
                  <a:gd name="T4" fmla="*/ 176 w 256"/>
                  <a:gd name="T5" fmla="*/ 272 h 320"/>
                  <a:gd name="T6" fmla="*/ 192 w 256"/>
                  <a:gd name="T7" fmla="*/ 208 h 320"/>
                  <a:gd name="T8" fmla="*/ 96 w 256"/>
                  <a:gd name="T9" fmla="*/ 64 h 320"/>
                  <a:gd name="T10" fmla="*/ 48 w 256"/>
                  <a:gd name="T11" fmla="*/ 32 h 320"/>
                </a:gdLst>
                <a:ahLst/>
                <a:cxnLst>
                  <a:cxn ang="0">
                    <a:pos x="T0" y="T1"/>
                  </a:cxn>
                  <a:cxn ang="0">
                    <a:pos x="T2" y="T3"/>
                  </a:cxn>
                  <a:cxn ang="0">
                    <a:pos x="T4" y="T5"/>
                  </a:cxn>
                  <a:cxn ang="0">
                    <a:pos x="T6" y="T7"/>
                  </a:cxn>
                  <a:cxn ang="0">
                    <a:pos x="T8" y="T9"/>
                  </a:cxn>
                  <a:cxn ang="0">
                    <a:pos x="T10" y="T11"/>
                  </a:cxn>
                </a:cxnLst>
                <a:rect l="0" t="0" r="r" b="b"/>
                <a:pathLst>
                  <a:path w="256" h="320">
                    <a:moveTo>
                      <a:pt x="48" y="32"/>
                    </a:moveTo>
                    <a:cubicBezTo>
                      <a:pt x="0" y="0"/>
                      <a:pt x="80" y="128"/>
                      <a:pt x="96" y="160"/>
                    </a:cubicBezTo>
                    <a:cubicBezTo>
                      <a:pt x="96" y="208"/>
                      <a:pt x="144" y="256"/>
                      <a:pt x="176" y="272"/>
                    </a:cubicBezTo>
                    <a:cubicBezTo>
                      <a:pt x="256" y="320"/>
                      <a:pt x="208" y="224"/>
                      <a:pt x="192" y="208"/>
                    </a:cubicBezTo>
                    <a:cubicBezTo>
                      <a:pt x="160" y="160"/>
                      <a:pt x="128" y="112"/>
                      <a:pt x="96" y="64"/>
                    </a:cubicBezTo>
                    <a:cubicBezTo>
                      <a:pt x="80" y="48"/>
                      <a:pt x="64" y="48"/>
                      <a:pt x="48" y="32"/>
                    </a:cubicBezTo>
                  </a:path>
                </a:pathLst>
              </a:custGeom>
              <a:solidFill>
                <a:srgbClr val="FFFFFF"/>
              </a:solidFill>
              <a:ln w="3175">
                <a:solidFill>
                  <a:srgbClr val="5757FF"/>
                </a:solidFill>
                <a:prstDash val="solid"/>
                <a:round/>
                <a:headEnd/>
                <a:tailEnd/>
              </a:ln>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62" name="Freeform 9"/>
              <p:cNvSpPr>
                <a:spLocks/>
              </p:cNvSpPr>
              <p:nvPr/>
            </p:nvSpPr>
            <p:spPr bwMode="auto">
              <a:xfrm rot="10800000">
                <a:off x="4029487" y="2010046"/>
                <a:ext cx="110659" cy="122042"/>
              </a:xfrm>
              <a:custGeom>
                <a:avLst/>
                <a:gdLst>
                  <a:gd name="T0" fmla="*/ 23 w 120"/>
                  <a:gd name="T1" fmla="*/ 13 h 132"/>
                  <a:gd name="T2" fmla="*/ 45 w 120"/>
                  <a:gd name="T3" fmla="*/ 66 h 132"/>
                  <a:gd name="T4" fmla="*/ 82 w 120"/>
                  <a:gd name="T5" fmla="*/ 112 h 132"/>
                  <a:gd name="T6" fmla="*/ 90 w 120"/>
                  <a:gd name="T7" fmla="*/ 86 h 132"/>
                  <a:gd name="T8" fmla="*/ 45 w 120"/>
                  <a:gd name="T9" fmla="*/ 26 h 132"/>
                  <a:gd name="T10" fmla="*/ 23 w 120"/>
                  <a:gd name="T11" fmla="*/ 13 h 132"/>
                </a:gdLst>
                <a:ahLst/>
                <a:cxnLst>
                  <a:cxn ang="0">
                    <a:pos x="T0" y="T1"/>
                  </a:cxn>
                  <a:cxn ang="0">
                    <a:pos x="T2" y="T3"/>
                  </a:cxn>
                  <a:cxn ang="0">
                    <a:pos x="T4" y="T5"/>
                  </a:cxn>
                  <a:cxn ang="0">
                    <a:pos x="T6" y="T7"/>
                  </a:cxn>
                  <a:cxn ang="0">
                    <a:pos x="T8" y="T9"/>
                  </a:cxn>
                  <a:cxn ang="0">
                    <a:pos x="T10" y="T11"/>
                  </a:cxn>
                </a:cxnLst>
                <a:rect l="0" t="0" r="r" b="b"/>
                <a:pathLst>
                  <a:path w="120" h="132">
                    <a:moveTo>
                      <a:pt x="23" y="13"/>
                    </a:moveTo>
                    <a:cubicBezTo>
                      <a:pt x="0" y="0"/>
                      <a:pt x="38" y="53"/>
                      <a:pt x="45" y="66"/>
                    </a:cubicBezTo>
                    <a:cubicBezTo>
                      <a:pt x="45" y="86"/>
                      <a:pt x="68" y="105"/>
                      <a:pt x="82" y="112"/>
                    </a:cubicBezTo>
                    <a:cubicBezTo>
                      <a:pt x="120" y="132"/>
                      <a:pt x="97" y="92"/>
                      <a:pt x="90" y="86"/>
                    </a:cubicBezTo>
                    <a:cubicBezTo>
                      <a:pt x="75" y="66"/>
                      <a:pt x="60" y="46"/>
                      <a:pt x="45" y="26"/>
                    </a:cubicBezTo>
                    <a:cubicBezTo>
                      <a:pt x="38" y="19"/>
                      <a:pt x="30" y="19"/>
                      <a:pt x="23" y="1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63" name="Freeform 10"/>
              <p:cNvSpPr>
                <a:spLocks/>
              </p:cNvSpPr>
              <p:nvPr/>
            </p:nvSpPr>
            <p:spPr bwMode="auto">
              <a:xfrm rot="10800000">
                <a:off x="4029487" y="2328095"/>
                <a:ext cx="110659" cy="122042"/>
              </a:xfrm>
              <a:custGeom>
                <a:avLst/>
                <a:gdLst>
                  <a:gd name="T0" fmla="*/ 48 w 256"/>
                  <a:gd name="T1" fmla="*/ 304 h 320"/>
                  <a:gd name="T2" fmla="*/ 96 w 256"/>
                  <a:gd name="T3" fmla="*/ 160 h 320"/>
                  <a:gd name="T4" fmla="*/ 176 w 256"/>
                  <a:gd name="T5" fmla="*/ 64 h 320"/>
                  <a:gd name="T6" fmla="*/ 192 w 256"/>
                  <a:gd name="T7" fmla="*/ 128 h 320"/>
                  <a:gd name="T8" fmla="*/ 96 w 256"/>
                  <a:gd name="T9" fmla="*/ 256 h 320"/>
                  <a:gd name="T10" fmla="*/ 48 w 256"/>
                  <a:gd name="T11" fmla="*/ 304 h 320"/>
                </a:gdLst>
                <a:ahLst/>
                <a:cxnLst>
                  <a:cxn ang="0">
                    <a:pos x="T0" y="T1"/>
                  </a:cxn>
                  <a:cxn ang="0">
                    <a:pos x="T2" y="T3"/>
                  </a:cxn>
                  <a:cxn ang="0">
                    <a:pos x="T4" y="T5"/>
                  </a:cxn>
                  <a:cxn ang="0">
                    <a:pos x="T6" y="T7"/>
                  </a:cxn>
                  <a:cxn ang="0">
                    <a:pos x="T8" y="T9"/>
                  </a:cxn>
                  <a:cxn ang="0">
                    <a:pos x="T10" y="T11"/>
                  </a:cxn>
                </a:cxnLst>
                <a:rect l="0" t="0" r="r" b="b"/>
                <a:pathLst>
                  <a:path w="256" h="320">
                    <a:moveTo>
                      <a:pt x="48" y="304"/>
                    </a:moveTo>
                    <a:cubicBezTo>
                      <a:pt x="0" y="320"/>
                      <a:pt x="80" y="208"/>
                      <a:pt x="96" y="160"/>
                    </a:cubicBezTo>
                    <a:cubicBezTo>
                      <a:pt x="112" y="112"/>
                      <a:pt x="144" y="80"/>
                      <a:pt x="176" y="64"/>
                    </a:cubicBezTo>
                    <a:cubicBezTo>
                      <a:pt x="256" y="0"/>
                      <a:pt x="208" y="112"/>
                      <a:pt x="192" y="128"/>
                    </a:cubicBezTo>
                    <a:cubicBezTo>
                      <a:pt x="160" y="160"/>
                      <a:pt x="128" y="224"/>
                      <a:pt x="96" y="256"/>
                    </a:cubicBezTo>
                    <a:cubicBezTo>
                      <a:pt x="80" y="288"/>
                      <a:pt x="64" y="288"/>
                      <a:pt x="48" y="304"/>
                    </a:cubicBezTo>
                  </a:path>
                </a:pathLst>
              </a:custGeom>
              <a:solidFill>
                <a:srgbClr val="FFFFFF"/>
              </a:solidFill>
              <a:ln w="3175">
                <a:solidFill>
                  <a:srgbClr val="5757FF"/>
                </a:solidFill>
                <a:prstDash val="solid"/>
                <a:round/>
                <a:headEnd/>
                <a:tailEnd/>
              </a:ln>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64" name="Freeform 11"/>
              <p:cNvSpPr>
                <a:spLocks/>
              </p:cNvSpPr>
              <p:nvPr/>
            </p:nvSpPr>
            <p:spPr bwMode="auto">
              <a:xfrm rot="10800000">
                <a:off x="4029487" y="2328095"/>
                <a:ext cx="110659" cy="122042"/>
              </a:xfrm>
              <a:custGeom>
                <a:avLst/>
                <a:gdLst>
                  <a:gd name="T0" fmla="*/ 23 w 120"/>
                  <a:gd name="T1" fmla="*/ 126 h 132"/>
                  <a:gd name="T2" fmla="*/ 45 w 120"/>
                  <a:gd name="T3" fmla="*/ 66 h 132"/>
                  <a:gd name="T4" fmla="*/ 82 w 120"/>
                  <a:gd name="T5" fmla="*/ 27 h 132"/>
                  <a:gd name="T6" fmla="*/ 90 w 120"/>
                  <a:gd name="T7" fmla="*/ 53 h 132"/>
                  <a:gd name="T8" fmla="*/ 45 w 120"/>
                  <a:gd name="T9" fmla="*/ 106 h 132"/>
                  <a:gd name="T10" fmla="*/ 23 w 120"/>
                  <a:gd name="T11" fmla="*/ 126 h 132"/>
                </a:gdLst>
                <a:ahLst/>
                <a:cxnLst>
                  <a:cxn ang="0">
                    <a:pos x="T0" y="T1"/>
                  </a:cxn>
                  <a:cxn ang="0">
                    <a:pos x="T2" y="T3"/>
                  </a:cxn>
                  <a:cxn ang="0">
                    <a:pos x="T4" y="T5"/>
                  </a:cxn>
                  <a:cxn ang="0">
                    <a:pos x="T6" y="T7"/>
                  </a:cxn>
                  <a:cxn ang="0">
                    <a:pos x="T8" y="T9"/>
                  </a:cxn>
                  <a:cxn ang="0">
                    <a:pos x="T10" y="T11"/>
                  </a:cxn>
                </a:cxnLst>
                <a:rect l="0" t="0" r="r" b="b"/>
                <a:pathLst>
                  <a:path w="120" h="132">
                    <a:moveTo>
                      <a:pt x="23" y="126"/>
                    </a:moveTo>
                    <a:cubicBezTo>
                      <a:pt x="0" y="132"/>
                      <a:pt x="38" y="86"/>
                      <a:pt x="45" y="66"/>
                    </a:cubicBezTo>
                    <a:cubicBezTo>
                      <a:pt x="53" y="46"/>
                      <a:pt x="68" y="33"/>
                      <a:pt x="82" y="27"/>
                    </a:cubicBezTo>
                    <a:cubicBezTo>
                      <a:pt x="120" y="0"/>
                      <a:pt x="97" y="46"/>
                      <a:pt x="90" y="53"/>
                    </a:cubicBezTo>
                    <a:cubicBezTo>
                      <a:pt x="75" y="66"/>
                      <a:pt x="60" y="93"/>
                      <a:pt x="45" y="106"/>
                    </a:cubicBezTo>
                    <a:cubicBezTo>
                      <a:pt x="38" y="119"/>
                      <a:pt x="30" y="119"/>
                      <a:pt x="23" y="12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65" name="Freeform 12"/>
              <p:cNvSpPr>
                <a:spLocks/>
              </p:cNvSpPr>
              <p:nvPr/>
            </p:nvSpPr>
            <p:spPr bwMode="auto">
              <a:xfrm rot="10800000">
                <a:off x="3891164" y="2071067"/>
                <a:ext cx="248982" cy="73965"/>
              </a:xfrm>
              <a:custGeom>
                <a:avLst/>
                <a:gdLst>
                  <a:gd name="T0" fmla="*/ 270 w 270"/>
                  <a:gd name="T1" fmla="*/ 80 h 80"/>
                  <a:gd name="T2" fmla="*/ 0 w 270"/>
                  <a:gd name="T3" fmla="*/ 0 h 80"/>
                </a:gdLst>
                <a:ahLst/>
                <a:cxnLst>
                  <a:cxn ang="0">
                    <a:pos x="T0" y="T1"/>
                  </a:cxn>
                  <a:cxn ang="0">
                    <a:pos x="T2" y="T3"/>
                  </a:cxn>
                </a:cxnLst>
                <a:rect l="0" t="0" r="r" b="b"/>
                <a:pathLst>
                  <a:path w="270" h="80">
                    <a:moveTo>
                      <a:pt x="270" y="80"/>
                    </a:moveTo>
                    <a:cubicBezTo>
                      <a:pt x="180" y="53"/>
                      <a:pt x="60" y="5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66" name="Freeform 13"/>
              <p:cNvSpPr>
                <a:spLocks/>
              </p:cNvSpPr>
              <p:nvPr/>
            </p:nvSpPr>
            <p:spPr bwMode="auto">
              <a:xfrm rot="10800000">
                <a:off x="3891164" y="2315151"/>
                <a:ext cx="248982" cy="73965"/>
              </a:xfrm>
              <a:custGeom>
                <a:avLst/>
                <a:gdLst>
                  <a:gd name="T0" fmla="*/ 270 w 270"/>
                  <a:gd name="T1" fmla="*/ 0 h 80"/>
                  <a:gd name="T2" fmla="*/ 0 w 270"/>
                  <a:gd name="T3" fmla="*/ 80 h 80"/>
                </a:gdLst>
                <a:ahLst/>
                <a:cxnLst>
                  <a:cxn ang="0">
                    <a:pos x="T0" y="T1"/>
                  </a:cxn>
                  <a:cxn ang="0">
                    <a:pos x="T2" y="T3"/>
                  </a:cxn>
                </a:cxnLst>
                <a:rect l="0" t="0" r="r" b="b"/>
                <a:pathLst>
                  <a:path w="270" h="80">
                    <a:moveTo>
                      <a:pt x="270" y="0"/>
                    </a:moveTo>
                    <a:cubicBezTo>
                      <a:pt x="180" y="27"/>
                      <a:pt x="60" y="27"/>
                      <a:pt x="0" y="8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67" name="Oval 17"/>
              <p:cNvSpPr>
                <a:spLocks noChangeArrowheads="1"/>
              </p:cNvSpPr>
              <p:nvPr/>
            </p:nvSpPr>
            <p:spPr bwMode="auto">
              <a:xfrm rot="10800000">
                <a:off x="4137531" y="2199581"/>
                <a:ext cx="13832" cy="61021"/>
              </a:xfrm>
              <a:prstGeom prst="ellipse">
                <a:avLst/>
              </a:pr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68" name="Freeform 18"/>
              <p:cNvSpPr>
                <a:spLocks/>
              </p:cNvSpPr>
              <p:nvPr/>
            </p:nvSpPr>
            <p:spPr bwMode="auto">
              <a:xfrm rot="10800000">
                <a:off x="4112481" y="2132088"/>
                <a:ext cx="27665" cy="208026"/>
              </a:xfrm>
              <a:custGeom>
                <a:avLst/>
                <a:gdLst>
                  <a:gd name="T0" fmla="*/ 30 w 30"/>
                  <a:gd name="T1" fmla="*/ 225 h 225"/>
                  <a:gd name="T2" fmla="*/ 30 w 30"/>
                  <a:gd name="T3" fmla="*/ 0 h 225"/>
                </a:gdLst>
                <a:ahLst/>
                <a:cxnLst>
                  <a:cxn ang="0">
                    <a:pos x="T0" y="T1"/>
                  </a:cxn>
                  <a:cxn ang="0">
                    <a:pos x="T2" y="T3"/>
                  </a:cxn>
                </a:cxnLst>
                <a:rect l="0" t="0" r="r" b="b"/>
                <a:pathLst>
                  <a:path w="30" h="225">
                    <a:moveTo>
                      <a:pt x="30" y="225"/>
                    </a:moveTo>
                    <a:cubicBezTo>
                      <a:pt x="0" y="165"/>
                      <a:pt x="0" y="106"/>
                      <a:pt x="3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69" name="Freeform 19"/>
              <p:cNvSpPr>
                <a:spLocks/>
              </p:cNvSpPr>
              <p:nvPr/>
            </p:nvSpPr>
            <p:spPr bwMode="auto">
              <a:xfrm rot="10800000">
                <a:off x="3822002" y="2022066"/>
                <a:ext cx="235150" cy="24963"/>
              </a:xfrm>
              <a:custGeom>
                <a:avLst/>
                <a:gdLst>
                  <a:gd name="T0" fmla="*/ 0 w 255"/>
                  <a:gd name="T1" fmla="*/ 0 h 27"/>
                  <a:gd name="T2" fmla="*/ 255 w 255"/>
                  <a:gd name="T3" fmla="*/ 0 h 27"/>
                </a:gdLst>
                <a:ahLst/>
                <a:cxnLst>
                  <a:cxn ang="0">
                    <a:pos x="T0" y="T1"/>
                  </a:cxn>
                  <a:cxn ang="0">
                    <a:pos x="T2" y="T3"/>
                  </a:cxn>
                </a:cxnLst>
                <a:rect l="0" t="0" r="r" b="b"/>
                <a:pathLst>
                  <a:path w="255" h="27">
                    <a:moveTo>
                      <a:pt x="0" y="0"/>
                    </a:moveTo>
                    <a:cubicBezTo>
                      <a:pt x="90" y="0"/>
                      <a:pt x="195" y="27"/>
                      <a:pt x="25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70" name="Freeform 20"/>
              <p:cNvSpPr>
                <a:spLocks/>
              </p:cNvSpPr>
              <p:nvPr/>
            </p:nvSpPr>
            <p:spPr bwMode="auto">
              <a:xfrm rot="10800000">
                <a:off x="3822002" y="2413154"/>
                <a:ext cx="235150" cy="24963"/>
              </a:xfrm>
              <a:custGeom>
                <a:avLst/>
                <a:gdLst>
                  <a:gd name="T0" fmla="*/ 0 w 255"/>
                  <a:gd name="T1" fmla="*/ 27 h 27"/>
                  <a:gd name="T2" fmla="*/ 255 w 255"/>
                  <a:gd name="T3" fmla="*/ 27 h 27"/>
                </a:gdLst>
                <a:ahLst/>
                <a:cxnLst>
                  <a:cxn ang="0">
                    <a:pos x="T0" y="T1"/>
                  </a:cxn>
                  <a:cxn ang="0">
                    <a:pos x="T2" y="T3"/>
                  </a:cxn>
                </a:cxnLst>
                <a:rect l="0" t="0" r="r" b="b"/>
                <a:pathLst>
                  <a:path w="255" h="27">
                    <a:moveTo>
                      <a:pt x="0" y="27"/>
                    </a:moveTo>
                    <a:cubicBezTo>
                      <a:pt x="90" y="27"/>
                      <a:pt x="195" y="0"/>
                      <a:pt x="255" y="2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71" name="Freeform 21"/>
              <p:cNvSpPr>
                <a:spLocks/>
              </p:cNvSpPr>
              <p:nvPr/>
            </p:nvSpPr>
            <p:spPr bwMode="auto">
              <a:xfrm rot="10800000">
                <a:off x="3780505" y="2010046"/>
                <a:ext cx="262814" cy="24963"/>
              </a:xfrm>
              <a:custGeom>
                <a:avLst/>
                <a:gdLst>
                  <a:gd name="T0" fmla="*/ 0 w 285"/>
                  <a:gd name="T1" fmla="*/ 0 h 27"/>
                  <a:gd name="T2" fmla="*/ 285 w 285"/>
                  <a:gd name="T3" fmla="*/ 0 h 27"/>
                </a:gdLst>
                <a:ahLst/>
                <a:cxnLst>
                  <a:cxn ang="0">
                    <a:pos x="T0" y="T1"/>
                  </a:cxn>
                  <a:cxn ang="0">
                    <a:pos x="T2" y="T3"/>
                  </a:cxn>
                </a:cxnLst>
                <a:rect l="0" t="0" r="r" b="b"/>
                <a:pathLst>
                  <a:path w="285" h="27">
                    <a:moveTo>
                      <a:pt x="0" y="0"/>
                    </a:moveTo>
                    <a:cubicBezTo>
                      <a:pt x="105" y="0"/>
                      <a:pt x="217" y="27"/>
                      <a:pt x="28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72" name="Freeform 22"/>
              <p:cNvSpPr>
                <a:spLocks/>
              </p:cNvSpPr>
              <p:nvPr/>
            </p:nvSpPr>
            <p:spPr bwMode="auto">
              <a:xfrm rot="10800000">
                <a:off x="3780505" y="2425174"/>
                <a:ext cx="262814" cy="24963"/>
              </a:xfrm>
              <a:custGeom>
                <a:avLst/>
                <a:gdLst>
                  <a:gd name="T0" fmla="*/ 0 w 285"/>
                  <a:gd name="T1" fmla="*/ 27 h 27"/>
                  <a:gd name="T2" fmla="*/ 285 w 285"/>
                  <a:gd name="T3" fmla="*/ 27 h 27"/>
                </a:gdLst>
                <a:ahLst/>
                <a:cxnLst>
                  <a:cxn ang="0">
                    <a:pos x="T0" y="T1"/>
                  </a:cxn>
                  <a:cxn ang="0">
                    <a:pos x="T2" y="T3"/>
                  </a:cxn>
                </a:cxnLst>
                <a:rect l="0" t="0" r="r" b="b"/>
                <a:pathLst>
                  <a:path w="285" h="27">
                    <a:moveTo>
                      <a:pt x="0" y="27"/>
                    </a:moveTo>
                    <a:cubicBezTo>
                      <a:pt x="105" y="27"/>
                      <a:pt x="217" y="0"/>
                      <a:pt x="285" y="2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73" name="Freeform 26"/>
              <p:cNvSpPr>
                <a:spLocks/>
              </p:cNvSpPr>
              <p:nvPr/>
            </p:nvSpPr>
            <p:spPr bwMode="auto">
              <a:xfrm rot="10800000">
                <a:off x="3808170" y="2455684"/>
                <a:ext cx="90371" cy="12944"/>
              </a:xfrm>
              <a:custGeom>
                <a:avLst/>
                <a:gdLst>
                  <a:gd name="T0" fmla="*/ 0 w 98"/>
                  <a:gd name="T1" fmla="*/ 7 h 14"/>
                  <a:gd name="T2" fmla="*/ 53 w 98"/>
                  <a:gd name="T3" fmla="*/ 0 h 14"/>
                  <a:gd name="T4" fmla="*/ 98 w 98"/>
                  <a:gd name="T5" fmla="*/ 7 h 14"/>
                  <a:gd name="T6" fmla="*/ 53 w 98"/>
                  <a:gd name="T7" fmla="*/ 14 h 14"/>
                  <a:gd name="T8" fmla="*/ 0 w 98"/>
                  <a:gd name="T9" fmla="*/ 7 h 14"/>
                </a:gdLst>
                <a:ahLst/>
                <a:cxnLst>
                  <a:cxn ang="0">
                    <a:pos x="T0" y="T1"/>
                  </a:cxn>
                  <a:cxn ang="0">
                    <a:pos x="T2" y="T3"/>
                  </a:cxn>
                  <a:cxn ang="0">
                    <a:pos x="T4" y="T5"/>
                  </a:cxn>
                  <a:cxn ang="0">
                    <a:pos x="T6" y="T7"/>
                  </a:cxn>
                  <a:cxn ang="0">
                    <a:pos x="T8" y="T9"/>
                  </a:cxn>
                </a:cxnLst>
                <a:rect l="0" t="0" r="r" b="b"/>
                <a:pathLst>
                  <a:path w="98" h="14">
                    <a:moveTo>
                      <a:pt x="0" y="7"/>
                    </a:moveTo>
                    <a:cubicBezTo>
                      <a:pt x="0" y="0"/>
                      <a:pt x="23" y="0"/>
                      <a:pt x="53" y="0"/>
                    </a:cubicBezTo>
                    <a:cubicBezTo>
                      <a:pt x="75" y="0"/>
                      <a:pt x="98" y="0"/>
                      <a:pt x="98" y="7"/>
                    </a:cubicBezTo>
                    <a:cubicBezTo>
                      <a:pt x="98" y="7"/>
                      <a:pt x="75" y="14"/>
                      <a:pt x="53" y="14"/>
                    </a:cubicBezTo>
                    <a:cubicBezTo>
                      <a:pt x="23" y="14"/>
                      <a:pt x="0" y="7"/>
                      <a:pt x="0" y="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74" name="Freeform 30"/>
              <p:cNvSpPr>
                <a:spLocks/>
              </p:cNvSpPr>
              <p:nvPr/>
            </p:nvSpPr>
            <p:spPr bwMode="auto">
              <a:xfrm rot="10800000">
                <a:off x="3808170" y="1991555"/>
                <a:ext cx="90371" cy="12944"/>
              </a:xfrm>
              <a:custGeom>
                <a:avLst/>
                <a:gdLst>
                  <a:gd name="T0" fmla="*/ 0 w 98"/>
                  <a:gd name="T1" fmla="*/ 7 h 14"/>
                  <a:gd name="T2" fmla="*/ 53 w 98"/>
                  <a:gd name="T3" fmla="*/ 0 h 14"/>
                  <a:gd name="T4" fmla="*/ 98 w 98"/>
                  <a:gd name="T5" fmla="*/ 7 h 14"/>
                  <a:gd name="T6" fmla="*/ 53 w 98"/>
                  <a:gd name="T7" fmla="*/ 14 h 14"/>
                  <a:gd name="T8" fmla="*/ 0 w 98"/>
                  <a:gd name="T9" fmla="*/ 7 h 14"/>
                </a:gdLst>
                <a:ahLst/>
                <a:cxnLst>
                  <a:cxn ang="0">
                    <a:pos x="T0" y="T1"/>
                  </a:cxn>
                  <a:cxn ang="0">
                    <a:pos x="T2" y="T3"/>
                  </a:cxn>
                  <a:cxn ang="0">
                    <a:pos x="T4" y="T5"/>
                  </a:cxn>
                  <a:cxn ang="0">
                    <a:pos x="T6" y="T7"/>
                  </a:cxn>
                  <a:cxn ang="0">
                    <a:pos x="T8" y="T9"/>
                  </a:cxn>
                </a:cxnLst>
                <a:rect l="0" t="0" r="r" b="b"/>
                <a:pathLst>
                  <a:path w="98" h="14">
                    <a:moveTo>
                      <a:pt x="0" y="7"/>
                    </a:moveTo>
                    <a:cubicBezTo>
                      <a:pt x="0" y="0"/>
                      <a:pt x="23" y="0"/>
                      <a:pt x="53" y="0"/>
                    </a:cubicBezTo>
                    <a:cubicBezTo>
                      <a:pt x="75" y="0"/>
                      <a:pt x="98" y="0"/>
                      <a:pt x="98" y="7"/>
                    </a:cubicBezTo>
                    <a:cubicBezTo>
                      <a:pt x="98" y="7"/>
                      <a:pt x="75" y="14"/>
                      <a:pt x="53" y="14"/>
                    </a:cubicBezTo>
                    <a:cubicBezTo>
                      <a:pt x="23" y="14"/>
                      <a:pt x="0" y="7"/>
                      <a:pt x="0" y="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75" name="Freeform 31"/>
              <p:cNvSpPr>
                <a:spLocks/>
              </p:cNvSpPr>
              <p:nvPr/>
            </p:nvSpPr>
            <p:spPr bwMode="auto">
              <a:xfrm rot="10800000">
                <a:off x="3835835" y="2047029"/>
                <a:ext cx="62707" cy="366126"/>
              </a:xfrm>
              <a:custGeom>
                <a:avLst/>
                <a:gdLst>
                  <a:gd name="T0" fmla="*/ 68 w 68"/>
                  <a:gd name="T1" fmla="*/ 396 h 396"/>
                  <a:gd name="T2" fmla="*/ 68 w 68"/>
                  <a:gd name="T3" fmla="*/ 0 h 396"/>
                </a:gdLst>
                <a:ahLst/>
                <a:cxnLst>
                  <a:cxn ang="0">
                    <a:pos x="T0" y="T1"/>
                  </a:cxn>
                  <a:cxn ang="0">
                    <a:pos x="T2" y="T3"/>
                  </a:cxn>
                </a:cxnLst>
                <a:rect l="0" t="0" r="r" b="b"/>
                <a:pathLst>
                  <a:path w="68" h="396">
                    <a:moveTo>
                      <a:pt x="68" y="396"/>
                    </a:moveTo>
                    <a:cubicBezTo>
                      <a:pt x="8" y="290"/>
                      <a:pt x="0" y="132"/>
                      <a:pt x="68"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76" name="Freeform 32"/>
              <p:cNvSpPr>
                <a:spLocks/>
              </p:cNvSpPr>
              <p:nvPr/>
            </p:nvSpPr>
            <p:spPr bwMode="auto">
              <a:xfrm rot="10800000">
                <a:off x="3822002" y="2047029"/>
                <a:ext cx="41497" cy="366126"/>
              </a:xfrm>
              <a:custGeom>
                <a:avLst/>
                <a:gdLst>
                  <a:gd name="T0" fmla="*/ 45 w 45"/>
                  <a:gd name="T1" fmla="*/ 396 h 396"/>
                  <a:gd name="T2" fmla="*/ 45 w 45"/>
                  <a:gd name="T3" fmla="*/ 0 h 396"/>
                </a:gdLst>
                <a:ahLst/>
                <a:cxnLst>
                  <a:cxn ang="0">
                    <a:pos x="T0" y="T1"/>
                  </a:cxn>
                  <a:cxn ang="0">
                    <a:pos x="T2" y="T3"/>
                  </a:cxn>
                </a:cxnLst>
                <a:rect l="0" t="0" r="r" b="b"/>
                <a:pathLst>
                  <a:path w="45" h="396">
                    <a:moveTo>
                      <a:pt x="45" y="396"/>
                    </a:moveTo>
                    <a:cubicBezTo>
                      <a:pt x="0" y="290"/>
                      <a:pt x="0" y="132"/>
                      <a:pt x="4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77" name="Freeform 33"/>
              <p:cNvSpPr>
                <a:spLocks/>
              </p:cNvSpPr>
              <p:nvPr/>
            </p:nvSpPr>
            <p:spPr bwMode="auto">
              <a:xfrm rot="10800000">
                <a:off x="3642182" y="2022066"/>
                <a:ext cx="179820" cy="49002"/>
              </a:xfrm>
              <a:custGeom>
                <a:avLst/>
                <a:gdLst>
                  <a:gd name="T0" fmla="*/ 0 w 195"/>
                  <a:gd name="T1" fmla="*/ 26 h 53"/>
                  <a:gd name="T2" fmla="*/ 195 w 195"/>
                  <a:gd name="T3" fmla="*/ 0 h 53"/>
                </a:gdLst>
                <a:ahLst/>
                <a:cxnLst>
                  <a:cxn ang="0">
                    <a:pos x="T0" y="T1"/>
                  </a:cxn>
                  <a:cxn ang="0">
                    <a:pos x="T2" y="T3"/>
                  </a:cxn>
                </a:cxnLst>
                <a:rect l="0" t="0" r="r" b="b"/>
                <a:pathLst>
                  <a:path w="195" h="53">
                    <a:moveTo>
                      <a:pt x="0" y="26"/>
                    </a:moveTo>
                    <a:cubicBezTo>
                      <a:pt x="15" y="53"/>
                      <a:pt x="135" y="0"/>
                      <a:pt x="19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78" name="Freeform 34"/>
              <p:cNvSpPr>
                <a:spLocks/>
              </p:cNvSpPr>
              <p:nvPr/>
            </p:nvSpPr>
            <p:spPr bwMode="auto">
              <a:xfrm rot="10800000">
                <a:off x="3642182" y="2389116"/>
                <a:ext cx="179820" cy="49002"/>
              </a:xfrm>
              <a:custGeom>
                <a:avLst/>
                <a:gdLst>
                  <a:gd name="T0" fmla="*/ 0 w 195"/>
                  <a:gd name="T1" fmla="*/ 27 h 53"/>
                  <a:gd name="T2" fmla="*/ 195 w 195"/>
                  <a:gd name="T3" fmla="*/ 53 h 53"/>
                </a:gdLst>
                <a:ahLst/>
                <a:cxnLst>
                  <a:cxn ang="0">
                    <a:pos x="T0" y="T1"/>
                  </a:cxn>
                  <a:cxn ang="0">
                    <a:pos x="T2" y="T3"/>
                  </a:cxn>
                </a:cxnLst>
                <a:rect l="0" t="0" r="r" b="b"/>
                <a:pathLst>
                  <a:path w="195" h="53">
                    <a:moveTo>
                      <a:pt x="0" y="27"/>
                    </a:moveTo>
                    <a:cubicBezTo>
                      <a:pt x="15" y="0"/>
                      <a:pt x="135" y="53"/>
                      <a:pt x="195" y="5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79" name="Freeform 35"/>
              <p:cNvSpPr>
                <a:spLocks/>
              </p:cNvSpPr>
              <p:nvPr/>
            </p:nvSpPr>
            <p:spPr bwMode="auto">
              <a:xfrm rot="10800000">
                <a:off x="3642182" y="2071067"/>
                <a:ext cx="27665" cy="318049"/>
              </a:xfrm>
              <a:custGeom>
                <a:avLst/>
                <a:gdLst>
                  <a:gd name="T0" fmla="*/ 30 w 30"/>
                  <a:gd name="T1" fmla="*/ 344 h 344"/>
                  <a:gd name="T2" fmla="*/ 30 w 30"/>
                  <a:gd name="T3" fmla="*/ 0 h 344"/>
                </a:gdLst>
                <a:ahLst/>
                <a:cxnLst>
                  <a:cxn ang="0">
                    <a:pos x="T0" y="T1"/>
                  </a:cxn>
                  <a:cxn ang="0">
                    <a:pos x="T2" y="T3"/>
                  </a:cxn>
                </a:cxnLst>
                <a:rect l="0" t="0" r="r" b="b"/>
                <a:pathLst>
                  <a:path w="30" h="344">
                    <a:moveTo>
                      <a:pt x="30" y="344"/>
                    </a:moveTo>
                    <a:cubicBezTo>
                      <a:pt x="30" y="291"/>
                      <a:pt x="0" y="185"/>
                      <a:pt x="3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80" name="Freeform 36"/>
              <p:cNvSpPr>
                <a:spLocks/>
              </p:cNvSpPr>
              <p:nvPr/>
            </p:nvSpPr>
            <p:spPr bwMode="auto">
              <a:xfrm rot="10800000">
                <a:off x="2965319" y="1973988"/>
                <a:ext cx="884348" cy="73040"/>
              </a:xfrm>
              <a:custGeom>
                <a:avLst/>
                <a:gdLst>
                  <a:gd name="T0" fmla="*/ 0 w 959"/>
                  <a:gd name="T1" fmla="*/ 66 h 79"/>
                  <a:gd name="T2" fmla="*/ 959 w 959"/>
                  <a:gd name="T3" fmla="*/ 0 h 79"/>
                </a:gdLst>
                <a:ahLst/>
                <a:cxnLst>
                  <a:cxn ang="0">
                    <a:pos x="T0" y="T1"/>
                  </a:cxn>
                  <a:cxn ang="0">
                    <a:pos x="T2" y="T3"/>
                  </a:cxn>
                </a:cxnLst>
                <a:rect l="0" t="0" r="r" b="b"/>
                <a:pathLst>
                  <a:path w="959" h="79">
                    <a:moveTo>
                      <a:pt x="0" y="66"/>
                    </a:moveTo>
                    <a:cubicBezTo>
                      <a:pt x="225" y="66"/>
                      <a:pt x="839" y="79"/>
                      <a:pt x="959"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81" name="Freeform 37"/>
              <p:cNvSpPr>
                <a:spLocks/>
              </p:cNvSpPr>
              <p:nvPr/>
            </p:nvSpPr>
            <p:spPr bwMode="auto">
              <a:xfrm rot="10800000">
                <a:off x="2965319" y="2413154"/>
                <a:ext cx="884348" cy="73040"/>
              </a:xfrm>
              <a:custGeom>
                <a:avLst/>
                <a:gdLst>
                  <a:gd name="T0" fmla="*/ 0 w 959"/>
                  <a:gd name="T1" fmla="*/ 13 h 79"/>
                  <a:gd name="T2" fmla="*/ 959 w 959"/>
                  <a:gd name="T3" fmla="*/ 79 h 79"/>
                </a:gdLst>
                <a:ahLst/>
                <a:cxnLst>
                  <a:cxn ang="0">
                    <a:pos x="T0" y="T1"/>
                  </a:cxn>
                  <a:cxn ang="0">
                    <a:pos x="T2" y="T3"/>
                  </a:cxn>
                </a:cxnLst>
                <a:rect l="0" t="0" r="r" b="b"/>
                <a:pathLst>
                  <a:path w="959" h="79">
                    <a:moveTo>
                      <a:pt x="0" y="13"/>
                    </a:moveTo>
                    <a:cubicBezTo>
                      <a:pt x="232" y="26"/>
                      <a:pt x="839" y="0"/>
                      <a:pt x="959" y="7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82" name="Freeform 38"/>
              <p:cNvSpPr>
                <a:spLocks/>
              </p:cNvSpPr>
              <p:nvPr/>
            </p:nvSpPr>
            <p:spPr bwMode="auto">
              <a:xfrm rot="10800000">
                <a:off x="3849667" y="2462156"/>
                <a:ext cx="193653" cy="24039"/>
              </a:xfrm>
              <a:custGeom>
                <a:avLst/>
                <a:gdLst>
                  <a:gd name="T0" fmla="*/ 0 w 210"/>
                  <a:gd name="T1" fmla="*/ 26 h 26"/>
                  <a:gd name="T2" fmla="*/ 210 w 210"/>
                  <a:gd name="T3" fmla="*/ 13 h 26"/>
                </a:gdLst>
                <a:ahLst/>
                <a:cxnLst>
                  <a:cxn ang="0">
                    <a:pos x="T0" y="T1"/>
                  </a:cxn>
                  <a:cxn ang="0">
                    <a:pos x="T2" y="T3"/>
                  </a:cxn>
                </a:cxnLst>
                <a:rect l="0" t="0" r="r" b="b"/>
                <a:pathLst>
                  <a:path w="210" h="26">
                    <a:moveTo>
                      <a:pt x="0" y="26"/>
                    </a:moveTo>
                    <a:cubicBezTo>
                      <a:pt x="105" y="0"/>
                      <a:pt x="165" y="13"/>
                      <a:pt x="210" y="1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83" name="Freeform 39"/>
              <p:cNvSpPr>
                <a:spLocks/>
              </p:cNvSpPr>
              <p:nvPr/>
            </p:nvSpPr>
            <p:spPr bwMode="auto">
              <a:xfrm rot="10800000">
                <a:off x="2985607" y="2047029"/>
                <a:ext cx="656575" cy="79512"/>
              </a:xfrm>
              <a:custGeom>
                <a:avLst/>
                <a:gdLst>
                  <a:gd name="T0" fmla="*/ 0 w 712"/>
                  <a:gd name="T1" fmla="*/ 60 h 86"/>
                  <a:gd name="T2" fmla="*/ 712 w 712"/>
                  <a:gd name="T3" fmla="*/ 47 h 86"/>
                </a:gdLst>
                <a:ahLst/>
                <a:cxnLst>
                  <a:cxn ang="0">
                    <a:pos x="T0" y="T1"/>
                  </a:cxn>
                  <a:cxn ang="0">
                    <a:pos x="T2" y="T3"/>
                  </a:cxn>
                </a:cxnLst>
                <a:rect l="0" t="0" r="r" b="b"/>
                <a:pathLst>
                  <a:path w="712" h="86">
                    <a:moveTo>
                      <a:pt x="0" y="60"/>
                    </a:moveTo>
                    <a:cubicBezTo>
                      <a:pt x="345" y="0"/>
                      <a:pt x="570" y="86"/>
                      <a:pt x="712" y="4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84" name="Freeform 40"/>
              <p:cNvSpPr>
                <a:spLocks/>
              </p:cNvSpPr>
              <p:nvPr/>
            </p:nvSpPr>
            <p:spPr bwMode="auto">
              <a:xfrm rot="10800000">
                <a:off x="2985607" y="2340114"/>
                <a:ext cx="656575" cy="67493"/>
              </a:xfrm>
              <a:custGeom>
                <a:avLst/>
                <a:gdLst>
                  <a:gd name="T0" fmla="*/ 0 w 712"/>
                  <a:gd name="T1" fmla="*/ 20 h 73"/>
                  <a:gd name="T2" fmla="*/ 712 w 712"/>
                  <a:gd name="T3" fmla="*/ 33 h 73"/>
                </a:gdLst>
                <a:ahLst/>
                <a:cxnLst>
                  <a:cxn ang="0">
                    <a:pos x="T0" y="T1"/>
                  </a:cxn>
                  <a:cxn ang="0">
                    <a:pos x="T2" y="T3"/>
                  </a:cxn>
                </a:cxnLst>
                <a:rect l="0" t="0" r="r" b="b"/>
                <a:pathLst>
                  <a:path w="712" h="73">
                    <a:moveTo>
                      <a:pt x="0" y="20"/>
                    </a:moveTo>
                    <a:cubicBezTo>
                      <a:pt x="330" y="73"/>
                      <a:pt x="502" y="0"/>
                      <a:pt x="712" y="3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85" name="Freeform 41"/>
              <p:cNvSpPr>
                <a:spLocks/>
              </p:cNvSpPr>
              <p:nvPr/>
            </p:nvSpPr>
            <p:spPr bwMode="auto">
              <a:xfrm rot="10800000">
                <a:off x="3088888" y="1961045"/>
                <a:ext cx="221317" cy="49002"/>
              </a:xfrm>
              <a:custGeom>
                <a:avLst/>
                <a:gdLst>
                  <a:gd name="T0" fmla="*/ 0 w 240"/>
                  <a:gd name="T1" fmla="*/ 26 h 53"/>
                  <a:gd name="T2" fmla="*/ 232 w 240"/>
                  <a:gd name="T3" fmla="*/ 0 h 53"/>
                </a:gdLst>
                <a:ahLst/>
                <a:cxnLst>
                  <a:cxn ang="0">
                    <a:pos x="T0" y="T1"/>
                  </a:cxn>
                  <a:cxn ang="0">
                    <a:pos x="T2" y="T3"/>
                  </a:cxn>
                </a:cxnLst>
                <a:rect l="0" t="0" r="r" b="b"/>
                <a:pathLst>
                  <a:path w="240" h="53">
                    <a:moveTo>
                      <a:pt x="0" y="26"/>
                    </a:moveTo>
                    <a:cubicBezTo>
                      <a:pt x="150" y="53"/>
                      <a:pt x="240" y="0"/>
                      <a:pt x="232"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86" name="Freeform 42"/>
              <p:cNvSpPr>
                <a:spLocks/>
              </p:cNvSpPr>
              <p:nvPr/>
            </p:nvSpPr>
            <p:spPr bwMode="auto">
              <a:xfrm rot="10800000">
                <a:off x="3102721" y="2450137"/>
                <a:ext cx="214862" cy="36058"/>
              </a:xfrm>
              <a:custGeom>
                <a:avLst/>
                <a:gdLst>
                  <a:gd name="T0" fmla="*/ 0 w 233"/>
                  <a:gd name="T1" fmla="*/ 26 h 39"/>
                  <a:gd name="T2" fmla="*/ 233 w 233"/>
                  <a:gd name="T3" fmla="*/ 39 h 39"/>
                </a:gdLst>
                <a:ahLst/>
                <a:cxnLst>
                  <a:cxn ang="0">
                    <a:pos x="T0" y="T1"/>
                  </a:cxn>
                  <a:cxn ang="0">
                    <a:pos x="T2" y="T3"/>
                  </a:cxn>
                </a:cxnLst>
                <a:rect l="0" t="0" r="r" b="b"/>
                <a:pathLst>
                  <a:path w="233" h="39">
                    <a:moveTo>
                      <a:pt x="0" y="26"/>
                    </a:moveTo>
                    <a:cubicBezTo>
                      <a:pt x="83" y="0"/>
                      <a:pt x="203" y="13"/>
                      <a:pt x="233" y="3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87" name="Freeform 43"/>
              <p:cNvSpPr>
                <a:spLocks/>
              </p:cNvSpPr>
              <p:nvPr/>
            </p:nvSpPr>
            <p:spPr bwMode="auto">
              <a:xfrm rot="10800000">
                <a:off x="2888780" y="2047029"/>
                <a:ext cx="76539" cy="366126"/>
              </a:xfrm>
              <a:custGeom>
                <a:avLst/>
                <a:gdLst>
                  <a:gd name="T0" fmla="*/ 0 w 83"/>
                  <a:gd name="T1" fmla="*/ 396 h 396"/>
                  <a:gd name="T2" fmla="*/ 0 w 83"/>
                  <a:gd name="T3" fmla="*/ 0 h 396"/>
                </a:gdLst>
                <a:ahLst/>
                <a:cxnLst>
                  <a:cxn ang="0">
                    <a:pos x="T0" y="T1"/>
                  </a:cxn>
                  <a:cxn ang="0">
                    <a:pos x="T2" y="T3"/>
                  </a:cxn>
                </a:cxnLst>
                <a:rect l="0" t="0" r="r" b="b"/>
                <a:pathLst>
                  <a:path w="83" h="396">
                    <a:moveTo>
                      <a:pt x="0" y="396"/>
                    </a:moveTo>
                    <a:cubicBezTo>
                      <a:pt x="83" y="317"/>
                      <a:pt x="60" y="26"/>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88" name="Freeform 44"/>
              <p:cNvSpPr>
                <a:spLocks/>
              </p:cNvSpPr>
              <p:nvPr/>
            </p:nvSpPr>
            <p:spPr bwMode="auto">
              <a:xfrm rot="10800000">
                <a:off x="3006816" y="1986008"/>
                <a:ext cx="967342" cy="61021"/>
              </a:xfrm>
              <a:custGeom>
                <a:avLst/>
                <a:gdLst>
                  <a:gd name="T0" fmla="*/ 0 w 1049"/>
                  <a:gd name="T1" fmla="*/ 40 h 66"/>
                  <a:gd name="T2" fmla="*/ 1049 w 1049"/>
                  <a:gd name="T3" fmla="*/ 0 h 66"/>
                </a:gdLst>
                <a:ahLst/>
                <a:cxnLst>
                  <a:cxn ang="0">
                    <a:pos x="T0" y="T1"/>
                  </a:cxn>
                  <a:cxn ang="0">
                    <a:pos x="T2" y="T3"/>
                  </a:cxn>
                </a:cxnLst>
                <a:rect l="0" t="0" r="r" b="b"/>
                <a:pathLst>
                  <a:path w="1049" h="66">
                    <a:moveTo>
                      <a:pt x="0" y="40"/>
                    </a:moveTo>
                    <a:cubicBezTo>
                      <a:pt x="270" y="40"/>
                      <a:pt x="907" y="66"/>
                      <a:pt x="1049"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89" name="Freeform 45"/>
              <p:cNvSpPr>
                <a:spLocks/>
              </p:cNvSpPr>
              <p:nvPr/>
            </p:nvSpPr>
            <p:spPr bwMode="auto">
              <a:xfrm rot="10800000">
                <a:off x="3006816" y="2410773"/>
                <a:ext cx="967342" cy="61021"/>
              </a:xfrm>
              <a:custGeom>
                <a:avLst/>
                <a:gdLst>
                  <a:gd name="T0" fmla="*/ 0 w 1049"/>
                  <a:gd name="T1" fmla="*/ 26 h 66"/>
                  <a:gd name="T2" fmla="*/ 1049 w 1049"/>
                  <a:gd name="T3" fmla="*/ 66 h 66"/>
                </a:gdLst>
                <a:ahLst/>
                <a:cxnLst>
                  <a:cxn ang="0">
                    <a:pos x="T0" y="T1"/>
                  </a:cxn>
                  <a:cxn ang="0">
                    <a:pos x="T2" y="T3"/>
                  </a:cxn>
                </a:cxnLst>
                <a:rect l="0" t="0" r="r" b="b"/>
                <a:pathLst>
                  <a:path w="1049" h="66">
                    <a:moveTo>
                      <a:pt x="0" y="26"/>
                    </a:moveTo>
                    <a:cubicBezTo>
                      <a:pt x="270" y="26"/>
                      <a:pt x="900" y="0"/>
                      <a:pt x="1049" y="6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90" name="Freeform 46"/>
              <p:cNvSpPr>
                <a:spLocks/>
              </p:cNvSpPr>
              <p:nvPr/>
            </p:nvSpPr>
            <p:spPr bwMode="auto">
              <a:xfrm rot="10800000">
                <a:off x="3062146" y="2071067"/>
                <a:ext cx="26743" cy="318049"/>
              </a:xfrm>
              <a:custGeom>
                <a:avLst/>
                <a:gdLst>
                  <a:gd name="T0" fmla="*/ 0 w 29"/>
                  <a:gd name="T1" fmla="*/ 344 h 344"/>
                  <a:gd name="T2" fmla="*/ 0 w 29"/>
                  <a:gd name="T3" fmla="*/ 0 h 344"/>
                </a:gdLst>
                <a:ahLst/>
                <a:cxnLst>
                  <a:cxn ang="0">
                    <a:pos x="T0" y="T1"/>
                  </a:cxn>
                  <a:cxn ang="0">
                    <a:pos x="T2" y="T3"/>
                  </a:cxn>
                </a:cxnLst>
                <a:rect l="0" t="0" r="r" b="b"/>
                <a:pathLst>
                  <a:path w="29" h="344">
                    <a:moveTo>
                      <a:pt x="0" y="344"/>
                    </a:moveTo>
                    <a:cubicBezTo>
                      <a:pt x="29" y="264"/>
                      <a:pt x="29" y="8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91" name="Freeform 47"/>
              <p:cNvSpPr>
                <a:spLocks/>
              </p:cNvSpPr>
              <p:nvPr/>
            </p:nvSpPr>
            <p:spPr bwMode="auto">
              <a:xfrm rot="10800000">
                <a:off x="2957942" y="2083086"/>
                <a:ext cx="27665" cy="294010"/>
              </a:xfrm>
              <a:custGeom>
                <a:avLst/>
                <a:gdLst>
                  <a:gd name="T0" fmla="*/ 0 w 30"/>
                  <a:gd name="T1" fmla="*/ 318 h 318"/>
                  <a:gd name="T2" fmla="*/ 0 w 30"/>
                  <a:gd name="T3" fmla="*/ 0 h 318"/>
                </a:gdLst>
                <a:ahLst/>
                <a:cxnLst>
                  <a:cxn ang="0">
                    <a:pos x="T0" y="T1"/>
                  </a:cxn>
                  <a:cxn ang="0">
                    <a:pos x="T2" y="T3"/>
                  </a:cxn>
                </a:cxnLst>
                <a:rect l="0" t="0" r="r" b="b"/>
                <a:pathLst>
                  <a:path w="30" h="318">
                    <a:moveTo>
                      <a:pt x="0" y="318"/>
                    </a:moveTo>
                    <a:cubicBezTo>
                      <a:pt x="30" y="225"/>
                      <a:pt x="22" y="67"/>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92" name="Freeform 48"/>
              <p:cNvSpPr>
                <a:spLocks/>
              </p:cNvSpPr>
              <p:nvPr/>
            </p:nvSpPr>
            <p:spPr bwMode="auto">
              <a:xfrm rot="10800000">
                <a:off x="2923822" y="2040557"/>
                <a:ext cx="55329" cy="384617"/>
              </a:xfrm>
              <a:custGeom>
                <a:avLst/>
                <a:gdLst>
                  <a:gd name="T0" fmla="*/ 0 w 60"/>
                  <a:gd name="T1" fmla="*/ 416 h 416"/>
                  <a:gd name="T2" fmla="*/ 0 w 60"/>
                  <a:gd name="T3" fmla="*/ 0 h 416"/>
                </a:gdLst>
                <a:ahLst/>
                <a:cxnLst>
                  <a:cxn ang="0">
                    <a:pos x="T0" y="T1"/>
                  </a:cxn>
                  <a:cxn ang="0">
                    <a:pos x="T2" y="T3"/>
                  </a:cxn>
                </a:cxnLst>
                <a:rect l="0" t="0" r="r" b="b"/>
                <a:pathLst>
                  <a:path w="60" h="416">
                    <a:moveTo>
                      <a:pt x="0" y="416"/>
                    </a:moveTo>
                    <a:cubicBezTo>
                      <a:pt x="60" y="277"/>
                      <a:pt x="30" y="66"/>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93" name="Freeform 49"/>
              <p:cNvSpPr>
                <a:spLocks/>
              </p:cNvSpPr>
              <p:nvPr/>
            </p:nvSpPr>
            <p:spPr bwMode="auto">
              <a:xfrm rot="10800000">
                <a:off x="2985607" y="2022066"/>
                <a:ext cx="35042" cy="61021"/>
              </a:xfrm>
              <a:custGeom>
                <a:avLst/>
                <a:gdLst>
                  <a:gd name="T0" fmla="*/ 0 w 38"/>
                  <a:gd name="T1" fmla="*/ 66 h 66"/>
                  <a:gd name="T2" fmla="*/ 38 w 38"/>
                  <a:gd name="T3" fmla="*/ 0 h 66"/>
                </a:gdLst>
                <a:ahLst/>
                <a:cxnLst>
                  <a:cxn ang="0">
                    <a:pos x="T0" y="T1"/>
                  </a:cxn>
                  <a:cxn ang="0">
                    <a:pos x="T2" y="T3"/>
                  </a:cxn>
                </a:cxnLst>
                <a:rect l="0" t="0" r="r" b="b"/>
                <a:pathLst>
                  <a:path w="38" h="66">
                    <a:moveTo>
                      <a:pt x="0" y="66"/>
                    </a:moveTo>
                    <a:cubicBezTo>
                      <a:pt x="0" y="66"/>
                      <a:pt x="38" y="26"/>
                      <a:pt x="38"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94" name="Freeform 50"/>
              <p:cNvSpPr>
                <a:spLocks/>
              </p:cNvSpPr>
              <p:nvPr/>
            </p:nvSpPr>
            <p:spPr bwMode="auto">
              <a:xfrm rot="10800000">
                <a:off x="2985607" y="2377097"/>
                <a:ext cx="35042" cy="61021"/>
              </a:xfrm>
              <a:custGeom>
                <a:avLst/>
                <a:gdLst>
                  <a:gd name="T0" fmla="*/ 0 w 38"/>
                  <a:gd name="T1" fmla="*/ 0 h 66"/>
                  <a:gd name="T2" fmla="*/ 38 w 38"/>
                  <a:gd name="T3" fmla="*/ 66 h 66"/>
                </a:gdLst>
                <a:ahLst/>
                <a:cxnLst>
                  <a:cxn ang="0">
                    <a:pos x="T0" y="T1"/>
                  </a:cxn>
                  <a:cxn ang="0">
                    <a:pos x="T2" y="T3"/>
                  </a:cxn>
                </a:cxnLst>
                <a:rect l="0" t="0" r="r" b="b"/>
                <a:pathLst>
                  <a:path w="38" h="66">
                    <a:moveTo>
                      <a:pt x="0" y="0"/>
                    </a:moveTo>
                    <a:cubicBezTo>
                      <a:pt x="0" y="0"/>
                      <a:pt x="38" y="40"/>
                      <a:pt x="38" y="6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95" name="Freeform 51"/>
              <p:cNvSpPr>
                <a:spLocks/>
              </p:cNvSpPr>
              <p:nvPr/>
            </p:nvSpPr>
            <p:spPr bwMode="auto">
              <a:xfrm rot="10800000">
                <a:off x="2902613" y="2096030"/>
                <a:ext cx="55329" cy="268122"/>
              </a:xfrm>
              <a:custGeom>
                <a:avLst/>
                <a:gdLst>
                  <a:gd name="T0" fmla="*/ 0 w 60"/>
                  <a:gd name="T1" fmla="*/ 290 h 290"/>
                  <a:gd name="T2" fmla="*/ 0 w 60"/>
                  <a:gd name="T3" fmla="*/ 0 h 290"/>
                </a:gdLst>
                <a:ahLst/>
                <a:cxnLst>
                  <a:cxn ang="0">
                    <a:pos x="T0" y="T1"/>
                  </a:cxn>
                  <a:cxn ang="0">
                    <a:pos x="T2" y="T3"/>
                  </a:cxn>
                </a:cxnLst>
                <a:rect l="0" t="0" r="r" b="b"/>
                <a:pathLst>
                  <a:path w="60" h="290">
                    <a:moveTo>
                      <a:pt x="0" y="290"/>
                    </a:moveTo>
                    <a:cubicBezTo>
                      <a:pt x="37" y="290"/>
                      <a:pt x="60" y="26"/>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96" name="Freeform 52"/>
              <p:cNvSpPr>
                <a:spLocks/>
              </p:cNvSpPr>
              <p:nvPr/>
            </p:nvSpPr>
            <p:spPr bwMode="auto">
              <a:xfrm rot="10800000">
                <a:off x="2957942" y="2071067"/>
                <a:ext cx="130946" cy="24963"/>
              </a:xfrm>
              <a:custGeom>
                <a:avLst/>
                <a:gdLst>
                  <a:gd name="T0" fmla="*/ 0 w 142"/>
                  <a:gd name="T1" fmla="*/ 27 h 27"/>
                  <a:gd name="T2" fmla="*/ 142 w 142"/>
                  <a:gd name="T3" fmla="*/ 0 h 27"/>
                </a:gdLst>
                <a:ahLst/>
                <a:cxnLst>
                  <a:cxn ang="0">
                    <a:pos x="T0" y="T1"/>
                  </a:cxn>
                  <a:cxn ang="0">
                    <a:pos x="T2" y="T3"/>
                  </a:cxn>
                </a:cxnLst>
                <a:rect l="0" t="0" r="r" b="b"/>
                <a:pathLst>
                  <a:path w="142" h="27">
                    <a:moveTo>
                      <a:pt x="0" y="27"/>
                    </a:moveTo>
                    <a:cubicBezTo>
                      <a:pt x="0" y="27"/>
                      <a:pt x="142" y="27"/>
                      <a:pt x="142"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97" name="Freeform 53"/>
              <p:cNvSpPr>
                <a:spLocks/>
              </p:cNvSpPr>
              <p:nvPr/>
            </p:nvSpPr>
            <p:spPr bwMode="auto">
              <a:xfrm rot="10800000">
                <a:off x="2957942" y="2364153"/>
                <a:ext cx="130946" cy="24963"/>
              </a:xfrm>
              <a:custGeom>
                <a:avLst/>
                <a:gdLst>
                  <a:gd name="T0" fmla="*/ 0 w 142"/>
                  <a:gd name="T1" fmla="*/ 0 h 27"/>
                  <a:gd name="T2" fmla="*/ 142 w 142"/>
                  <a:gd name="T3" fmla="*/ 27 h 27"/>
                </a:gdLst>
                <a:ahLst/>
                <a:cxnLst>
                  <a:cxn ang="0">
                    <a:pos x="T0" y="T1"/>
                  </a:cxn>
                  <a:cxn ang="0">
                    <a:pos x="T2" y="T3"/>
                  </a:cxn>
                </a:cxnLst>
                <a:rect l="0" t="0" r="r" b="b"/>
                <a:pathLst>
                  <a:path w="142" h="27">
                    <a:moveTo>
                      <a:pt x="0" y="0"/>
                    </a:moveTo>
                    <a:cubicBezTo>
                      <a:pt x="0" y="0"/>
                      <a:pt x="142" y="0"/>
                      <a:pt x="142" y="2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98" name="Freeform 57"/>
              <p:cNvSpPr>
                <a:spLocks/>
              </p:cNvSpPr>
              <p:nvPr/>
            </p:nvSpPr>
            <p:spPr bwMode="auto">
              <a:xfrm rot="10800000">
                <a:off x="2927443" y="2220453"/>
                <a:ext cx="13832" cy="24039"/>
              </a:xfrm>
              <a:custGeom>
                <a:avLst/>
                <a:gdLst>
                  <a:gd name="T0" fmla="*/ 7 w 15"/>
                  <a:gd name="T1" fmla="*/ 26 h 26"/>
                  <a:gd name="T2" fmla="*/ 0 w 15"/>
                  <a:gd name="T3" fmla="*/ 13 h 26"/>
                  <a:gd name="T4" fmla="*/ 7 w 15"/>
                  <a:gd name="T5" fmla="*/ 0 h 26"/>
                  <a:gd name="T6" fmla="*/ 15 w 15"/>
                  <a:gd name="T7" fmla="*/ 13 h 26"/>
                  <a:gd name="T8" fmla="*/ 7 w 15"/>
                  <a:gd name="T9" fmla="*/ 26 h 26"/>
                </a:gdLst>
                <a:ahLst/>
                <a:cxnLst>
                  <a:cxn ang="0">
                    <a:pos x="T0" y="T1"/>
                  </a:cxn>
                  <a:cxn ang="0">
                    <a:pos x="T2" y="T3"/>
                  </a:cxn>
                  <a:cxn ang="0">
                    <a:pos x="T4" y="T5"/>
                  </a:cxn>
                  <a:cxn ang="0">
                    <a:pos x="T6" y="T7"/>
                  </a:cxn>
                  <a:cxn ang="0">
                    <a:pos x="T8" y="T9"/>
                  </a:cxn>
                </a:cxnLst>
                <a:rect l="0" t="0" r="r" b="b"/>
                <a:pathLst>
                  <a:path w="15" h="26">
                    <a:moveTo>
                      <a:pt x="7" y="26"/>
                    </a:moveTo>
                    <a:cubicBezTo>
                      <a:pt x="0" y="26"/>
                      <a:pt x="0" y="20"/>
                      <a:pt x="0" y="13"/>
                    </a:cubicBezTo>
                    <a:cubicBezTo>
                      <a:pt x="0" y="6"/>
                      <a:pt x="0" y="0"/>
                      <a:pt x="7" y="0"/>
                    </a:cubicBezTo>
                    <a:cubicBezTo>
                      <a:pt x="7" y="0"/>
                      <a:pt x="15" y="6"/>
                      <a:pt x="15" y="13"/>
                    </a:cubicBezTo>
                    <a:cubicBezTo>
                      <a:pt x="15" y="20"/>
                      <a:pt x="7" y="26"/>
                      <a:pt x="7" y="2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99" name="Freeform 58"/>
              <p:cNvSpPr>
                <a:spLocks/>
              </p:cNvSpPr>
              <p:nvPr/>
            </p:nvSpPr>
            <p:spPr bwMode="auto">
              <a:xfrm rot="10800000">
                <a:off x="3282541" y="2083086"/>
                <a:ext cx="13832" cy="294010"/>
              </a:xfrm>
              <a:custGeom>
                <a:avLst/>
                <a:gdLst>
                  <a:gd name="T0" fmla="*/ 0 w 15"/>
                  <a:gd name="T1" fmla="*/ 318 h 318"/>
                  <a:gd name="T2" fmla="*/ 0 w 15"/>
                  <a:gd name="T3" fmla="*/ 0 h 318"/>
                </a:gdLst>
                <a:ahLst/>
                <a:cxnLst>
                  <a:cxn ang="0">
                    <a:pos x="T0" y="T1"/>
                  </a:cxn>
                  <a:cxn ang="0">
                    <a:pos x="T2" y="T3"/>
                  </a:cxn>
                </a:cxnLst>
                <a:rect l="0" t="0" r="r" b="b"/>
                <a:pathLst>
                  <a:path w="15" h="318">
                    <a:moveTo>
                      <a:pt x="0" y="318"/>
                    </a:moveTo>
                    <a:cubicBezTo>
                      <a:pt x="15" y="271"/>
                      <a:pt x="15" y="4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00" name="Freeform 59"/>
              <p:cNvSpPr>
                <a:spLocks/>
              </p:cNvSpPr>
              <p:nvPr/>
            </p:nvSpPr>
            <p:spPr bwMode="auto">
              <a:xfrm rot="10800000">
                <a:off x="3199547" y="1986008"/>
                <a:ext cx="588335" cy="110023"/>
              </a:xfrm>
              <a:custGeom>
                <a:avLst/>
                <a:gdLst>
                  <a:gd name="T0" fmla="*/ 638 w 638"/>
                  <a:gd name="T1" fmla="*/ 80 h 119"/>
                  <a:gd name="T2" fmla="*/ 0 w 638"/>
                  <a:gd name="T3" fmla="*/ 119 h 119"/>
                </a:gdLst>
                <a:ahLst/>
                <a:cxnLst>
                  <a:cxn ang="0">
                    <a:pos x="T0" y="T1"/>
                  </a:cxn>
                  <a:cxn ang="0">
                    <a:pos x="T2" y="T3"/>
                  </a:cxn>
                </a:cxnLst>
                <a:rect l="0" t="0" r="r" b="b"/>
                <a:pathLst>
                  <a:path w="638" h="119">
                    <a:moveTo>
                      <a:pt x="638" y="80"/>
                    </a:moveTo>
                    <a:cubicBezTo>
                      <a:pt x="518" y="14"/>
                      <a:pt x="0" y="0"/>
                      <a:pt x="0" y="11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01" name="Freeform 60"/>
              <p:cNvSpPr>
                <a:spLocks/>
              </p:cNvSpPr>
              <p:nvPr/>
            </p:nvSpPr>
            <p:spPr bwMode="auto">
              <a:xfrm rot="10800000">
                <a:off x="3193092" y="2361772"/>
                <a:ext cx="594791" cy="110023"/>
              </a:xfrm>
              <a:custGeom>
                <a:avLst/>
                <a:gdLst>
                  <a:gd name="T0" fmla="*/ 645 w 645"/>
                  <a:gd name="T1" fmla="*/ 39 h 119"/>
                  <a:gd name="T2" fmla="*/ 0 w 645"/>
                  <a:gd name="T3" fmla="*/ 0 h 119"/>
                </a:gdLst>
                <a:ahLst/>
                <a:cxnLst>
                  <a:cxn ang="0">
                    <a:pos x="T0" y="T1"/>
                  </a:cxn>
                  <a:cxn ang="0">
                    <a:pos x="T2" y="T3"/>
                  </a:cxn>
                </a:cxnLst>
                <a:rect l="0" t="0" r="r" b="b"/>
                <a:pathLst>
                  <a:path w="645" h="119">
                    <a:moveTo>
                      <a:pt x="645" y="39"/>
                    </a:moveTo>
                    <a:cubicBezTo>
                      <a:pt x="525" y="105"/>
                      <a:pt x="0" y="119"/>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02" name="Freeform 61"/>
              <p:cNvSpPr>
                <a:spLocks/>
              </p:cNvSpPr>
              <p:nvPr/>
            </p:nvSpPr>
            <p:spPr bwMode="auto">
              <a:xfrm rot="10800000">
                <a:off x="3199547" y="2010046"/>
                <a:ext cx="580958" cy="12019"/>
              </a:xfrm>
              <a:custGeom>
                <a:avLst/>
                <a:gdLst>
                  <a:gd name="T0" fmla="*/ 630 w 630"/>
                  <a:gd name="T1" fmla="*/ 0 h 13"/>
                  <a:gd name="T2" fmla="*/ 0 w 630"/>
                  <a:gd name="T3" fmla="*/ 13 h 13"/>
                </a:gdLst>
                <a:ahLst/>
                <a:cxnLst>
                  <a:cxn ang="0">
                    <a:pos x="T0" y="T1"/>
                  </a:cxn>
                  <a:cxn ang="0">
                    <a:pos x="T2" y="T3"/>
                  </a:cxn>
                </a:cxnLst>
                <a:rect l="0" t="0" r="r" b="b"/>
                <a:pathLst>
                  <a:path w="630" h="13">
                    <a:moveTo>
                      <a:pt x="630" y="0"/>
                    </a:moveTo>
                    <a:cubicBezTo>
                      <a:pt x="510" y="13"/>
                      <a:pt x="270" y="13"/>
                      <a:pt x="0" y="1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03" name="Freeform 62"/>
              <p:cNvSpPr>
                <a:spLocks/>
              </p:cNvSpPr>
              <p:nvPr/>
            </p:nvSpPr>
            <p:spPr bwMode="auto">
              <a:xfrm rot="10800000">
                <a:off x="3193092" y="2438117"/>
                <a:ext cx="580958" cy="12019"/>
              </a:xfrm>
              <a:custGeom>
                <a:avLst/>
                <a:gdLst>
                  <a:gd name="T0" fmla="*/ 630 w 630"/>
                  <a:gd name="T1" fmla="*/ 13 h 13"/>
                  <a:gd name="T2" fmla="*/ 0 w 630"/>
                  <a:gd name="T3" fmla="*/ 0 h 13"/>
                </a:gdLst>
                <a:ahLst/>
                <a:cxnLst>
                  <a:cxn ang="0">
                    <a:pos x="T0" y="T1"/>
                  </a:cxn>
                  <a:cxn ang="0">
                    <a:pos x="T2" y="T3"/>
                  </a:cxn>
                </a:cxnLst>
                <a:rect l="0" t="0" r="r" b="b"/>
                <a:pathLst>
                  <a:path w="630" h="13">
                    <a:moveTo>
                      <a:pt x="630" y="13"/>
                    </a:moveTo>
                    <a:cubicBezTo>
                      <a:pt x="510" y="0"/>
                      <a:pt x="270" y="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04" name="Freeform 63"/>
              <p:cNvSpPr>
                <a:spLocks/>
              </p:cNvSpPr>
              <p:nvPr/>
            </p:nvSpPr>
            <p:spPr bwMode="auto">
              <a:xfrm rot="10800000">
                <a:off x="3227212" y="2022066"/>
                <a:ext cx="525629" cy="61021"/>
              </a:xfrm>
              <a:custGeom>
                <a:avLst/>
                <a:gdLst>
                  <a:gd name="T0" fmla="*/ 570 w 570"/>
                  <a:gd name="T1" fmla="*/ 66 h 66"/>
                  <a:gd name="T2" fmla="*/ 0 w 570"/>
                  <a:gd name="T3" fmla="*/ 66 h 66"/>
                </a:gdLst>
                <a:ahLst/>
                <a:cxnLst>
                  <a:cxn ang="0">
                    <a:pos x="T0" y="T1"/>
                  </a:cxn>
                  <a:cxn ang="0">
                    <a:pos x="T2" y="T3"/>
                  </a:cxn>
                </a:cxnLst>
                <a:rect l="0" t="0" r="r" b="b"/>
                <a:pathLst>
                  <a:path w="570" h="66">
                    <a:moveTo>
                      <a:pt x="570" y="66"/>
                    </a:moveTo>
                    <a:cubicBezTo>
                      <a:pt x="420" y="0"/>
                      <a:pt x="37" y="26"/>
                      <a:pt x="0" y="6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05" name="Freeform 64"/>
              <p:cNvSpPr>
                <a:spLocks/>
              </p:cNvSpPr>
              <p:nvPr/>
            </p:nvSpPr>
            <p:spPr bwMode="auto">
              <a:xfrm rot="10800000">
                <a:off x="3227212" y="2022066"/>
                <a:ext cx="525629" cy="0"/>
              </a:xfrm>
              <a:custGeom>
                <a:avLst/>
                <a:gdLst>
                  <a:gd name="T0" fmla="*/ 570 w 570"/>
                  <a:gd name="T1" fmla="*/ 0 w 570"/>
                </a:gdLst>
                <a:ahLst/>
                <a:cxnLst>
                  <a:cxn ang="0">
                    <a:pos x="T0" y="0"/>
                  </a:cxn>
                  <a:cxn ang="0">
                    <a:pos x="T1" y="0"/>
                  </a:cxn>
                </a:cxnLst>
                <a:rect l="0" t="0" r="r" b="b"/>
                <a:pathLst>
                  <a:path w="570">
                    <a:moveTo>
                      <a:pt x="570" y="0"/>
                    </a:moveTo>
                    <a:cubicBezTo>
                      <a:pt x="360" y="0"/>
                      <a:pt x="90" y="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06" name="Freeform 65"/>
              <p:cNvSpPr>
                <a:spLocks/>
              </p:cNvSpPr>
              <p:nvPr/>
            </p:nvSpPr>
            <p:spPr bwMode="auto">
              <a:xfrm rot="10800000">
                <a:off x="3517691" y="2010046"/>
                <a:ext cx="21210" cy="49002"/>
              </a:xfrm>
              <a:custGeom>
                <a:avLst/>
                <a:gdLst>
                  <a:gd name="T0" fmla="*/ 23 w 23"/>
                  <a:gd name="T1" fmla="*/ 0 h 53"/>
                  <a:gd name="T2" fmla="*/ 0 w 23"/>
                  <a:gd name="T3" fmla="*/ 53 h 53"/>
                </a:gdLst>
                <a:ahLst/>
                <a:cxnLst>
                  <a:cxn ang="0">
                    <a:pos x="T0" y="T1"/>
                  </a:cxn>
                  <a:cxn ang="0">
                    <a:pos x="T2" y="T3"/>
                  </a:cxn>
                </a:cxnLst>
                <a:rect l="0" t="0" r="r" b="b"/>
                <a:pathLst>
                  <a:path w="23" h="53">
                    <a:moveTo>
                      <a:pt x="23" y="0"/>
                    </a:moveTo>
                    <a:cubicBezTo>
                      <a:pt x="15" y="13"/>
                      <a:pt x="0" y="40"/>
                      <a:pt x="0" y="5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07" name="Freeform 66"/>
              <p:cNvSpPr>
                <a:spLocks/>
              </p:cNvSpPr>
              <p:nvPr/>
            </p:nvSpPr>
            <p:spPr bwMode="auto">
              <a:xfrm rot="10800000">
                <a:off x="3483571" y="2010046"/>
                <a:ext cx="13832" cy="49002"/>
              </a:xfrm>
              <a:custGeom>
                <a:avLst/>
                <a:gdLst>
                  <a:gd name="T0" fmla="*/ 15 w 15"/>
                  <a:gd name="T1" fmla="*/ 0 h 53"/>
                  <a:gd name="T2" fmla="*/ 0 w 15"/>
                  <a:gd name="T3" fmla="*/ 53 h 53"/>
                </a:gdLst>
                <a:ahLst/>
                <a:cxnLst>
                  <a:cxn ang="0">
                    <a:pos x="T0" y="T1"/>
                  </a:cxn>
                  <a:cxn ang="0">
                    <a:pos x="T2" y="T3"/>
                  </a:cxn>
                </a:cxnLst>
                <a:rect l="0" t="0" r="r" b="b"/>
                <a:pathLst>
                  <a:path w="15" h="53">
                    <a:moveTo>
                      <a:pt x="15" y="0"/>
                    </a:moveTo>
                    <a:cubicBezTo>
                      <a:pt x="15" y="13"/>
                      <a:pt x="8" y="40"/>
                      <a:pt x="0" y="5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08" name="Freeform 67"/>
              <p:cNvSpPr>
                <a:spLocks/>
              </p:cNvSpPr>
              <p:nvPr/>
            </p:nvSpPr>
            <p:spPr bwMode="auto">
              <a:xfrm rot="10800000">
                <a:off x="3503858" y="1986008"/>
                <a:ext cx="27665" cy="73040"/>
              </a:xfrm>
              <a:custGeom>
                <a:avLst/>
                <a:gdLst>
                  <a:gd name="T0" fmla="*/ 30 w 30"/>
                  <a:gd name="T1" fmla="*/ 0 h 79"/>
                  <a:gd name="T2" fmla="*/ 0 w 30"/>
                  <a:gd name="T3" fmla="*/ 79 h 79"/>
                </a:gdLst>
                <a:ahLst/>
                <a:cxnLst>
                  <a:cxn ang="0">
                    <a:pos x="T0" y="T1"/>
                  </a:cxn>
                  <a:cxn ang="0">
                    <a:pos x="T2" y="T3"/>
                  </a:cxn>
                </a:cxnLst>
                <a:rect l="0" t="0" r="r" b="b"/>
                <a:pathLst>
                  <a:path w="30" h="79">
                    <a:moveTo>
                      <a:pt x="30" y="0"/>
                    </a:moveTo>
                    <a:cubicBezTo>
                      <a:pt x="22" y="26"/>
                      <a:pt x="7" y="66"/>
                      <a:pt x="0" y="7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09" name="Freeform 92"/>
              <p:cNvSpPr>
                <a:spLocks/>
              </p:cNvSpPr>
              <p:nvPr/>
            </p:nvSpPr>
            <p:spPr bwMode="auto">
              <a:xfrm rot="10800000">
                <a:off x="3234589" y="2374716"/>
                <a:ext cx="525629" cy="61021"/>
              </a:xfrm>
              <a:custGeom>
                <a:avLst/>
                <a:gdLst>
                  <a:gd name="T0" fmla="*/ 570 w 570"/>
                  <a:gd name="T1" fmla="*/ 0 h 66"/>
                  <a:gd name="T2" fmla="*/ 0 w 570"/>
                  <a:gd name="T3" fmla="*/ 0 h 66"/>
                </a:gdLst>
                <a:ahLst/>
                <a:cxnLst>
                  <a:cxn ang="0">
                    <a:pos x="T0" y="T1"/>
                  </a:cxn>
                  <a:cxn ang="0">
                    <a:pos x="T2" y="T3"/>
                  </a:cxn>
                </a:cxnLst>
                <a:rect l="0" t="0" r="r" b="b"/>
                <a:pathLst>
                  <a:path w="570" h="66">
                    <a:moveTo>
                      <a:pt x="570" y="0"/>
                    </a:moveTo>
                    <a:cubicBezTo>
                      <a:pt x="420" y="66"/>
                      <a:pt x="38" y="3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10" name="Freeform 93"/>
              <p:cNvSpPr>
                <a:spLocks/>
              </p:cNvSpPr>
              <p:nvPr/>
            </p:nvSpPr>
            <p:spPr bwMode="auto">
              <a:xfrm rot="10800000">
                <a:off x="3234589" y="2438117"/>
                <a:ext cx="525629" cy="0"/>
              </a:xfrm>
              <a:custGeom>
                <a:avLst/>
                <a:gdLst>
                  <a:gd name="T0" fmla="*/ 570 w 570"/>
                  <a:gd name="T1" fmla="*/ 0 w 570"/>
                </a:gdLst>
                <a:ahLst/>
                <a:cxnLst>
                  <a:cxn ang="0">
                    <a:pos x="T0" y="0"/>
                  </a:cxn>
                  <a:cxn ang="0">
                    <a:pos x="T1" y="0"/>
                  </a:cxn>
                </a:cxnLst>
                <a:rect l="0" t="0" r="r" b="b"/>
                <a:pathLst>
                  <a:path w="570">
                    <a:moveTo>
                      <a:pt x="570" y="0"/>
                    </a:moveTo>
                    <a:cubicBezTo>
                      <a:pt x="360" y="0"/>
                      <a:pt x="90" y="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11" name="Freeform 94"/>
              <p:cNvSpPr>
                <a:spLocks/>
              </p:cNvSpPr>
              <p:nvPr/>
            </p:nvSpPr>
            <p:spPr bwMode="auto">
              <a:xfrm rot="10800000">
                <a:off x="3525068" y="2401135"/>
                <a:ext cx="20287" cy="49002"/>
              </a:xfrm>
              <a:custGeom>
                <a:avLst/>
                <a:gdLst>
                  <a:gd name="T0" fmla="*/ 22 w 22"/>
                  <a:gd name="T1" fmla="*/ 53 h 53"/>
                  <a:gd name="T2" fmla="*/ 0 w 22"/>
                  <a:gd name="T3" fmla="*/ 0 h 53"/>
                </a:gdLst>
                <a:ahLst/>
                <a:cxnLst>
                  <a:cxn ang="0">
                    <a:pos x="T0" y="T1"/>
                  </a:cxn>
                  <a:cxn ang="0">
                    <a:pos x="T2" y="T3"/>
                  </a:cxn>
                </a:cxnLst>
                <a:rect l="0" t="0" r="r" b="b"/>
                <a:pathLst>
                  <a:path w="22" h="53">
                    <a:moveTo>
                      <a:pt x="22" y="53"/>
                    </a:moveTo>
                    <a:cubicBezTo>
                      <a:pt x="15" y="33"/>
                      <a:pt x="0" y="1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12" name="Freeform 95"/>
              <p:cNvSpPr>
                <a:spLocks/>
              </p:cNvSpPr>
              <p:nvPr/>
            </p:nvSpPr>
            <p:spPr bwMode="auto">
              <a:xfrm rot="10800000">
                <a:off x="3490026" y="2401135"/>
                <a:ext cx="13832" cy="49002"/>
              </a:xfrm>
              <a:custGeom>
                <a:avLst/>
                <a:gdLst>
                  <a:gd name="T0" fmla="*/ 15 w 15"/>
                  <a:gd name="T1" fmla="*/ 53 h 53"/>
                  <a:gd name="T2" fmla="*/ 0 w 15"/>
                  <a:gd name="T3" fmla="*/ 0 h 53"/>
                </a:gdLst>
                <a:ahLst/>
                <a:cxnLst>
                  <a:cxn ang="0">
                    <a:pos x="T0" y="T1"/>
                  </a:cxn>
                  <a:cxn ang="0">
                    <a:pos x="T2" y="T3"/>
                  </a:cxn>
                </a:cxnLst>
                <a:rect l="0" t="0" r="r" b="b"/>
                <a:pathLst>
                  <a:path w="15" h="53">
                    <a:moveTo>
                      <a:pt x="15" y="53"/>
                    </a:moveTo>
                    <a:cubicBezTo>
                      <a:pt x="15" y="33"/>
                      <a:pt x="7" y="1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13" name="Freeform 96"/>
              <p:cNvSpPr>
                <a:spLocks/>
              </p:cNvSpPr>
              <p:nvPr/>
            </p:nvSpPr>
            <p:spPr bwMode="auto">
              <a:xfrm rot="10800000">
                <a:off x="3508855" y="2401504"/>
                <a:ext cx="27665" cy="72000"/>
              </a:xfrm>
              <a:custGeom>
                <a:avLst/>
                <a:gdLst>
                  <a:gd name="T0" fmla="*/ 30 w 30"/>
                  <a:gd name="T1" fmla="*/ 86 h 86"/>
                  <a:gd name="T2" fmla="*/ 0 w 30"/>
                  <a:gd name="T3" fmla="*/ 0 h 86"/>
                </a:gdLst>
                <a:ahLst/>
                <a:cxnLst>
                  <a:cxn ang="0">
                    <a:pos x="T0" y="T1"/>
                  </a:cxn>
                  <a:cxn ang="0">
                    <a:pos x="T2" y="T3"/>
                  </a:cxn>
                </a:cxnLst>
                <a:rect l="0" t="0" r="r" b="b"/>
                <a:pathLst>
                  <a:path w="30" h="86">
                    <a:moveTo>
                      <a:pt x="30" y="86"/>
                    </a:moveTo>
                    <a:cubicBezTo>
                      <a:pt x="23" y="60"/>
                      <a:pt x="8" y="1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14" name="Freeform 121"/>
              <p:cNvSpPr>
                <a:spLocks/>
              </p:cNvSpPr>
              <p:nvPr/>
            </p:nvSpPr>
            <p:spPr bwMode="auto">
              <a:xfrm rot="10800000">
                <a:off x="3586852" y="2035009"/>
                <a:ext cx="193653" cy="36058"/>
              </a:xfrm>
              <a:custGeom>
                <a:avLst/>
                <a:gdLst>
                  <a:gd name="T0" fmla="*/ 0 w 210"/>
                  <a:gd name="T1" fmla="*/ 39 h 39"/>
                  <a:gd name="T2" fmla="*/ 210 w 210"/>
                  <a:gd name="T3" fmla="*/ 0 h 39"/>
                </a:gdLst>
                <a:ahLst/>
                <a:cxnLst>
                  <a:cxn ang="0">
                    <a:pos x="T0" y="T1"/>
                  </a:cxn>
                  <a:cxn ang="0">
                    <a:pos x="T2" y="T3"/>
                  </a:cxn>
                </a:cxnLst>
                <a:rect l="0" t="0" r="r" b="b"/>
                <a:pathLst>
                  <a:path w="210" h="39">
                    <a:moveTo>
                      <a:pt x="0" y="39"/>
                    </a:moveTo>
                    <a:cubicBezTo>
                      <a:pt x="60" y="26"/>
                      <a:pt x="150" y="0"/>
                      <a:pt x="21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15" name="Freeform 122"/>
              <p:cNvSpPr>
                <a:spLocks/>
              </p:cNvSpPr>
              <p:nvPr/>
            </p:nvSpPr>
            <p:spPr bwMode="auto">
              <a:xfrm rot="10800000">
                <a:off x="3586852" y="2389116"/>
                <a:ext cx="193653" cy="36058"/>
              </a:xfrm>
              <a:custGeom>
                <a:avLst/>
                <a:gdLst>
                  <a:gd name="T0" fmla="*/ 0 w 210"/>
                  <a:gd name="T1" fmla="*/ 0 h 39"/>
                  <a:gd name="T2" fmla="*/ 210 w 210"/>
                  <a:gd name="T3" fmla="*/ 39 h 39"/>
                </a:gdLst>
                <a:ahLst/>
                <a:cxnLst>
                  <a:cxn ang="0">
                    <a:pos x="T0" y="T1"/>
                  </a:cxn>
                  <a:cxn ang="0">
                    <a:pos x="T2" y="T3"/>
                  </a:cxn>
                </a:cxnLst>
                <a:rect l="0" t="0" r="r" b="b"/>
                <a:pathLst>
                  <a:path w="210" h="39">
                    <a:moveTo>
                      <a:pt x="0" y="0"/>
                    </a:moveTo>
                    <a:cubicBezTo>
                      <a:pt x="60" y="13"/>
                      <a:pt x="150" y="39"/>
                      <a:pt x="210" y="3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16" name="Freeform 123"/>
              <p:cNvSpPr>
                <a:spLocks/>
              </p:cNvSpPr>
              <p:nvPr/>
            </p:nvSpPr>
            <p:spPr bwMode="auto">
              <a:xfrm rot="10800000">
                <a:off x="3711343" y="1949025"/>
                <a:ext cx="41497" cy="55474"/>
              </a:xfrm>
              <a:custGeom>
                <a:avLst/>
                <a:gdLst>
                  <a:gd name="T0" fmla="*/ 45 w 45"/>
                  <a:gd name="T1" fmla="*/ 53 h 60"/>
                  <a:gd name="T2" fmla="*/ 0 w 45"/>
                  <a:gd name="T3" fmla="*/ 0 h 60"/>
                </a:gdLst>
                <a:ahLst/>
                <a:cxnLst>
                  <a:cxn ang="0">
                    <a:pos x="T0" y="T1"/>
                  </a:cxn>
                  <a:cxn ang="0">
                    <a:pos x="T2" y="T3"/>
                  </a:cxn>
                </a:cxnLst>
                <a:rect l="0" t="0" r="r" b="b"/>
                <a:pathLst>
                  <a:path w="45" h="60">
                    <a:moveTo>
                      <a:pt x="45" y="53"/>
                    </a:moveTo>
                    <a:cubicBezTo>
                      <a:pt x="30" y="60"/>
                      <a:pt x="7" y="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17" name="Freeform 124"/>
              <p:cNvSpPr>
                <a:spLocks/>
              </p:cNvSpPr>
              <p:nvPr/>
            </p:nvSpPr>
            <p:spPr bwMode="auto">
              <a:xfrm rot="10800000">
                <a:off x="3711343" y="1955497"/>
                <a:ext cx="41497" cy="73040"/>
              </a:xfrm>
              <a:custGeom>
                <a:avLst/>
                <a:gdLst>
                  <a:gd name="T0" fmla="*/ 0 w 45"/>
                  <a:gd name="T1" fmla="*/ 26 h 79"/>
                  <a:gd name="T2" fmla="*/ 45 w 45"/>
                  <a:gd name="T3" fmla="*/ 79 h 79"/>
                </a:gdLst>
                <a:ahLst/>
                <a:cxnLst>
                  <a:cxn ang="0">
                    <a:pos x="T0" y="T1"/>
                  </a:cxn>
                  <a:cxn ang="0">
                    <a:pos x="T2" y="T3"/>
                  </a:cxn>
                </a:cxnLst>
                <a:rect l="0" t="0" r="r" b="b"/>
                <a:pathLst>
                  <a:path w="45" h="79">
                    <a:moveTo>
                      <a:pt x="0" y="26"/>
                    </a:moveTo>
                    <a:cubicBezTo>
                      <a:pt x="30" y="0"/>
                      <a:pt x="45" y="73"/>
                      <a:pt x="45" y="7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18" name="Freeform 125"/>
              <p:cNvSpPr>
                <a:spLocks/>
              </p:cNvSpPr>
              <p:nvPr/>
            </p:nvSpPr>
            <p:spPr bwMode="auto">
              <a:xfrm rot="10800000">
                <a:off x="3697511" y="1955497"/>
                <a:ext cx="41497" cy="73040"/>
              </a:xfrm>
              <a:custGeom>
                <a:avLst/>
                <a:gdLst>
                  <a:gd name="T0" fmla="*/ 0 w 45"/>
                  <a:gd name="T1" fmla="*/ 13 h 79"/>
                  <a:gd name="T2" fmla="*/ 30 w 45"/>
                  <a:gd name="T3" fmla="*/ 79 h 79"/>
                </a:gdLst>
                <a:ahLst/>
                <a:cxnLst>
                  <a:cxn ang="0">
                    <a:pos x="T0" y="T1"/>
                  </a:cxn>
                  <a:cxn ang="0">
                    <a:pos x="T2" y="T3"/>
                  </a:cxn>
                </a:cxnLst>
                <a:rect l="0" t="0" r="r" b="b"/>
                <a:pathLst>
                  <a:path w="45" h="79">
                    <a:moveTo>
                      <a:pt x="0" y="13"/>
                    </a:moveTo>
                    <a:cubicBezTo>
                      <a:pt x="15" y="0"/>
                      <a:pt x="45" y="79"/>
                      <a:pt x="30" y="7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19" name="Freeform 126"/>
              <p:cNvSpPr>
                <a:spLocks/>
              </p:cNvSpPr>
              <p:nvPr/>
            </p:nvSpPr>
            <p:spPr bwMode="auto">
              <a:xfrm rot="10800000">
                <a:off x="3711343" y="2450137"/>
                <a:ext cx="41497" cy="61021"/>
              </a:xfrm>
              <a:custGeom>
                <a:avLst/>
                <a:gdLst>
                  <a:gd name="T0" fmla="*/ 45 w 45"/>
                  <a:gd name="T1" fmla="*/ 13 h 66"/>
                  <a:gd name="T2" fmla="*/ 0 w 45"/>
                  <a:gd name="T3" fmla="*/ 66 h 66"/>
                </a:gdLst>
                <a:ahLst/>
                <a:cxnLst>
                  <a:cxn ang="0">
                    <a:pos x="T0" y="T1"/>
                  </a:cxn>
                  <a:cxn ang="0">
                    <a:pos x="T2" y="T3"/>
                  </a:cxn>
                </a:cxnLst>
                <a:rect l="0" t="0" r="r" b="b"/>
                <a:pathLst>
                  <a:path w="45" h="66">
                    <a:moveTo>
                      <a:pt x="45" y="13"/>
                    </a:moveTo>
                    <a:cubicBezTo>
                      <a:pt x="30" y="0"/>
                      <a:pt x="7" y="66"/>
                      <a:pt x="0" y="6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20" name="Freeform 127"/>
              <p:cNvSpPr>
                <a:spLocks/>
              </p:cNvSpPr>
              <p:nvPr/>
            </p:nvSpPr>
            <p:spPr bwMode="auto">
              <a:xfrm rot="10800000">
                <a:off x="3711343" y="2425174"/>
                <a:ext cx="41497" cy="73965"/>
              </a:xfrm>
              <a:custGeom>
                <a:avLst/>
                <a:gdLst>
                  <a:gd name="T0" fmla="*/ 0 w 45"/>
                  <a:gd name="T1" fmla="*/ 53 h 80"/>
                  <a:gd name="T2" fmla="*/ 45 w 45"/>
                  <a:gd name="T3" fmla="*/ 0 h 80"/>
                </a:gdLst>
                <a:ahLst/>
                <a:cxnLst>
                  <a:cxn ang="0">
                    <a:pos x="T0" y="T1"/>
                  </a:cxn>
                  <a:cxn ang="0">
                    <a:pos x="T2" y="T3"/>
                  </a:cxn>
                </a:cxnLst>
                <a:rect l="0" t="0" r="r" b="b"/>
                <a:pathLst>
                  <a:path w="45" h="80">
                    <a:moveTo>
                      <a:pt x="0" y="53"/>
                    </a:moveTo>
                    <a:cubicBezTo>
                      <a:pt x="30" y="80"/>
                      <a:pt x="45" y="0"/>
                      <a:pt x="4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21" name="Freeform 128"/>
              <p:cNvSpPr>
                <a:spLocks/>
              </p:cNvSpPr>
              <p:nvPr/>
            </p:nvSpPr>
            <p:spPr bwMode="auto">
              <a:xfrm rot="10800000">
                <a:off x="3697511" y="2425174"/>
                <a:ext cx="41497" cy="73965"/>
              </a:xfrm>
              <a:custGeom>
                <a:avLst/>
                <a:gdLst>
                  <a:gd name="T0" fmla="*/ 0 w 45"/>
                  <a:gd name="T1" fmla="*/ 60 h 80"/>
                  <a:gd name="T2" fmla="*/ 30 w 45"/>
                  <a:gd name="T3" fmla="*/ 0 h 80"/>
                </a:gdLst>
                <a:ahLst/>
                <a:cxnLst>
                  <a:cxn ang="0">
                    <a:pos x="T0" y="T1"/>
                  </a:cxn>
                  <a:cxn ang="0">
                    <a:pos x="T2" y="T3"/>
                  </a:cxn>
                </a:cxnLst>
                <a:rect l="0" t="0" r="r" b="b"/>
                <a:pathLst>
                  <a:path w="45" h="80">
                    <a:moveTo>
                      <a:pt x="0" y="60"/>
                    </a:moveTo>
                    <a:cubicBezTo>
                      <a:pt x="15" y="80"/>
                      <a:pt x="45" y="0"/>
                      <a:pt x="3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22" name="Rectangle 69"/>
              <p:cNvSpPr>
                <a:spLocks noChangeArrowheads="1"/>
              </p:cNvSpPr>
              <p:nvPr/>
            </p:nvSpPr>
            <p:spPr bwMode="auto">
              <a:xfrm rot="10800000">
                <a:off x="3535015" y="2458808"/>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23" name="Rectangle 69"/>
              <p:cNvSpPr>
                <a:spLocks noChangeArrowheads="1"/>
              </p:cNvSpPr>
              <p:nvPr/>
            </p:nvSpPr>
            <p:spPr bwMode="auto">
              <a:xfrm rot="10800000">
                <a:off x="3562940" y="2458808"/>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24" name="Rectangle 69"/>
              <p:cNvSpPr>
                <a:spLocks noChangeArrowheads="1"/>
              </p:cNvSpPr>
              <p:nvPr/>
            </p:nvSpPr>
            <p:spPr bwMode="auto">
              <a:xfrm rot="10800000">
                <a:off x="3535031" y="1987386"/>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25" name="Rectangle 69"/>
              <p:cNvSpPr>
                <a:spLocks noChangeArrowheads="1"/>
              </p:cNvSpPr>
              <p:nvPr/>
            </p:nvSpPr>
            <p:spPr bwMode="auto">
              <a:xfrm rot="10800000">
                <a:off x="3562956" y="1987386"/>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26" name="Rectangle 69"/>
              <p:cNvSpPr>
                <a:spLocks noChangeArrowheads="1"/>
              </p:cNvSpPr>
              <p:nvPr/>
            </p:nvSpPr>
            <p:spPr bwMode="auto">
              <a:xfrm rot="10800000">
                <a:off x="3282645" y="2454062"/>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27" name="Rectangle 69"/>
              <p:cNvSpPr>
                <a:spLocks noChangeArrowheads="1"/>
              </p:cNvSpPr>
              <p:nvPr/>
            </p:nvSpPr>
            <p:spPr bwMode="auto">
              <a:xfrm rot="10800000">
                <a:off x="3310570" y="2454062"/>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28" name="Rectangle 69"/>
              <p:cNvSpPr>
                <a:spLocks noChangeArrowheads="1"/>
              </p:cNvSpPr>
              <p:nvPr/>
            </p:nvSpPr>
            <p:spPr bwMode="auto">
              <a:xfrm rot="10800000">
                <a:off x="3282661" y="1992164"/>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29" name="Rectangle 69"/>
              <p:cNvSpPr>
                <a:spLocks noChangeArrowheads="1"/>
              </p:cNvSpPr>
              <p:nvPr/>
            </p:nvSpPr>
            <p:spPr bwMode="auto">
              <a:xfrm rot="10800000">
                <a:off x="3310586" y="1992164"/>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grpSp>
        <p:sp>
          <p:nvSpPr>
            <p:cNvPr id="130" name="矩形 129"/>
            <p:cNvSpPr/>
            <p:nvPr/>
          </p:nvSpPr>
          <p:spPr>
            <a:xfrm>
              <a:off x="5433515" y="3750692"/>
              <a:ext cx="113034" cy="5567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32" name="矩形 131"/>
            <p:cNvSpPr/>
            <p:nvPr/>
          </p:nvSpPr>
          <p:spPr>
            <a:xfrm>
              <a:off x="5551964" y="4569093"/>
              <a:ext cx="114300" cy="58473"/>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138" name="直接连接符 137"/>
            <p:cNvCxnSpPr/>
            <p:nvPr/>
          </p:nvCxnSpPr>
          <p:spPr>
            <a:xfrm flipH="1">
              <a:off x="4084616" y="2432796"/>
              <a:ext cx="4637" cy="2241096"/>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145" name="组合 144"/>
            <p:cNvGrpSpPr/>
            <p:nvPr/>
          </p:nvGrpSpPr>
          <p:grpSpPr>
            <a:xfrm>
              <a:off x="5455772" y="3371998"/>
              <a:ext cx="457383" cy="620454"/>
              <a:chOff x="8019715" y="3105824"/>
              <a:chExt cx="569104" cy="865442"/>
            </a:xfrm>
          </p:grpSpPr>
          <p:cxnSp>
            <p:nvCxnSpPr>
              <p:cNvPr id="146" name="直接箭头连接符 145"/>
              <p:cNvCxnSpPr/>
              <p:nvPr/>
            </p:nvCxnSpPr>
            <p:spPr>
              <a:xfrm flipV="1">
                <a:off x="8062546" y="3330345"/>
                <a:ext cx="0" cy="34749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7" name="直接箭头连接符 146"/>
              <p:cNvCxnSpPr/>
              <p:nvPr/>
            </p:nvCxnSpPr>
            <p:spPr>
              <a:xfrm>
                <a:off x="8062546" y="3681047"/>
                <a:ext cx="348761" cy="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8" name="文本框 147"/>
              <p:cNvSpPr txBox="1"/>
              <p:nvPr/>
            </p:nvSpPr>
            <p:spPr>
              <a:xfrm>
                <a:off x="8354357" y="3541869"/>
                <a:ext cx="234462" cy="429397"/>
              </a:xfrm>
              <a:prstGeom prst="rect">
                <a:avLst/>
              </a:prstGeom>
              <a:noFill/>
            </p:spPr>
            <p:txBody>
              <a:bodyPr wrap="square" rtlCol="0">
                <a:spAutoFit/>
              </a:bodyPr>
              <a:lstStyle/>
              <a:p>
                <a:r>
                  <a:rPr lang="en-US" altLang="zh-CN" sz="1200" dirty="0" smtClean="0"/>
                  <a:t>x</a:t>
                </a:r>
                <a:endParaRPr lang="zh-CN" altLang="en-US" sz="1200" dirty="0"/>
              </a:p>
            </p:txBody>
          </p:sp>
          <p:sp>
            <p:nvSpPr>
              <p:cNvPr id="149" name="文本框 148"/>
              <p:cNvSpPr txBox="1"/>
              <p:nvPr/>
            </p:nvSpPr>
            <p:spPr>
              <a:xfrm>
                <a:off x="8019715" y="3105824"/>
                <a:ext cx="234462" cy="429397"/>
              </a:xfrm>
              <a:prstGeom prst="rect">
                <a:avLst/>
              </a:prstGeom>
              <a:noFill/>
            </p:spPr>
            <p:txBody>
              <a:bodyPr wrap="square" rtlCol="0">
                <a:spAutoFit/>
              </a:bodyPr>
              <a:lstStyle/>
              <a:p>
                <a:r>
                  <a:rPr lang="en-US" altLang="zh-CN" sz="1200" dirty="0" smtClean="0"/>
                  <a:t>y</a:t>
                </a:r>
                <a:endParaRPr lang="zh-CN" altLang="en-US" sz="1200" dirty="0"/>
              </a:p>
            </p:txBody>
          </p:sp>
        </p:grpSp>
        <p:cxnSp>
          <p:nvCxnSpPr>
            <p:cNvPr id="150" name="直接连接符 149"/>
            <p:cNvCxnSpPr/>
            <p:nvPr/>
          </p:nvCxnSpPr>
          <p:spPr>
            <a:xfrm flipH="1">
              <a:off x="6235132" y="2439644"/>
              <a:ext cx="4637" cy="2241096"/>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6888047" y="3370756"/>
            <a:ext cx="1159082" cy="1631216"/>
            <a:chOff x="6888047" y="3370756"/>
            <a:chExt cx="1159082" cy="1631216"/>
          </a:xfrm>
        </p:grpSpPr>
        <p:sp>
          <p:nvSpPr>
            <p:cNvPr id="134" name="文本框 13"/>
            <p:cNvSpPr txBox="1"/>
            <p:nvPr/>
          </p:nvSpPr>
          <p:spPr>
            <a:xfrm>
              <a:off x="7298206" y="3370756"/>
              <a:ext cx="748923" cy="1631216"/>
            </a:xfrm>
            <a:prstGeom prst="rect">
              <a:avLst/>
            </a:prstGeom>
            <a:noFill/>
          </p:spPr>
          <p:txBody>
            <a:bodyPr wrap="none" rtlCol="0">
              <a:spAutoFit/>
            </a:bodyPr>
            <a:lstStyle/>
            <a:p>
              <a:pPr>
                <a:lnSpc>
                  <a:spcPts val="2000"/>
                </a:lnSpc>
              </a:pPr>
              <a:r>
                <a:rPr lang="en-US" altLang="zh-CN" sz="1100" dirty="0" smtClean="0">
                  <a:latin typeface="+mn-lt"/>
                </a:rPr>
                <a:t>Obj1</a:t>
              </a:r>
            </a:p>
            <a:p>
              <a:pPr>
                <a:lnSpc>
                  <a:spcPts val="2000"/>
                </a:lnSpc>
              </a:pPr>
              <a:r>
                <a:rPr lang="en-US" altLang="zh-CN" sz="1100" dirty="0" smtClean="0">
                  <a:latin typeface="+mn-lt"/>
                </a:rPr>
                <a:t>Obj2</a:t>
              </a:r>
            </a:p>
            <a:p>
              <a:pPr>
                <a:lnSpc>
                  <a:spcPts val="2000"/>
                </a:lnSpc>
              </a:pPr>
              <a:r>
                <a:rPr lang="zh-CN" altLang="en-US" sz="1100" dirty="0" smtClean="0">
                  <a:latin typeface="+mn-lt"/>
                </a:rPr>
                <a:t>边界线</a:t>
              </a:r>
              <a:endParaRPr lang="en-US" altLang="zh-CN" sz="1100" dirty="0" smtClean="0">
                <a:latin typeface="+mn-lt"/>
              </a:endParaRPr>
            </a:p>
            <a:p>
              <a:pPr>
                <a:lnSpc>
                  <a:spcPts val="2000"/>
                </a:lnSpc>
              </a:pPr>
              <a:r>
                <a:rPr lang="zh-CN" altLang="en-US" sz="1100" dirty="0" smtClean="0">
                  <a:latin typeface="+mn-lt"/>
                </a:rPr>
                <a:t>检测区域</a:t>
              </a:r>
              <a:endParaRPr lang="en-US" altLang="zh-CN" sz="1100" dirty="0" smtClean="0">
                <a:latin typeface="+mn-lt"/>
              </a:endParaRPr>
            </a:p>
            <a:p>
              <a:pPr>
                <a:lnSpc>
                  <a:spcPts val="2000"/>
                </a:lnSpc>
              </a:pPr>
              <a:r>
                <a:rPr lang="zh-CN" altLang="en-US" sz="1100" dirty="0" smtClean="0">
                  <a:latin typeface="+mn-lt"/>
                </a:rPr>
                <a:t>车道线</a:t>
              </a:r>
              <a:endParaRPr lang="en-US" altLang="zh-CN" sz="1100" dirty="0" smtClean="0">
                <a:latin typeface="+mn-lt"/>
              </a:endParaRPr>
            </a:p>
            <a:p>
              <a:pPr>
                <a:lnSpc>
                  <a:spcPts val="2000"/>
                </a:lnSpc>
              </a:pPr>
              <a:r>
                <a:rPr lang="zh-CN" altLang="en-US" sz="1100" dirty="0" smtClean="0">
                  <a:latin typeface="+mn-lt"/>
                </a:rPr>
                <a:t>坐标系</a:t>
              </a:r>
              <a:endParaRPr lang="en-US" altLang="zh-CN" sz="1100" dirty="0" smtClean="0">
                <a:latin typeface="+mn-lt"/>
              </a:endParaRPr>
            </a:p>
          </p:txBody>
        </p:sp>
        <p:cxnSp>
          <p:nvCxnSpPr>
            <p:cNvPr id="135" name="直接连接符 134"/>
            <p:cNvCxnSpPr/>
            <p:nvPr/>
          </p:nvCxnSpPr>
          <p:spPr>
            <a:xfrm flipH="1" flipV="1">
              <a:off x="6888047" y="4043263"/>
              <a:ext cx="269272" cy="4640"/>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36" name="矩形 135"/>
            <p:cNvSpPr/>
            <p:nvPr/>
          </p:nvSpPr>
          <p:spPr>
            <a:xfrm>
              <a:off x="6970340" y="3522192"/>
              <a:ext cx="103732" cy="56272"/>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矩形 136"/>
            <p:cNvSpPr/>
            <p:nvPr/>
          </p:nvSpPr>
          <p:spPr>
            <a:xfrm>
              <a:off x="6973644" y="3773093"/>
              <a:ext cx="103732" cy="5627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9" name="直接箭头连接符 138"/>
            <p:cNvCxnSpPr/>
            <p:nvPr/>
          </p:nvCxnSpPr>
          <p:spPr>
            <a:xfrm flipV="1">
              <a:off x="6888047" y="4263302"/>
              <a:ext cx="265083" cy="3855"/>
            </a:xfrm>
            <a:prstGeom prst="straightConnector1">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6919345" y="4661647"/>
              <a:ext cx="324495" cy="340325"/>
              <a:chOff x="6914092" y="4737099"/>
              <a:chExt cx="324495" cy="340325"/>
            </a:xfrm>
          </p:grpSpPr>
          <p:cxnSp>
            <p:nvCxnSpPr>
              <p:cNvPr id="140" name="直接箭头连接符 139"/>
              <p:cNvCxnSpPr/>
              <p:nvPr/>
            </p:nvCxnSpPr>
            <p:spPr>
              <a:xfrm flipV="1">
                <a:off x="6919345" y="4737099"/>
                <a:ext cx="7979" cy="34032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直接箭头连接符 140"/>
              <p:cNvCxnSpPr/>
              <p:nvPr/>
            </p:nvCxnSpPr>
            <p:spPr>
              <a:xfrm flipV="1">
                <a:off x="6914092" y="5067653"/>
                <a:ext cx="324495" cy="282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42" name="直接连接符 141"/>
            <p:cNvCxnSpPr/>
            <p:nvPr/>
          </p:nvCxnSpPr>
          <p:spPr>
            <a:xfrm>
              <a:off x="6888047" y="4568083"/>
              <a:ext cx="312829" cy="0"/>
            </a:xfrm>
            <a:prstGeom prst="line">
              <a:avLst/>
            </a:prstGeom>
            <a:ln w="38100">
              <a:solidFill>
                <a:srgbClr val="FFC000"/>
              </a:solidFill>
              <a:prstDash val="lgDash"/>
            </a:ln>
          </p:spPr>
          <p:style>
            <a:lnRef idx="2">
              <a:schemeClr val="accent1"/>
            </a:lnRef>
            <a:fillRef idx="0">
              <a:schemeClr val="accent1"/>
            </a:fillRef>
            <a:effectRef idx="1">
              <a:schemeClr val="accent1"/>
            </a:effectRef>
            <a:fontRef idx="minor">
              <a:schemeClr val="tx1"/>
            </a:fontRef>
          </p:style>
        </p:cxnSp>
      </p:grpSp>
    </p:spTree>
    <p:custDataLst>
      <p:tags r:id="rId1"/>
    </p:custDataLst>
    <p:extLst>
      <p:ext uri="{BB962C8B-B14F-4D97-AF65-F5344CB8AC3E}">
        <p14:creationId xmlns:p14="http://schemas.microsoft.com/office/powerpoint/2010/main" val="38943989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79202" y="233084"/>
            <a:ext cx="677732" cy="4034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1323" tIns="35662" rIns="71323" bIns="35662" rtlCol="0" anchor="ctr"/>
          <a:lstStyle/>
          <a:p>
            <a:pPr algn="ctr"/>
            <a:r>
              <a:rPr lang="en-US" altLang="zh-CN" sz="2200" b="1" dirty="0" smtClean="0">
                <a:solidFill>
                  <a:schemeClr val="tx1"/>
                </a:solidFill>
                <a:latin typeface="微软雅黑" panose="020B0503020204020204" pitchFamily="34" charset="-122"/>
                <a:ea typeface="微软雅黑" panose="020B0503020204020204" pitchFamily="34" charset="-122"/>
              </a:rPr>
              <a:t>03</a:t>
            </a:r>
            <a:endParaRPr lang="zh-CN" altLang="en-US" sz="2200" b="1" dirty="0">
              <a:solidFill>
                <a:schemeClr val="tx1"/>
              </a:solidFill>
              <a:latin typeface="微软雅黑" panose="020B0503020204020204" pitchFamily="34" charset="-122"/>
              <a:ea typeface="微软雅黑" panose="020B0503020204020204" pitchFamily="34" charset="-122"/>
            </a:endParaRPr>
          </a:p>
        </p:txBody>
      </p:sp>
      <p:sp>
        <p:nvSpPr>
          <p:cNvPr id="31" name="标题 1"/>
          <p:cNvSpPr txBox="1"/>
          <p:nvPr/>
        </p:nvSpPr>
        <p:spPr bwMode="auto">
          <a:xfrm>
            <a:off x="1056937" y="210144"/>
            <a:ext cx="3416007" cy="476250"/>
          </a:xfrm>
          <a:prstGeom prst="rect">
            <a:avLst/>
          </a:prstGeom>
          <a:noFill/>
          <a:ln w="9525">
            <a:noFill/>
            <a:miter lim="800000"/>
          </a:ln>
        </p:spPr>
        <p:txBody>
          <a:bodyPr lIns="91429" tIns="45714" rIns="91429" bIns="45714" anchor="ctr"/>
          <a:lstStyle/>
          <a:p>
            <a:r>
              <a:rPr lang="zh-CN" altLang="en-US" sz="2400" b="1" dirty="0" smtClean="0">
                <a:solidFill>
                  <a:srgbClr val="7F7F7F"/>
                </a:solidFill>
                <a:latin typeface="+mn-ea"/>
                <a:ea typeface="+mn-ea"/>
                <a:cs typeface="Arial Unicode MS" panose="020B0604020202020204" pitchFamily="34" charset="-122"/>
              </a:rPr>
              <a:t>地图边界构建原理介绍</a:t>
            </a:r>
            <a:endParaRPr lang="zh-CN" altLang="en-US" sz="2400" b="1" dirty="0">
              <a:solidFill>
                <a:srgbClr val="7F7F7F"/>
              </a:solidFill>
              <a:latin typeface="+mn-ea"/>
              <a:ea typeface="+mn-ea"/>
              <a:cs typeface="Arial Unicode MS" panose="020B0604020202020204" pitchFamily="34" charset="-122"/>
            </a:endParaRPr>
          </a:p>
        </p:txBody>
      </p:sp>
      <p:sp>
        <p:nvSpPr>
          <p:cNvPr id="13" name="TextBox 12"/>
          <p:cNvSpPr txBox="1"/>
          <p:nvPr/>
        </p:nvSpPr>
        <p:spPr>
          <a:xfrm>
            <a:off x="8618220" y="5345966"/>
            <a:ext cx="454732" cy="338554"/>
          </a:xfrm>
          <a:prstGeom prst="rect">
            <a:avLst/>
          </a:prstGeom>
          <a:solidFill>
            <a:schemeClr val="bg1"/>
          </a:solidFill>
          <a:ln>
            <a:solidFill>
              <a:schemeClr val="bg1"/>
            </a:solidFill>
          </a:ln>
        </p:spPr>
        <p:txBody>
          <a:bodyPr wrap="square" rtlCol="0">
            <a:spAutoFit/>
          </a:bodyPr>
          <a:lstStyle/>
          <a:p>
            <a:r>
              <a:rPr lang="en-US" altLang="zh-CN" sz="1600" dirty="0" smtClean="0">
                <a:latin typeface="+mn-ea"/>
                <a:ea typeface="+mn-ea"/>
              </a:rPr>
              <a:t>  </a:t>
            </a:r>
            <a:endParaRPr lang="zh-CN" altLang="en-US" sz="1600" dirty="0">
              <a:latin typeface="+mn-ea"/>
              <a:ea typeface="+mn-ea"/>
            </a:endParaRPr>
          </a:p>
        </p:txBody>
      </p:sp>
      <p:sp>
        <p:nvSpPr>
          <p:cNvPr id="5"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TextBox 20"/>
          <p:cNvSpPr txBox="1"/>
          <p:nvPr/>
        </p:nvSpPr>
        <p:spPr>
          <a:xfrm>
            <a:off x="0" y="815513"/>
            <a:ext cx="8393635" cy="461665"/>
          </a:xfrm>
          <a:prstGeom prst="rect">
            <a:avLst/>
          </a:prstGeom>
          <a:noFill/>
        </p:spPr>
        <p:txBody>
          <a:bodyPr wrap="square" rtlCol="0">
            <a:spAutoFit/>
          </a:bodyPr>
          <a:lstStyle/>
          <a:p>
            <a:pPr marL="742950" lvl="2" indent="-285750">
              <a:lnSpc>
                <a:spcPct val="150000"/>
              </a:lnSpc>
              <a:buFont typeface="Wingdings" panose="05000000000000000000" pitchFamily="2" charset="2"/>
              <a:buChar char="p"/>
            </a:pPr>
            <a:r>
              <a:rPr lang="zh-CN" altLang="en-US" sz="1600" dirty="0" smtClean="0">
                <a:latin typeface="+mn-ea"/>
              </a:rPr>
              <a:t>终点位置更新详细设计</a:t>
            </a:r>
            <a:endParaRPr lang="en-US" altLang="zh-CN" sz="1600" dirty="0" smtClean="0">
              <a:latin typeface="+mn-ea"/>
            </a:endParaRPr>
          </a:p>
        </p:txBody>
      </p:sp>
      <p:sp>
        <p:nvSpPr>
          <p:cNvPr id="131" name="文本框 13"/>
          <p:cNvSpPr txBox="1"/>
          <p:nvPr/>
        </p:nvSpPr>
        <p:spPr>
          <a:xfrm>
            <a:off x="-2" y="1298223"/>
            <a:ext cx="8939816" cy="1615827"/>
          </a:xfrm>
          <a:prstGeom prst="rect">
            <a:avLst/>
          </a:prstGeom>
          <a:noFill/>
        </p:spPr>
        <p:txBody>
          <a:bodyPr wrap="square" rtlCol="0">
            <a:spAutoFit/>
          </a:bodyPr>
          <a:lstStyle>
            <a:defPPr>
              <a:defRPr lang="zh-TW"/>
            </a:defPPr>
            <a:lvl3pPr marL="457200" lvl="2" indent="0">
              <a:lnSpc>
                <a:spcPct val="150000"/>
              </a:lnSpc>
              <a:defRPr sz="1800">
                <a:latin typeface="+mn-ea"/>
              </a:defRPr>
            </a:lvl3pPr>
          </a:lstStyle>
          <a:p>
            <a:pPr marL="742950" lvl="2" indent="-285750">
              <a:buFont typeface="Wingdings" panose="05000000000000000000" pitchFamily="2" charset="2"/>
              <a:buChar char="Ø"/>
            </a:pPr>
            <a:r>
              <a:rPr lang="zh-CN" altLang="en-US" sz="1100" dirty="0" smtClean="0">
                <a:latin typeface="+mn-lt"/>
              </a:rPr>
              <a:t>平行车位参考线策略：</a:t>
            </a:r>
            <a:endParaRPr lang="en-US" altLang="zh-CN" sz="1100" dirty="0">
              <a:latin typeface="+mn-lt"/>
            </a:endParaRPr>
          </a:p>
          <a:p>
            <a:pPr marL="685800" lvl="2" indent="-228600">
              <a:buFont typeface="+mj-ea"/>
              <a:buAutoNum type="circleNumDbPlain"/>
            </a:pPr>
            <a:r>
              <a:rPr lang="zh-CN" altLang="en-US" sz="1100" dirty="0" smtClean="0">
                <a:latin typeface="+mn-lt"/>
              </a:rPr>
              <a:t>采用车位框参考则平行车位框</a:t>
            </a:r>
            <a:r>
              <a:rPr lang="en-US" altLang="zh-CN" sz="1100" dirty="0" err="1" smtClean="0">
                <a:latin typeface="+mn-lt"/>
              </a:rPr>
              <a:t>closeline</a:t>
            </a:r>
            <a:r>
              <a:rPr lang="zh-CN" altLang="en-US" sz="1100" dirty="0" smtClean="0">
                <a:latin typeface="+mn-lt"/>
              </a:rPr>
              <a:t>；无车位框的场景允许平行车位参考线。</a:t>
            </a:r>
            <a:endParaRPr lang="en-US" altLang="zh-CN" sz="1100" dirty="0" smtClean="0">
              <a:latin typeface="+mn-lt"/>
            </a:endParaRPr>
          </a:p>
          <a:p>
            <a:pPr marL="685800" lvl="2" indent="-228600">
              <a:buFont typeface="+mj-ea"/>
              <a:buAutoNum type="circleNumDbPlain"/>
            </a:pPr>
            <a:r>
              <a:rPr lang="zh-CN" altLang="en-US" sz="1100" dirty="0" smtClean="0">
                <a:latin typeface="+mn-lt"/>
              </a:rPr>
              <a:t>车位参考线用左、右区分车位参考线，每条车位参考线由两个</a:t>
            </a:r>
            <a:r>
              <a:rPr lang="zh-CN" altLang="en-US" sz="1100" dirty="0">
                <a:latin typeface="+mn-lt"/>
              </a:rPr>
              <a:t>点组成</a:t>
            </a:r>
            <a:r>
              <a:rPr lang="zh-CN" altLang="en-US" sz="1100" dirty="0" smtClean="0">
                <a:latin typeface="+mn-lt"/>
              </a:rPr>
              <a:t>。有效</a:t>
            </a:r>
            <a:r>
              <a:rPr lang="zh-CN" altLang="en-US" sz="1100" dirty="0">
                <a:latin typeface="+mn-lt"/>
              </a:rPr>
              <a:t>车位参考线</a:t>
            </a:r>
            <a:r>
              <a:rPr lang="zh-CN" altLang="en-US" sz="1100" dirty="0" smtClean="0">
                <a:latin typeface="+mn-lt"/>
              </a:rPr>
              <a:t>点的条件：</a:t>
            </a:r>
            <a:r>
              <a:rPr lang="zh-CN" altLang="en-US" sz="1100" dirty="0">
                <a:latin typeface="+mn-lt"/>
              </a:rPr>
              <a:t>在通道的特定区域</a:t>
            </a:r>
            <a:r>
              <a:rPr lang="zh-CN" altLang="en-US" sz="1100" dirty="0" smtClean="0">
                <a:latin typeface="+mn-lt"/>
              </a:rPr>
              <a:t>内。</a:t>
            </a:r>
            <a:endParaRPr lang="en-US" altLang="zh-CN" sz="1100" dirty="0" smtClean="0">
              <a:latin typeface="+mn-lt"/>
            </a:endParaRPr>
          </a:p>
          <a:p>
            <a:pPr marL="685800" lvl="2" indent="-228600">
              <a:buFont typeface="+mj-ea"/>
              <a:buAutoNum type="circleNumDbPlain"/>
            </a:pPr>
            <a:r>
              <a:rPr lang="zh-CN" altLang="en-US" sz="1100" dirty="0" smtClean="0">
                <a:latin typeface="+mn-lt"/>
              </a:rPr>
              <a:t>对比特定区域内的车位参考线，取其中距离锚点最近的车位参考线，且车位参考线长度需大于</a:t>
            </a:r>
            <a:r>
              <a:rPr lang="en-US" altLang="zh-CN" sz="1100" dirty="0" smtClean="0">
                <a:latin typeface="+mn-lt"/>
              </a:rPr>
              <a:t>1m</a:t>
            </a:r>
            <a:r>
              <a:rPr lang="zh-CN" altLang="en-US" sz="1100" dirty="0" smtClean="0">
                <a:latin typeface="+mn-lt"/>
              </a:rPr>
              <a:t>。</a:t>
            </a:r>
            <a:endParaRPr lang="en-US" altLang="zh-CN" sz="1100" dirty="0" smtClean="0">
              <a:latin typeface="+mn-lt"/>
            </a:endParaRPr>
          </a:p>
          <a:p>
            <a:pPr marL="685800" lvl="2" indent="-228600">
              <a:buFont typeface="+mj-ea"/>
              <a:buAutoNum type="circleNumDbPlain"/>
            </a:pPr>
            <a:r>
              <a:rPr lang="zh-CN" altLang="en-US" sz="1100" dirty="0" smtClean="0">
                <a:latin typeface="+mn-lt"/>
              </a:rPr>
              <a:t>终点位置更新角度与该车位参考线平行。</a:t>
            </a:r>
            <a:endParaRPr lang="en-US" altLang="zh-CN" sz="1100" dirty="0">
              <a:latin typeface="+mn-lt"/>
            </a:endParaRPr>
          </a:p>
          <a:p>
            <a:pPr marL="685800" lvl="2" indent="-228600">
              <a:buFont typeface="+mj-ea"/>
              <a:buAutoNum type="circleNumDbPlain"/>
            </a:pPr>
            <a:endParaRPr lang="en-US" altLang="zh-CN" sz="1100" dirty="0" smtClean="0">
              <a:latin typeface="+mn-lt"/>
            </a:endParaRPr>
          </a:p>
        </p:txBody>
      </p:sp>
      <p:grpSp>
        <p:nvGrpSpPr>
          <p:cNvPr id="4" name="组合 3"/>
          <p:cNvGrpSpPr/>
          <p:nvPr/>
        </p:nvGrpSpPr>
        <p:grpSpPr>
          <a:xfrm>
            <a:off x="2930012" y="2694815"/>
            <a:ext cx="3180734" cy="2463261"/>
            <a:chOff x="3264516" y="2716233"/>
            <a:chExt cx="3180734" cy="2463261"/>
          </a:xfrm>
        </p:grpSpPr>
        <p:sp>
          <p:nvSpPr>
            <p:cNvPr id="153" name="TextBox 209"/>
            <p:cNvSpPr txBox="1"/>
            <p:nvPr/>
          </p:nvSpPr>
          <p:spPr>
            <a:xfrm>
              <a:off x="3775768" y="2716233"/>
              <a:ext cx="979834" cy="412148"/>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zh-CN" altLang="en-US" sz="700" dirty="0" smtClean="0"/>
                <a:t>车位参考线</a:t>
              </a:r>
              <a:r>
                <a:rPr lang="en-US" altLang="zh-CN" sz="700" dirty="0" smtClean="0"/>
                <a:t>x</a:t>
              </a:r>
              <a:r>
                <a:rPr lang="zh-CN" altLang="en-US" sz="700" dirty="0" smtClean="0"/>
                <a:t>轴方向检测区域为锚点坐标系 </a:t>
              </a:r>
              <a:r>
                <a:rPr lang="en-US" altLang="zh-CN" sz="700" dirty="0" smtClean="0"/>
                <a:t>-3m~+2m</a:t>
              </a:r>
            </a:p>
          </p:txBody>
        </p:sp>
        <p:cxnSp>
          <p:nvCxnSpPr>
            <p:cNvPr id="134" name="直接连接符 133"/>
            <p:cNvCxnSpPr/>
            <p:nvPr/>
          </p:nvCxnSpPr>
          <p:spPr>
            <a:xfrm>
              <a:off x="4659590" y="2893829"/>
              <a:ext cx="169511" cy="1112186"/>
            </a:xfrm>
            <a:prstGeom prst="line">
              <a:avLst/>
            </a:prstGeom>
            <a:ln w="38100">
              <a:solidFill>
                <a:schemeClr val="accent6">
                  <a:lumMod val="50000"/>
                </a:schemeClr>
              </a:solidFill>
              <a:prstDash val="lgDash"/>
            </a:ln>
          </p:spPr>
          <p:style>
            <a:lnRef idx="2">
              <a:schemeClr val="accent1"/>
            </a:lnRef>
            <a:fillRef idx="0">
              <a:schemeClr val="accent1"/>
            </a:fillRef>
            <a:effectRef idx="1">
              <a:schemeClr val="accent1"/>
            </a:effectRef>
            <a:fontRef idx="minor">
              <a:schemeClr val="tx1"/>
            </a:fontRef>
          </p:style>
        </p:cxnSp>
        <p:grpSp>
          <p:nvGrpSpPr>
            <p:cNvPr id="157" name="组合 156"/>
            <p:cNvGrpSpPr/>
            <p:nvPr/>
          </p:nvGrpSpPr>
          <p:grpSpPr>
            <a:xfrm rot="21079998">
              <a:off x="4206405" y="3233755"/>
              <a:ext cx="287083" cy="774318"/>
              <a:chOff x="977425" y="691092"/>
              <a:chExt cx="555412" cy="1501204"/>
            </a:xfrm>
          </p:grpSpPr>
          <p:cxnSp>
            <p:nvCxnSpPr>
              <p:cNvPr id="158" name="直接连接符 157"/>
              <p:cNvCxnSpPr/>
              <p:nvPr/>
            </p:nvCxnSpPr>
            <p:spPr>
              <a:xfrm flipH="1" flipV="1">
                <a:off x="981513" y="2185975"/>
                <a:ext cx="539999" cy="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159" name="直接连接符 158"/>
              <p:cNvCxnSpPr/>
              <p:nvPr/>
            </p:nvCxnSpPr>
            <p:spPr>
              <a:xfrm flipH="1" flipV="1">
                <a:off x="977425" y="691092"/>
                <a:ext cx="0" cy="150120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160" name="直接连接符 159"/>
              <p:cNvCxnSpPr/>
              <p:nvPr/>
            </p:nvCxnSpPr>
            <p:spPr>
              <a:xfrm flipH="1" flipV="1">
                <a:off x="1532837" y="691096"/>
                <a:ext cx="0" cy="150120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161" name="直接连接符 160"/>
              <p:cNvCxnSpPr/>
              <p:nvPr/>
            </p:nvCxnSpPr>
            <p:spPr>
              <a:xfrm flipH="1" flipV="1">
                <a:off x="981513" y="701867"/>
                <a:ext cx="539999" cy="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162" name="直接连接符 161"/>
              <p:cNvCxnSpPr/>
              <p:nvPr/>
            </p:nvCxnSpPr>
            <p:spPr>
              <a:xfrm flipH="1" flipV="1">
                <a:off x="986956" y="1847429"/>
                <a:ext cx="539999" cy="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163" name="直接连接符 162"/>
              <p:cNvCxnSpPr/>
              <p:nvPr/>
            </p:nvCxnSpPr>
            <p:spPr>
              <a:xfrm flipH="1" flipV="1">
                <a:off x="1258789" y="695954"/>
                <a:ext cx="0" cy="149124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grpSp>
        <p:sp>
          <p:nvSpPr>
            <p:cNvPr id="35" name="TextBox 448"/>
            <p:cNvSpPr txBox="1"/>
            <p:nvPr/>
          </p:nvSpPr>
          <p:spPr>
            <a:xfrm>
              <a:off x="3779929" y="4074019"/>
              <a:ext cx="766500" cy="338234"/>
            </a:xfrm>
            <a:prstGeom prst="rect">
              <a:avLst/>
            </a:prstGeom>
            <a:no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zh-CN" altLang="en-US" sz="700" dirty="0" smtClean="0">
                  <a:latin typeface="宋体" panose="02010600030101010101" pitchFamily="2" charset="-122"/>
                  <a:ea typeface="宋体" panose="02010600030101010101" pitchFamily="2" charset="-122"/>
                </a:rPr>
                <a:t>车位参考线点的</a:t>
              </a:r>
              <a:r>
                <a:rPr lang="zh-CN" altLang="en-US" sz="700" dirty="0">
                  <a:latin typeface="宋体" panose="02010600030101010101" pitchFamily="2" charset="-122"/>
                  <a:ea typeface="宋体" panose="02010600030101010101" pitchFamily="2" charset="-122"/>
                </a:rPr>
                <a:t>检测区域</a:t>
              </a:r>
            </a:p>
          </p:txBody>
        </p:sp>
        <p:cxnSp>
          <p:nvCxnSpPr>
            <p:cNvPr id="16" name="直接连接符 15"/>
            <p:cNvCxnSpPr/>
            <p:nvPr/>
          </p:nvCxnSpPr>
          <p:spPr>
            <a:xfrm>
              <a:off x="4637386" y="3063560"/>
              <a:ext cx="150918" cy="1003595"/>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4899483" y="4815222"/>
              <a:ext cx="51744" cy="342854"/>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4788304" y="4063725"/>
              <a:ext cx="1187059" cy="3430"/>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4899484" y="4808359"/>
              <a:ext cx="1079550" cy="0"/>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5979033" y="4074019"/>
              <a:ext cx="0" cy="741203"/>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3757327" y="3370756"/>
              <a:ext cx="1738400" cy="0"/>
            </a:xfrm>
            <a:prstGeom prst="line">
              <a:avLst/>
            </a:prstGeom>
            <a:ln w="15875">
              <a:solidFill>
                <a:srgbClr val="FF0000"/>
              </a:solidFill>
              <a:prstDash val="sysDash"/>
              <a:headEnd type="stealth" w="med" len="med"/>
              <a:tailEnd type="stealth" w="med" len="me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5090666" y="3153452"/>
              <a:ext cx="27993" cy="1291340"/>
            </a:xfrm>
            <a:prstGeom prst="line">
              <a:avLst/>
            </a:prstGeom>
            <a:ln w="15875">
              <a:solidFill>
                <a:srgbClr val="FF0000"/>
              </a:solidFill>
              <a:prstDash val="sysDash"/>
              <a:headEnd type="stealth" w="med" len="med"/>
              <a:tailEnd type="stealth" w="med" len="med"/>
            </a:ln>
          </p:spPr>
          <p:style>
            <a:lnRef idx="1">
              <a:schemeClr val="accent1"/>
            </a:lnRef>
            <a:fillRef idx="0">
              <a:schemeClr val="accent1"/>
            </a:fillRef>
            <a:effectRef idx="0">
              <a:schemeClr val="accent1"/>
            </a:effectRef>
            <a:fontRef idx="minor">
              <a:schemeClr val="tx1"/>
            </a:fontRef>
          </p:style>
        </p:cxnSp>
        <p:sp>
          <p:nvSpPr>
            <p:cNvPr id="24" name="TextBox 209"/>
            <p:cNvSpPr txBox="1"/>
            <p:nvPr/>
          </p:nvSpPr>
          <p:spPr>
            <a:xfrm>
              <a:off x="5165916" y="3630410"/>
              <a:ext cx="1279334" cy="346215"/>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zh-CN" altLang="en-US" sz="700" dirty="0" smtClean="0"/>
                <a:t>车位参考线</a:t>
              </a:r>
              <a:r>
                <a:rPr lang="en-US" altLang="zh-CN" sz="700" dirty="0" smtClean="0"/>
                <a:t>y</a:t>
              </a:r>
              <a:r>
                <a:rPr lang="zh-CN" altLang="en-US" sz="700" dirty="0" smtClean="0"/>
                <a:t>轴方向检测区域为锚点坐标系 </a:t>
              </a:r>
              <a:r>
                <a:rPr lang="en-US" altLang="zh-CN" sz="700" dirty="0" smtClean="0"/>
                <a:t>-1m~+10m</a:t>
              </a:r>
            </a:p>
          </p:txBody>
        </p:sp>
        <p:cxnSp>
          <p:nvCxnSpPr>
            <p:cNvPr id="25" name="直接连接符 24"/>
            <p:cNvCxnSpPr/>
            <p:nvPr/>
          </p:nvCxnSpPr>
          <p:spPr>
            <a:xfrm>
              <a:off x="3264516" y="3082168"/>
              <a:ext cx="314628" cy="2075908"/>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3505609" y="3153452"/>
              <a:ext cx="2517167" cy="0"/>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V="1">
              <a:off x="3505609" y="4437224"/>
              <a:ext cx="2517167" cy="7568"/>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57" name="组合 56"/>
            <p:cNvGrpSpPr/>
            <p:nvPr/>
          </p:nvGrpSpPr>
          <p:grpSpPr>
            <a:xfrm rot="10800000">
              <a:off x="4925354" y="4241616"/>
              <a:ext cx="858337" cy="366560"/>
              <a:chOff x="2888780" y="1949025"/>
              <a:chExt cx="1320528" cy="562133"/>
            </a:xfrm>
          </p:grpSpPr>
          <p:sp>
            <p:nvSpPr>
              <p:cNvPr id="58" name="Freeform 5"/>
              <p:cNvSpPr>
                <a:spLocks/>
              </p:cNvSpPr>
              <p:nvPr/>
            </p:nvSpPr>
            <p:spPr bwMode="auto">
              <a:xfrm rot="10800000">
                <a:off x="4043320" y="1998027"/>
                <a:ext cx="165988" cy="464129"/>
              </a:xfrm>
              <a:custGeom>
                <a:avLst/>
                <a:gdLst>
                  <a:gd name="T0" fmla="*/ 180 w 180"/>
                  <a:gd name="T1" fmla="*/ 502 h 502"/>
                  <a:gd name="T2" fmla="*/ 180 w 180"/>
                  <a:gd name="T3" fmla="*/ 0 h 502"/>
                </a:gdLst>
                <a:ahLst/>
                <a:cxnLst>
                  <a:cxn ang="0">
                    <a:pos x="T0" y="T1"/>
                  </a:cxn>
                  <a:cxn ang="0">
                    <a:pos x="T2" y="T3"/>
                  </a:cxn>
                </a:cxnLst>
                <a:rect l="0" t="0" r="r" b="b"/>
                <a:pathLst>
                  <a:path w="180" h="502">
                    <a:moveTo>
                      <a:pt x="180" y="502"/>
                    </a:moveTo>
                    <a:cubicBezTo>
                      <a:pt x="15" y="396"/>
                      <a:pt x="0" y="132"/>
                      <a:pt x="18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59" name="Freeform 6"/>
              <p:cNvSpPr>
                <a:spLocks/>
              </p:cNvSpPr>
              <p:nvPr/>
            </p:nvSpPr>
            <p:spPr bwMode="auto">
              <a:xfrm rot="10800000">
                <a:off x="3849667" y="1973988"/>
                <a:ext cx="193653" cy="24039"/>
              </a:xfrm>
              <a:custGeom>
                <a:avLst/>
                <a:gdLst>
                  <a:gd name="T0" fmla="*/ 0 w 210"/>
                  <a:gd name="T1" fmla="*/ 0 h 26"/>
                  <a:gd name="T2" fmla="*/ 210 w 210"/>
                  <a:gd name="T3" fmla="*/ 13 h 26"/>
                </a:gdLst>
                <a:ahLst/>
                <a:cxnLst>
                  <a:cxn ang="0">
                    <a:pos x="T0" y="T1"/>
                  </a:cxn>
                  <a:cxn ang="0">
                    <a:pos x="T2" y="T3"/>
                  </a:cxn>
                </a:cxnLst>
                <a:rect l="0" t="0" r="r" b="b"/>
                <a:pathLst>
                  <a:path w="210" h="26">
                    <a:moveTo>
                      <a:pt x="0" y="0"/>
                    </a:moveTo>
                    <a:cubicBezTo>
                      <a:pt x="105" y="26"/>
                      <a:pt x="165" y="13"/>
                      <a:pt x="210" y="1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60" name="Freeform 7"/>
              <p:cNvSpPr>
                <a:spLocks/>
              </p:cNvSpPr>
              <p:nvPr/>
            </p:nvSpPr>
            <p:spPr bwMode="auto">
              <a:xfrm rot="10800000">
                <a:off x="4118936" y="2120069"/>
                <a:ext cx="48874" cy="220045"/>
              </a:xfrm>
              <a:custGeom>
                <a:avLst/>
                <a:gdLst>
                  <a:gd name="T0" fmla="*/ 53 w 53"/>
                  <a:gd name="T1" fmla="*/ 238 h 238"/>
                  <a:gd name="T2" fmla="*/ 53 w 53"/>
                  <a:gd name="T3" fmla="*/ 0 h 238"/>
                </a:gdLst>
                <a:ahLst/>
                <a:cxnLst>
                  <a:cxn ang="0">
                    <a:pos x="T0" y="T1"/>
                  </a:cxn>
                  <a:cxn ang="0">
                    <a:pos x="T2" y="T3"/>
                  </a:cxn>
                </a:cxnLst>
                <a:rect l="0" t="0" r="r" b="b"/>
                <a:pathLst>
                  <a:path w="53" h="238">
                    <a:moveTo>
                      <a:pt x="53" y="238"/>
                    </a:moveTo>
                    <a:cubicBezTo>
                      <a:pt x="0" y="185"/>
                      <a:pt x="0" y="79"/>
                      <a:pt x="53"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61" name="Freeform 8"/>
              <p:cNvSpPr>
                <a:spLocks/>
              </p:cNvSpPr>
              <p:nvPr/>
            </p:nvSpPr>
            <p:spPr bwMode="auto">
              <a:xfrm rot="10800000">
                <a:off x="4029487" y="2010046"/>
                <a:ext cx="110659" cy="122042"/>
              </a:xfrm>
              <a:custGeom>
                <a:avLst/>
                <a:gdLst>
                  <a:gd name="T0" fmla="*/ 48 w 256"/>
                  <a:gd name="T1" fmla="*/ 32 h 320"/>
                  <a:gd name="T2" fmla="*/ 96 w 256"/>
                  <a:gd name="T3" fmla="*/ 160 h 320"/>
                  <a:gd name="T4" fmla="*/ 176 w 256"/>
                  <a:gd name="T5" fmla="*/ 272 h 320"/>
                  <a:gd name="T6" fmla="*/ 192 w 256"/>
                  <a:gd name="T7" fmla="*/ 208 h 320"/>
                  <a:gd name="T8" fmla="*/ 96 w 256"/>
                  <a:gd name="T9" fmla="*/ 64 h 320"/>
                  <a:gd name="T10" fmla="*/ 48 w 256"/>
                  <a:gd name="T11" fmla="*/ 32 h 320"/>
                </a:gdLst>
                <a:ahLst/>
                <a:cxnLst>
                  <a:cxn ang="0">
                    <a:pos x="T0" y="T1"/>
                  </a:cxn>
                  <a:cxn ang="0">
                    <a:pos x="T2" y="T3"/>
                  </a:cxn>
                  <a:cxn ang="0">
                    <a:pos x="T4" y="T5"/>
                  </a:cxn>
                  <a:cxn ang="0">
                    <a:pos x="T6" y="T7"/>
                  </a:cxn>
                  <a:cxn ang="0">
                    <a:pos x="T8" y="T9"/>
                  </a:cxn>
                  <a:cxn ang="0">
                    <a:pos x="T10" y="T11"/>
                  </a:cxn>
                </a:cxnLst>
                <a:rect l="0" t="0" r="r" b="b"/>
                <a:pathLst>
                  <a:path w="256" h="320">
                    <a:moveTo>
                      <a:pt x="48" y="32"/>
                    </a:moveTo>
                    <a:cubicBezTo>
                      <a:pt x="0" y="0"/>
                      <a:pt x="80" y="128"/>
                      <a:pt x="96" y="160"/>
                    </a:cubicBezTo>
                    <a:cubicBezTo>
                      <a:pt x="96" y="208"/>
                      <a:pt x="144" y="256"/>
                      <a:pt x="176" y="272"/>
                    </a:cubicBezTo>
                    <a:cubicBezTo>
                      <a:pt x="256" y="320"/>
                      <a:pt x="208" y="224"/>
                      <a:pt x="192" y="208"/>
                    </a:cubicBezTo>
                    <a:cubicBezTo>
                      <a:pt x="160" y="160"/>
                      <a:pt x="128" y="112"/>
                      <a:pt x="96" y="64"/>
                    </a:cubicBezTo>
                    <a:cubicBezTo>
                      <a:pt x="80" y="48"/>
                      <a:pt x="64" y="48"/>
                      <a:pt x="48" y="32"/>
                    </a:cubicBezTo>
                  </a:path>
                </a:pathLst>
              </a:custGeom>
              <a:solidFill>
                <a:srgbClr val="FFFFFF"/>
              </a:solidFill>
              <a:ln w="3175">
                <a:solidFill>
                  <a:srgbClr val="5757FF"/>
                </a:solidFill>
                <a:prstDash val="solid"/>
                <a:round/>
                <a:headEnd/>
                <a:tailEnd/>
              </a:ln>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62" name="Freeform 9"/>
              <p:cNvSpPr>
                <a:spLocks/>
              </p:cNvSpPr>
              <p:nvPr/>
            </p:nvSpPr>
            <p:spPr bwMode="auto">
              <a:xfrm rot="10800000">
                <a:off x="4029487" y="2010046"/>
                <a:ext cx="110659" cy="122042"/>
              </a:xfrm>
              <a:custGeom>
                <a:avLst/>
                <a:gdLst>
                  <a:gd name="T0" fmla="*/ 23 w 120"/>
                  <a:gd name="T1" fmla="*/ 13 h 132"/>
                  <a:gd name="T2" fmla="*/ 45 w 120"/>
                  <a:gd name="T3" fmla="*/ 66 h 132"/>
                  <a:gd name="T4" fmla="*/ 82 w 120"/>
                  <a:gd name="T5" fmla="*/ 112 h 132"/>
                  <a:gd name="T6" fmla="*/ 90 w 120"/>
                  <a:gd name="T7" fmla="*/ 86 h 132"/>
                  <a:gd name="T8" fmla="*/ 45 w 120"/>
                  <a:gd name="T9" fmla="*/ 26 h 132"/>
                  <a:gd name="T10" fmla="*/ 23 w 120"/>
                  <a:gd name="T11" fmla="*/ 13 h 132"/>
                </a:gdLst>
                <a:ahLst/>
                <a:cxnLst>
                  <a:cxn ang="0">
                    <a:pos x="T0" y="T1"/>
                  </a:cxn>
                  <a:cxn ang="0">
                    <a:pos x="T2" y="T3"/>
                  </a:cxn>
                  <a:cxn ang="0">
                    <a:pos x="T4" y="T5"/>
                  </a:cxn>
                  <a:cxn ang="0">
                    <a:pos x="T6" y="T7"/>
                  </a:cxn>
                  <a:cxn ang="0">
                    <a:pos x="T8" y="T9"/>
                  </a:cxn>
                  <a:cxn ang="0">
                    <a:pos x="T10" y="T11"/>
                  </a:cxn>
                </a:cxnLst>
                <a:rect l="0" t="0" r="r" b="b"/>
                <a:pathLst>
                  <a:path w="120" h="132">
                    <a:moveTo>
                      <a:pt x="23" y="13"/>
                    </a:moveTo>
                    <a:cubicBezTo>
                      <a:pt x="0" y="0"/>
                      <a:pt x="38" y="53"/>
                      <a:pt x="45" y="66"/>
                    </a:cubicBezTo>
                    <a:cubicBezTo>
                      <a:pt x="45" y="86"/>
                      <a:pt x="68" y="105"/>
                      <a:pt x="82" y="112"/>
                    </a:cubicBezTo>
                    <a:cubicBezTo>
                      <a:pt x="120" y="132"/>
                      <a:pt x="97" y="92"/>
                      <a:pt x="90" y="86"/>
                    </a:cubicBezTo>
                    <a:cubicBezTo>
                      <a:pt x="75" y="66"/>
                      <a:pt x="60" y="46"/>
                      <a:pt x="45" y="26"/>
                    </a:cubicBezTo>
                    <a:cubicBezTo>
                      <a:pt x="38" y="19"/>
                      <a:pt x="30" y="19"/>
                      <a:pt x="23" y="1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63" name="Freeform 10"/>
              <p:cNvSpPr>
                <a:spLocks/>
              </p:cNvSpPr>
              <p:nvPr/>
            </p:nvSpPr>
            <p:spPr bwMode="auto">
              <a:xfrm rot="10800000">
                <a:off x="4029487" y="2328095"/>
                <a:ext cx="110659" cy="122042"/>
              </a:xfrm>
              <a:custGeom>
                <a:avLst/>
                <a:gdLst>
                  <a:gd name="T0" fmla="*/ 48 w 256"/>
                  <a:gd name="T1" fmla="*/ 304 h 320"/>
                  <a:gd name="T2" fmla="*/ 96 w 256"/>
                  <a:gd name="T3" fmla="*/ 160 h 320"/>
                  <a:gd name="T4" fmla="*/ 176 w 256"/>
                  <a:gd name="T5" fmla="*/ 64 h 320"/>
                  <a:gd name="T6" fmla="*/ 192 w 256"/>
                  <a:gd name="T7" fmla="*/ 128 h 320"/>
                  <a:gd name="T8" fmla="*/ 96 w 256"/>
                  <a:gd name="T9" fmla="*/ 256 h 320"/>
                  <a:gd name="T10" fmla="*/ 48 w 256"/>
                  <a:gd name="T11" fmla="*/ 304 h 320"/>
                </a:gdLst>
                <a:ahLst/>
                <a:cxnLst>
                  <a:cxn ang="0">
                    <a:pos x="T0" y="T1"/>
                  </a:cxn>
                  <a:cxn ang="0">
                    <a:pos x="T2" y="T3"/>
                  </a:cxn>
                  <a:cxn ang="0">
                    <a:pos x="T4" y="T5"/>
                  </a:cxn>
                  <a:cxn ang="0">
                    <a:pos x="T6" y="T7"/>
                  </a:cxn>
                  <a:cxn ang="0">
                    <a:pos x="T8" y="T9"/>
                  </a:cxn>
                  <a:cxn ang="0">
                    <a:pos x="T10" y="T11"/>
                  </a:cxn>
                </a:cxnLst>
                <a:rect l="0" t="0" r="r" b="b"/>
                <a:pathLst>
                  <a:path w="256" h="320">
                    <a:moveTo>
                      <a:pt x="48" y="304"/>
                    </a:moveTo>
                    <a:cubicBezTo>
                      <a:pt x="0" y="320"/>
                      <a:pt x="80" y="208"/>
                      <a:pt x="96" y="160"/>
                    </a:cubicBezTo>
                    <a:cubicBezTo>
                      <a:pt x="112" y="112"/>
                      <a:pt x="144" y="80"/>
                      <a:pt x="176" y="64"/>
                    </a:cubicBezTo>
                    <a:cubicBezTo>
                      <a:pt x="256" y="0"/>
                      <a:pt x="208" y="112"/>
                      <a:pt x="192" y="128"/>
                    </a:cubicBezTo>
                    <a:cubicBezTo>
                      <a:pt x="160" y="160"/>
                      <a:pt x="128" y="224"/>
                      <a:pt x="96" y="256"/>
                    </a:cubicBezTo>
                    <a:cubicBezTo>
                      <a:pt x="80" y="288"/>
                      <a:pt x="64" y="288"/>
                      <a:pt x="48" y="304"/>
                    </a:cubicBezTo>
                  </a:path>
                </a:pathLst>
              </a:custGeom>
              <a:solidFill>
                <a:srgbClr val="FFFFFF"/>
              </a:solidFill>
              <a:ln w="3175">
                <a:solidFill>
                  <a:srgbClr val="5757FF"/>
                </a:solidFill>
                <a:prstDash val="solid"/>
                <a:round/>
                <a:headEnd/>
                <a:tailEnd/>
              </a:ln>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64" name="Freeform 11"/>
              <p:cNvSpPr>
                <a:spLocks/>
              </p:cNvSpPr>
              <p:nvPr/>
            </p:nvSpPr>
            <p:spPr bwMode="auto">
              <a:xfrm rot="10800000">
                <a:off x="4029487" y="2328095"/>
                <a:ext cx="110659" cy="122042"/>
              </a:xfrm>
              <a:custGeom>
                <a:avLst/>
                <a:gdLst>
                  <a:gd name="T0" fmla="*/ 23 w 120"/>
                  <a:gd name="T1" fmla="*/ 126 h 132"/>
                  <a:gd name="T2" fmla="*/ 45 w 120"/>
                  <a:gd name="T3" fmla="*/ 66 h 132"/>
                  <a:gd name="T4" fmla="*/ 82 w 120"/>
                  <a:gd name="T5" fmla="*/ 27 h 132"/>
                  <a:gd name="T6" fmla="*/ 90 w 120"/>
                  <a:gd name="T7" fmla="*/ 53 h 132"/>
                  <a:gd name="T8" fmla="*/ 45 w 120"/>
                  <a:gd name="T9" fmla="*/ 106 h 132"/>
                  <a:gd name="T10" fmla="*/ 23 w 120"/>
                  <a:gd name="T11" fmla="*/ 126 h 132"/>
                </a:gdLst>
                <a:ahLst/>
                <a:cxnLst>
                  <a:cxn ang="0">
                    <a:pos x="T0" y="T1"/>
                  </a:cxn>
                  <a:cxn ang="0">
                    <a:pos x="T2" y="T3"/>
                  </a:cxn>
                  <a:cxn ang="0">
                    <a:pos x="T4" y="T5"/>
                  </a:cxn>
                  <a:cxn ang="0">
                    <a:pos x="T6" y="T7"/>
                  </a:cxn>
                  <a:cxn ang="0">
                    <a:pos x="T8" y="T9"/>
                  </a:cxn>
                  <a:cxn ang="0">
                    <a:pos x="T10" y="T11"/>
                  </a:cxn>
                </a:cxnLst>
                <a:rect l="0" t="0" r="r" b="b"/>
                <a:pathLst>
                  <a:path w="120" h="132">
                    <a:moveTo>
                      <a:pt x="23" y="126"/>
                    </a:moveTo>
                    <a:cubicBezTo>
                      <a:pt x="0" y="132"/>
                      <a:pt x="38" y="86"/>
                      <a:pt x="45" y="66"/>
                    </a:cubicBezTo>
                    <a:cubicBezTo>
                      <a:pt x="53" y="46"/>
                      <a:pt x="68" y="33"/>
                      <a:pt x="82" y="27"/>
                    </a:cubicBezTo>
                    <a:cubicBezTo>
                      <a:pt x="120" y="0"/>
                      <a:pt x="97" y="46"/>
                      <a:pt x="90" y="53"/>
                    </a:cubicBezTo>
                    <a:cubicBezTo>
                      <a:pt x="75" y="66"/>
                      <a:pt x="60" y="93"/>
                      <a:pt x="45" y="106"/>
                    </a:cubicBezTo>
                    <a:cubicBezTo>
                      <a:pt x="38" y="119"/>
                      <a:pt x="30" y="119"/>
                      <a:pt x="23" y="12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65" name="Freeform 12"/>
              <p:cNvSpPr>
                <a:spLocks/>
              </p:cNvSpPr>
              <p:nvPr/>
            </p:nvSpPr>
            <p:spPr bwMode="auto">
              <a:xfrm rot="10800000">
                <a:off x="3891164" y="2071067"/>
                <a:ext cx="248982" cy="73965"/>
              </a:xfrm>
              <a:custGeom>
                <a:avLst/>
                <a:gdLst>
                  <a:gd name="T0" fmla="*/ 270 w 270"/>
                  <a:gd name="T1" fmla="*/ 80 h 80"/>
                  <a:gd name="T2" fmla="*/ 0 w 270"/>
                  <a:gd name="T3" fmla="*/ 0 h 80"/>
                </a:gdLst>
                <a:ahLst/>
                <a:cxnLst>
                  <a:cxn ang="0">
                    <a:pos x="T0" y="T1"/>
                  </a:cxn>
                  <a:cxn ang="0">
                    <a:pos x="T2" y="T3"/>
                  </a:cxn>
                </a:cxnLst>
                <a:rect l="0" t="0" r="r" b="b"/>
                <a:pathLst>
                  <a:path w="270" h="80">
                    <a:moveTo>
                      <a:pt x="270" y="80"/>
                    </a:moveTo>
                    <a:cubicBezTo>
                      <a:pt x="180" y="53"/>
                      <a:pt x="60" y="5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66" name="Freeform 13"/>
              <p:cNvSpPr>
                <a:spLocks/>
              </p:cNvSpPr>
              <p:nvPr/>
            </p:nvSpPr>
            <p:spPr bwMode="auto">
              <a:xfrm rot="10800000">
                <a:off x="3891164" y="2315151"/>
                <a:ext cx="248982" cy="73965"/>
              </a:xfrm>
              <a:custGeom>
                <a:avLst/>
                <a:gdLst>
                  <a:gd name="T0" fmla="*/ 270 w 270"/>
                  <a:gd name="T1" fmla="*/ 0 h 80"/>
                  <a:gd name="T2" fmla="*/ 0 w 270"/>
                  <a:gd name="T3" fmla="*/ 80 h 80"/>
                </a:gdLst>
                <a:ahLst/>
                <a:cxnLst>
                  <a:cxn ang="0">
                    <a:pos x="T0" y="T1"/>
                  </a:cxn>
                  <a:cxn ang="0">
                    <a:pos x="T2" y="T3"/>
                  </a:cxn>
                </a:cxnLst>
                <a:rect l="0" t="0" r="r" b="b"/>
                <a:pathLst>
                  <a:path w="270" h="80">
                    <a:moveTo>
                      <a:pt x="270" y="0"/>
                    </a:moveTo>
                    <a:cubicBezTo>
                      <a:pt x="180" y="27"/>
                      <a:pt x="60" y="27"/>
                      <a:pt x="0" y="8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67" name="Oval 17"/>
              <p:cNvSpPr>
                <a:spLocks noChangeArrowheads="1"/>
              </p:cNvSpPr>
              <p:nvPr/>
            </p:nvSpPr>
            <p:spPr bwMode="auto">
              <a:xfrm rot="10800000">
                <a:off x="4137531" y="2199581"/>
                <a:ext cx="13832" cy="61021"/>
              </a:xfrm>
              <a:prstGeom prst="ellipse">
                <a:avLst/>
              </a:pr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68" name="Freeform 18"/>
              <p:cNvSpPr>
                <a:spLocks/>
              </p:cNvSpPr>
              <p:nvPr/>
            </p:nvSpPr>
            <p:spPr bwMode="auto">
              <a:xfrm rot="10800000">
                <a:off x="4112481" y="2132088"/>
                <a:ext cx="27665" cy="208026"/>
              </a:xfrm>
              <a:custGeom>
                <a:avLst/>
                <a:gdLst>
                  <a:gd name="T0" fmla="*/ 30 w 30"/>
                  <a:gd name="T1" fmla="*/ 225 h 225"/>
                  <a:gd name="T2" fmla="*/ 30 w 30"/>
                  <a:gd name="T3" fmla="*/ 0 h 225"/>
                </a:gdLst>
                <a:ahLst/>
                <a:cxnLst>
                  <a:cxn ang="0">
                    <a:pos x="T0" y="T1"/>
                  </a:cxn>
                  <a:cxn ang="0">
                    <a:pos x="T2" y="T3"/>
                  </a:cxn>
                </a:cxnLst>
                <a:rect l="0" t="0" r="r" b="b"/>
                <a:pathLst>
                  <a:path w="30" h="225">
                    <a:moveTo>
                      <a:pt x="30" y="225"/>
                    </a:moveTo>
                    <a:cubicBezTo>
                      <a:pt x="0" y="165"/>
                      <a:pt x="0" y="106"/>
                      <a:pt x="3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69" name="Freeform 19"/>
              <p:cNvSpPr>
                <a:spLocks/>
              </p:cNvSpPr>
              <p:nvPr/>
            </p:nvSpPr>
            <p:spPr bwMode="auto">
              <a:xfrm rot="10800000">
                <a:off x="3822002" y="2022066"/>
                <a:ext cx="235150" cy="24963"/>
              </a:xfrm>
              <a:custGeom>
                <a:avLst/>
                <a:gdLst>
                  <a:gd name="T0" fmla="*/ 0 w 255"/>
                  <a:gd name="T1" fmla="*/ 0 h 27"/>
                  <a:gd name="T2" fmla="*/ 255 w 255"/>
                  <a:gd name="T3" fmla="*/ 0 h 27"/>
                </a:gdLst>
                <a:ahLst/>
                <a:cxnLst>
                  <a:cxn ang="0">
                    <a:pos x="T0" y="T1"/>
                  </a:cxn>
                  <a:cxn ang="0">
                    <a:pos x="T2" y="T3"/>
                  </a:cxn>
                </a:cxnLst>
                <a:rect l="0" t="0" r="r" b="b"/>
                <a:pathLst>
                  <a:path w="255" h="27">
                    <a:moveTo>
                      <a:pt x="0" y="0"/>
                    </a:moveTo>
                    <a:cubicBezTo>
                      <a:pt x="90" y="0"/>
                      <a:pt x="195" y="27"/>
                      <a:pt x="25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70" name="Freeform 20"/>
              <p:cNvSpPr>
                <a:spLocks/>
              </p:cNvSpPr>
              <p:nvPr/>
            </p:nvSpPr>
            <p:spPr bwMode="auto">
              <a:xfrm rot="10800000">
                <a:off x="3822002" y="2413154"/>
                <a:ext cx="235150" cy="24963"/>
              </a:xfrm>
              <a:custGeom>
                <a:avLst/>
                <a:gdLst>
                  <a:gd name="T0" fmla="*/ 0 w 255"/>
                  <a:gd name="T1" fmla="*/ 27 h 27"/>
                  <a:gd name="T2" fmla="*/ 255 w 255"/>
                  <a:gd name="T3" fmla="*/ 27 h 27"/>
                </a:gdLst>
                <a:ahLst/>
                <a:cxnLst>
                  <a:cxn ang="0">
                    <a:pos x="T0" y="T1"/>
                  </a:cxn>
                  <a:cxn ang="0">
                    <a:pos x="T2" y="T3"/>
                  </a:cxn>
                </a:cxnLst>
                <a:rect l="0" t="0" r="r" b="b"/>
                <a:pathLst>
                  <a:path w="255" h="27">
                    <a:moveTo>
                      <a:pt x="0" y="27"/>
                    </a:moveTo>
                    <a:cubicBezTo>
                      <a:pt x="90" y="27"/>
                      <a:pt x="195" y="0"/>
                      <a:pt x="255" y="2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71" name="Freeform 21"/>
              <p:cNvSpPr>
                <a:spLocks/>
              </p:cNvSpPr>
              <p:nvPr/>
            </p:nvSpPr>
            <p:spPr bwMode="auto">
              <a:xfrm rot="10800000">
                <a:off x="3780505" y="2010046"/>
                <a:ext cx="262814" cy="24963"/>
              </a:xfrm>
              <a:custGeom>
                <a:avLst/>
                <a:gdLst>
                  <a:gd name="T0" fmla="*/ 0 w 285"/>
                  <a:gd name="T1" fmla="*/ 0 h 27"/>
                  <a:gd name="T2" fmla="*/ 285 w 285"/>
                  <a:gd name="T3" fmla="*/ 0 h 27"/>
                </a:gdLst>
                <a:ahLst/>
                <a:cxnLst>
                  <a:cxn ang="0">
                    <a:pos x="T0" y="T1"/>
                  </a:cxn>
                  <a:cxn ang="0">
                    <a:pos x="T2" y="T3"/>
                  </a:cxn>
                </a:cxnLst>
                <a:rect l="0" t="0" r="r" b="b"/>
                <a:pathLst>
                  <a:path w="285" h="27">
                    <a:moveTo>
                      <a:pt x="0" y="0"/>
                    </a:moveTo>
                    <a:cubicBezTo>
                      <a:pt x="105" y="0"/>
                      <a:pt x="217" y="27"/>
                      <a:pt x="28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72" name="Freeform 22"/>
              <p:cNvSpPr>
                <a:spLocks/>
              </p:cNvSpPr>
              <p:nvPr/>
            </p:nvSpPr>
            <p:spPr bwMode="auto">
              <a:xfrm rot="10800000">
                <a:off x="3780505" y="2425174"/>
                <a:ext cx="262814" cy="24963"/>
              </a:xfrm>
              <a:custGeom>
                <a:avLst/>
                <a:gdLst>
                  <a:gd name="T0" fmla="*/ 0 w 285"/>
                  <a:gd name="T1" fmla="*/ 27 h 27"/>
                  <a:gd name="T2" fmla="*/ 285 w 285"/>
                  <a:gd name="T3" fmla="*/ 27 h 27"/>
                </a:gdLst>
                <a:ahLst/>
                <a:cxnLst>
                  <a:cxn ang="0">
                    <a:pos x="T0" y="T1"/>
                  </a:cxn>
                  <a:cxn ang="0">
                    <a:pos x="T2" y="T3"/>
                  </a:cxn>
                </a:cxnLst>
                <a:rect l="0" t="0" r="r" b="b"/>
                <a:pathLst>
                  <a:path w="285" h="27">
                    <a:moveTo>
                      <a:pt x="0" y="27"/>
                    </a:moveTo>
                    <a:cubicBezTo>
                      <a:pt x="105" y="27"/>
                      <a:pt x="217" y="0"/>
                      <a:pt x="285" y="2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73" name="Freeform 26"/>
              <p:cNvSpPr>
                <a:spLocks/>
              </p:cNvSpPr>
              <p:nvPr/>
            </p:nvSpPr>
            <p:spPr bwMode="auto">
              <a:xfrm rot="10800000">
                <a:off x="3808170" y="2455684"/>
                <a:ext cx="90371" cy="12944"/>
              </a:xfrm>
              <a:custGeom>
                <a:avLst/>
                <a:gdLst>
                  <a:gd name="T0" fmla="*/ 0 w 98"/>
                  <a:gd name="T1" fmla="*/ 7 h 14"/>
                  <a:gd name="T2" fmla="*/ 53 w 98"/>
                  <a:gd name="T3" fmla="*/ 0 h 14"/>
                  <a:gd name="T4" fmla="*/ 98 w 98"/>
                  <a:gd name="T5" fmla="*/ 7 h 14"/>
                  <a:gd name="T6" fmla="*/ 53 w 98"/>
                  <a:gd name="T7" fmla="*/ 14 h 14"/>
                  <a:gd name="T8" fmla="*/ 0 w 98"/>
                  <a:gd name="T9" fmla="*/ 7 h 14"/>
                </a:gdLst>
                <a:ahLst/>
                <a:cxnLst>
                  <a:cxn ang="0">
                    <a:pos x="T0" y="T1"/>
                  </a:cxn>
                  <a:cxn ang="0">
                    <a:pos x="T2" y="T3"/>
                  </a:cxn>
                  <a:cxn ang="0">
                    <a:pos x="T4" y="T5"/>
                  </a:cxn>
                  <a:cxn ang="0">
                    <a:pos x="T6" y="T7"/>
                  </a:cxn>
                  <a:cxn ang="0">
                    <a:pos x="T8" y="T9"/>
                  </a:cxn>
                </a:cxnLst>
                <a:rect l="0" t="0" r="r" b="b"/>
                <a:pathLst>
                  <a:path w="98" h="14">
                    <a:moveTo>
                      <a:pt x="0" y="7"/>
                    </a:moveTo>
                    <a:cubicBezTo>
                      <a:pt x="0" y="0"/>
                      <a:pt x="23" y="0"/>
                      <a:pt x="53" y="0"/>
                    </a:cubicBezTo>
                    <a:cubicBezTo>
                      <a:pt x="75" y="0"/>
                      <a:pt x="98" y="0"/>
                      <a:pt x="98" y="7"/>
                    </a:cubicBezTo>
                    <a:cubicBezTo>
                      <a:pt x="98" y="7"/>
                      <a:pt x="75" y="14"/>
                      <a:pt x="53" y="14"/>
                    </a:cubicBezTo>
                    <a:cubicBezTo>
                      <a:pt x="23" y="14"/>
                      <a:pt x="0" y="7"/>
                      <a:pt x="0" y="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74" name="Freeform 30"/>
              <p:cNvSpPr>
                <a:spLocks/>
              </p:cNvSpPr>
              <p:nvPr/>
            </p:nvSpPr>
            <p:spPr bwMode="auto">
              <a:xfrm rot="10800000">
                <a:off x="3808170" y="1991555"/>
                <a:ext cx="90371" cy="12944"/>
              </a:xfrm>
              <a:custGeom>
                <a:avLst/>
                <a:gdLst>
                  <a:gd name="T0" fmla="*/ 0 w 98"/>
                  <a:gd name="T1" fmla="*/ 7 h 14"/>
                  <a:gd name="T2" fmla="*/ 53 w 98"/>
                  <a:gd name="T3" fmla="*/ 0 h 14"/>
                  <a:gd name="T4" fmla="*/ 98 w 98"/>
                  <a:gd name="T5" fmla="*/ 7 h 14"/>
                  <a:gd name="T6" fmla="*/ 53 w 98"/>
                  <a:gd name="T7" fmla="*/ 14 h 14"/>
                  <a:gd name="T8" fmla="*/ 0 w 98"/>
                  <a:gd name="T9" fmla="*/ 7 h 14"/>
                </a:gdLst>
                <a:ahLst/>
                <a:cxnLst>
                  <a:cxn ang="0">
                    <a:pos x="T0" y="T1"/>
                  </a:cxn>
                  <a:cxn ang="0">
                    <a:pos x="T2" y="T3"/>
                  </a:cxn>
                  <a:cxn ang="0">
                    <a:pos x="T4" y="T5"/>
                  </a:cxn>
                  <a:cxn ang="0">
                    <a:pos x="T6" y="T7"/>
                  </a:cxn>
                  <a:cxn ang="0">
                    <a:pos x="T8" y="T9"/>
                  </a:cxn>
                </a:cxnLst>
                <a:rect l="0" t="0" r="r" b="b"/>
                <a:pathLst>
                  <a:path w="98" h="14">
                    <a:moveTo>
                      <a:pt x="0" y="7"/>
                    </a:moveTo>
                    <a:cubicBezTo>
                      <a:pt x="0" y="0"/>
                      <a:pt x="23" y="0"/>
                      <a:pt x="53" y="0"/>
                    </a:cubicBezTo>
                    <a:cubicBezTo>
                      <a:pt x="75" y="0"/>
                      <a:pt x="98" y="0"/>
                      <a:pt x="98" y="7"/>
                    </a:cubicBezTo>
                    <a:cubicBezTo>
                      <a:pt x="98" y="7"/>
                      <a:pt x="75" y="14"/>
                      <a:pt x="53" y="14"/>
                    </a:cubicBezTo>
                    <a:cubicBezTo>
                      <a:pt x="23" y="14"/>
                      <a:pt x="0" y="7"/>
                      <a:pt x="0" y="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75" name="Freeform 31"/>
              <p:cNvSpPr>
                <a:spLocks/>
              </p:cNvSpPr>
              <p:nvPr/>
            </p:nvSpPr>
            <p:spPr bwMode="auto">
              <a:xfrm rot="10800000">
                <a:off x="3835835" y="2047029"/>
                <a:ext cx="62707" cy="366126"/>
              </a:xfrm>
              <a:custGeom>
                <a:avLst/>
                <a:gdLst>
                  <a:gd name="T0" fmla="*/ 68 w 68"/>
                  <a:gd name="T1" fmla="*/ 396 h 396"/>
                  <a:gd name="T2" fmla="*/ 68 w 68"/>
                  <a:gd name="T3" fmla="*/ 0 h 396"/>
                </a:gdLst>
                <a:ahLst/>
                <a:cxnLst>
                  <a:cxn ang="0">
                    <a:pos x="T0" y="T1"/>
                  </a:cxn>
                  <a:cxn ang="0">
                    <a:pos x="T2" y="T3"/>
                  </a:cxn>
                </a:cxnLst>
                <a:rect l="0" t="0" r="r" b="b"/>
                <a:pathLst>
                  <a:path w="68" h="396">
                    <a:moveTo>
                      <a:pt x="68" y="396"/>
                    </a:moveTo>
                    <a:cubicBezTo>
                      <a:pt x="8" y="290"/>
                      <a:pt x="0" y="132"/>
                      <a:pt x="68"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76" name="Freeform 32"/>
              <p:cNvSpPr>
                <a:spLocks/>
              </p:cNvSpPr>
              <p:nvPr/>
            </p:nvSpPr>
            <p:spPr bwMode="auto">
              <a:xfrm rot="10800000">
                <a:off x="3822002" y="2047029"/>
                <a:ext cx="41497" cy="366126"/>
              </a:xfrm>
              <a:custGeom>
                <a:avLst/>
                <a:gdLst>
                  <a:gd name="T0" fmla="*/ 45 w 45"/>
                  <a:gd name="T1" fmla="*/ 396 h 396"/>
                  <a:gd name="T2" fmla="*/ 45 w 45"/>
                  <a:gd name="T3" fmla="*/ 0 h 396"/>
                </a:gdLst>
                <a:ahLst/>
                <a:cxnLst>
                  <a:cxn ang="0">
                    <a:pos x="T0" y="T1"/>
                  </a:cxn>
                  <a:cxn ang="0">
                    <a:pos x="T2" y="T3"/>
                  </a:cxn>
                </a:cxnLst>
                <a:rect l="0" t="0" r="r" b="b"/>
                <a:pathLst>
                  <a:path w="45" h="396">
                    <a:moveTo>
                      <a:pt x="45" y="396"/>
                    </a:moveTo>
                    <a:cubicBezTo>
                      <a:pt x="0" y="290"/>
                      <a:pt x="0" y="132"/>
                      <a:pt x="4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77" name="Freeform 33"/>
              <p:cNvSpPr>
                <a:spLocks/>
              </p:cNvSpPr>
              <p:nvPr/>
            </p:nvSpPr>
            <p:spPr bwMode="auto">
              <a:xfrm rot="10800000">
                <a:off x="3642182" y="2022066"/>
                <a:ext cx="179820" cy="49002"/>
              </a:xfrm>
              <a:custGeom>
                <a:avLst/>
                <a:gdLst>
                  <a:gd name="T0" fmla="*/ 0 w 195"/>
                  <a:gd name="T1" fmla="*/ 26 h 53"/>
                  <a:gd name="T2" fmla="*/ 195 w 195"/>
                  <a:gd name="T3" fmla="*/ 0 h 53"/>
                </a:gdLst>
                <a:ahLst/>
                <a:cxnLst>
                  <a:cxn ang="0">
                    <a:pos x="T0" y="T1"/>
                  </a:cxn>
                  <a:cxn ang="0">
                    <a:pos x="T2" y="T3"/>
                  </a:cxn>
                </a:cxnLst>
                <a:rect l="0" t="0" r="r" b="b"/>
                <a:pathLst>
                  <a:path w="195" h="53">
                    <a:moveTo>
                      <a:pt x="0" y="26"/>
                    </a:moveTo>
                    <a:cubicBezTo>
                      <a:pt x="15" y="53"/>
                      <a:pt x="135" y="0"/>
                      <a:pt x="19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78" name="Freeform 34"/>
              <p:cNvSpPr>
                <a:spLocks/>
              </p:cNvSpPr>
              <p:nvPr/>
            </p:nvSpPr>
            <p:spPr bwMode="auto">
              <a:xfrm rot="10800000">
                <a:off x="3642182" y="2389116"/>
                <a:ext cx="179820" cy="49002"/>
              </a:xfrm>
              <a:custGeom>
                <a:avLst/>
                <a:gdLst>
                  <a:gd name="T0" fmla="*/ 0 w 195"/>
                  <a:gd name="T1" fmla="*/ 27 h 53"/>
                  <a:gd name="T2" fmla="*/ 195 w 195"/>
                  <a:gd name="T3" fmla="*/ 53 h 53"/>
                </a:gdLst>
                <a:ahLst/>
                <a:cxnLst>
                  <a:cxn ang="0">
                    <a:pos x="T0" y="T1"/>
                  </a:cxn>
                  <a:cxn ang="0">
                    <a:pos x="T2" y="T3"/>
                  </a:cxn>
                </a:cxnLst>
                <a:rect l="0" t="0" r="r" b="b"/>
                <a:pathLst>
                  <a:path w="195" h="53">
                    <a:moveTo>
                      <a:pt x="0" y="27"/>
                    </a:moveTo>
                    <a:cubicBezTo>
                      <a:pt x="15" y="0"/>
                      <a:pt x="135" y="53"/>
                      <a:pt x="195" y="5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79" name="Freeform 35"/>
              <p:cNvSpPr>
                <a:spLocks/>
              </p:cNvSpPr>
              <p:nvPr/>
            </p:nvSpPr>
            <p:spPr bwMode="auto">
              <a:xfrm rot="10800000">
                <a:off x="3642182" y="2071067"/>
                <a:ext cx="27665" cy="318049"/>
              </a:xfrm>
              <a:custGeom>
                <a:avLst/>
                <a:gdLst>
                  <a:gd name="T0" fmla="*/ 30 w 30"/>
                  <a:gd name="T1" fmla="*/ 344 h 344"/>
                  <a:gd name="T2" fmla="*/ 30 w 30"/>
                  <a:gd name="T3" fmla="*/ 0 h 344"/>
                </a:gdLst>
                <a:ahLst/>
                <a:cxnLst>
                  <a:cxn ang="0">
                    <a:pos x="T0" y="T1"/>
                  </a:cxn>
                  <a:cxn ang="0">
                    <a:pos x="T2" y="T3"/>
                  </a:cxn>
                </a:cxnLst>
                <a:rect l="0" t="0" r="r" b="b"/>
                <a:pathLst>
                  <a:path w="30" h="344">
                    <a:moveTo>
                      <a:pt x="30" y="344"/>
                    </a:moveTo>
                    <a:cubicBezTo>
                      <a:pt x="30" y="291"/>
                      <a:pt x="0" y="185"/>
                      <a:pt x="3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80" name="Freeform 36"/>
              <p:cNvSpPr>
                <a:spLocks/>
              </p:cNvSpPr>
              <p:nvPr/>
            </p:nvSpPr>
            <p:spPr bwMode="auto">
              <a:xfrm rot="10800000">
                <a:off x="2965319" y="1973988"/>
                <a:ext cx="884348" cy="73040"/>
              </a:xfrm>
              <a:custGeom>
                <a:avLst/>
                <a:gdLst>
                  <a:gd name="T0" fmla="*/ 0 w 959"/>
                  <a:gd name="T1" fmla="*/ 66 h 79"/>
                  <a:gd name="T2" fmla="*/ 959 w 959"/>
                  <a:gd name="T3" fmla="*/ 0 h 79"/>
                </a:gdLst>
                <a:ahLst/>
                <a:cxnLst>
                  <a:cxn ang="0">
                    <a:pos x="T0" y="T1"/>
                  </a:cxn>
                  <a:cxn ang="0">
                    <a:pos x="T2" y="T3"/>
                  </a:cxn>
                </a:cxnLst>
                <a:rect l="0" t="0" r="r" b="b"/>
                <a:pathLst>
                  <a:path w="959" h="79">
                    <a:moveTo>
                      <a:pt x="0" y="66"/>
                    </a:moveTo>
                    <a:cubicBezTo>
                      <a:pt x="225" y="66"/>
                      <a:pt x="839" y="79"/>
                      <a:pt x="959"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81" name="Freeform 37"/>
              <p:cNvSpPr>
                <a:spLocks/>
              </p:cNvSpPr>
              <p:nvPr/>
            </p:nvSpPr>
            <p:spPr bwMode="auto">
              <a:xfrm rot="10800000">
                <a:off x="2965319" y="2413154"/>
                <a:ext cx="884348" cy="73040"/>
              </a:xfrm>
              <a:custGeom>
                <a:avLst/>
                <a:gdLst>
                  <a:gd name="T0" fmla="*/ 0 w 959"/>
                  <a:gd name="T1" fmla="*/ 13 h 79"/>
                  <a:gd name="T2" fmla="*/ 959 w 959"/>
                  <a:gd name="T3" fmla="*/ 79 h 79"/>
                </a:gdLst>
                <a:ahLst/>
                <a:cxnLst>
                  <a:cxn ang="0">
                    <a:pos x="T0" y="T1"/>
                  </a:cxn>
                  <a:cxn ang="0">
                    <a:pos x="T2" y="T3"/>
                  </a:cxn>
                </a:cxnLst>
                <a:rect l="0" t="0" r="r" b="b"/>
                <a:pathLst>
                  <a:path w="959" h="79">
                    <a:moveTo>
                      <a:pt x="0" y="13"/>
                    </a:moveTo>
                    <a:cubicBezTo>
                      <a:pt x="232" y="26"/>
                      <a:pt x="839" y="0"/>
                      <a:pt x="959" y="7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82" name="Freeform 38"/>
              <p:cNvSpPr>
                <a:spLocks/>
              </p:cNvSpPr>
              <p:nvPr/>
            </p:nvSpPr>
            <p:spPr bwMode="auto">
              <a:xfrm rot="10800000">
                <a:off x="3849667" y="2462156"/>
                <a:ext cx="193653" cy="24039"/>
              </a:xfrm>
              <a:custGeom>
                <a:avLst/>
                <a:gdLst>
                  <a:gd name="T0" fmla="*/ 0 w 210"/>
                  <a:gd name="T1" fmla="*/ 26 h 26"/>
                  <a:gd name="T2" fmla="*/ 210 w 210"/>
                  <a:gd name="T3" fmla="*/ 13 h 26"/>
                </a:gdLst>
                <a:ahLst/>
                <a:cxnLst>
                  <a:cxn ang="0">
                    <a:pos x="T0" y="T1"/>
                  </a:cxn>
                  <a:cxn ang="0">
                    <a:pos x="T2" y="T3"/>
                  </a:cxn>
                </a:cxnLst>
                <a:rect l="0" t="0" r="r" b="b"/>
                <a:pathLst>
                  <a:path w="210" h="26">
                    <a:moveTo>
                      <a:pt x="0" y="26"/>
                    </a:moveTo>
                    <a:cubicBezTo>
                      <a:pt x="105" y="0"/>
                      <a:pt x="165" y="13"/>
                      <a:pt x="210" y="1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83" name="Freeform 39"/>
              <p:cNvSpPr>
                <a:spLocks/>
              </p:cNvSpPr>
              <p:nvPr/>
            </p:nvSpPr>
            <p:spPr bwMode="auto">
              <a:xfrm rot="10800000">
                <a:off x="2985607" y="2047029"/>
                <a:ext cx="656575" cy="79512"/>
              </a:xfrm>
              <a:custGeom>
                <a:avLst/>
                <a:gdLst>
                  <a:gd name="T0" fmla="*/ 0 w 712"/>
                  <a:gd name="T1" fmla="*/ 60 h 86"/>
                  <a:gd name="T2" fmla="*/ 712 w 712"/>
                  <a:gd name="T3" fmla="*/ 47 h 86"/>
                </a:gdLst>
                <a:ahLst/>
                <a:cxnLst>
                  <a:cxn ang="0">
                    <a:pos x="T0" y="T1"/>
                  </a:cxn>
                  <a:cxn ang="0">
                    <a:pos x="T2" y="T3"/>
                  </a:cxn>
                </a:cxnLst>
                <a:rect l="0" t="0" r="r" b="b"/>
                <a:pathLst>
                  <a:path w="712" h="86">
                    <a:moveTo>
                      <a:pt x="0" y="60"/>
                    </a:moveTo>
                    <a:cubicBezTo>
                      <a:pt x="345" y="0"/>
                      <a:pt x="570" y="86"/>
                      <a:pt x="712" y="4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84" name="Freeform 40"/>
              <p:cNvSpPr>
                <a:spLocks/>
              </p:cNvSpPr>
              <p:nvPr/>
            </p:nvSpPr>
            <p:spPr bwMode="auto">
              <a:xfrm rot="10800000">
                <a:off x="2985607" y="2340114"/>
                <a:ext cx="656575" cy="67493"/>
              </a:xfrm>
              <a:custGeom>
                <a:avLst/>
                <a:gdLst>
                  <a:gd name="T0" fmla="*/ 0 w 712"/>
                  <a:gd name="T1" fmla="*/ 20 h 73"/>
                  <a:gd name="T2" fmla="*/ 712 w 712"/>
                  <a:gd name="T3" fmla="*/ 33 h 73"/>
                </a:gdLst>
                <a:ahLst/>
                <a:cxnLst>
                  <a:cxn ang="0">
                    <a:pos x="T0" y="T1"/>
                  </a:cxn>
                  <a:cxn ang="0">
                    <a:pos x="T2" y="T3"/>
                  </a:cxn>
                </a:cxnLst>
                <a:rect l="0" t="0" r="r" b="b"/>
                <a:pathLst>
                  <a:path w="712" h="73">
                    <a:moveTo>
                      <a:pt x="0" y="20"/>
                    </a:moveTo>
                    <a:cubicBezTo>
                      <a:pt x="330" y="73"/>
                      <a:pt x="502" y="0"/>
                      <a:pt x="712" y="3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85" name="Freeform 41"/>
              <p:cNvSpPr>
                <a:spLocks/>
              </p:cNvSpPr>
              <p:nvPr/>
            </p:nvSpPr>
            <p:spPr bwMode="auto">
              <a:xfrm rot="10800000">
                <a:off x="3088888" y="1961045"/>
                <a:ext cx="221317" cy="49002"/>
              </a:xfrm>
              <a:custGeom>
                <a:avLst/>
                <a:gdLst>
                  <a:gd name="T0" fmla="*/ 0 w 240"/>
                  <a:gd name="T1" fmla="*/ 26 h 53"/>
                  <a:gd name="T2" fmla="*/ 232 w 240"/>
                  <a:gd name="T3" fmla="*/ 0 h 53"/>
                </a:gdLst>
                <a:ahLst/>
                <a:cxnLst>
                  <a:cxn ang="0">
                    <a:pos x="T0" y="T1"/>
                  </a:cxn>
                  <a:cxn ang="0">
                    <a:pos x="T2" y="T3"/>
                  </a:cxn>
                </a:cxnLst>
                <a:rect l="0" t="0" r="r" b="b"/>
                <a:pathLst>
                  <a:path w="240" h="53">
                    <a:moveTo>
                      <a:pt x="0" y="26"/>
                    </a:moveTo>
                    <a:cubicBezTo>
                      <a:pt x="150" y="53"/>
                      <a:pt x="240" y="0"/>
                      <a:pt x="232"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86" name="Freeform 42"/>
              <p:cNvSpPr>
                <a:spLocks/>
              </p:cNvSpPr>
              <p:nvPr/>
            </p:nvSpPr>
            <p:spPr bwMode="auto">
              <a:xfrm rot="10800000">
                <a:off x="3102721" y="2450137"/>
                <a:ext cx="214862" cy="36058"/>
              </a:xfrm>
              <a:custGeom>
                <a:avLst/>
                <a:gdLst>
                  <a:gd name="T0" fmla="*/ 0 w 233"/>
                  <a:gd name="T1" fmla="*/ 26 h 39"/>
                  <a:gd name="T2" fmla="*/ 233 w 233"/>
                  <a:gd name="T3" fmla="*/ 39 h 39"/>
                </a:gdLst>
                <a:ahLst/>
                <a:cxnLst>
                  <a:cxn ang="0">
                    <a:pos x="T0" y="T1"/>
                  </a:cxn>
                  <a:cxn ang="0">
                    <a:pos x="T2" y="T3"/>
                  </a:cxn>
                </a:cxnLst>
                <a:rect l="0" t="0" r="r" b="b"/>
                <a:pathLst>
                  <a:path w="233" h="39">
                    <a:moveTo>
                      <a:pt x="0" y="26"/>
                    </a:moveTo>
                    <a:cubicBezTo>
                      <a:pt x="83" y="0"/>
                      <a:pt x="203" y="13"/>
                      <a:pt x="233" y="3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87" name="Freeform 43"/>
              <p:cNvSpPr>
                <a:spLocks/>
              </p:cNvSpPr>
              <p:nvPr/>
            </p:nvSpPr>
            <p:spPr bwMode="auto">
              <a:xfrm rot="10800000">
                <a:off x="2888780" y="2047029"/>
                <a:ext cx="76539" cy="366126"/>
              </a:xfrm>
              <a:custGeom>
                <a:avLst/>
                <a:gdLst>
                  <a:gd name="T0" fmla="*/ 0 w 83"/>
                  <a:gd name="T1" fmla="*/ 396 h 396"/>
                  <a:gd name="T2" fmla="*/ 0 w 83"/>
                  <a:gd name="T3" fmla="*/ 0 h 396"/>
                </a:gdLst>
                <a:ahLst/>
                <a:cxnLst>
                  <a:cxn ang="0">
                    <a:pos x="T0" y="T1"/>
                  </a:cxn>
                  <a:cxn ang="0">
                    <a:pos x="T2" y="T3"/>
                  </a:cxn>
                </a:cxnLst>
                <a:rect l="0" t="0" r="r" b="b"/>
                <a:pathLst>
                  <a:path w="83" h="396">
                    <a:moveTo>
                      <a:pt x="0" y="396"/>
                    </a:moveTo>
                    <a:cubicBezTo>
                      <a:pt x="83" y="317"/>
                      <a:pt x="60" y="26"/>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88" name="Freeform 44"/>
              <p:cNvSpPr>
                <a:spLocks/>
              </p:cNvSpPr>
              <p:nvPr/>
            </p:nvSpPr>
            <p:spPr bwMode="auto">
              <a:xfrm rot="10800000">
                <a:off x="3006816" y="1986008"/>
                <a:ext cx="967342" cy="61021"/>
              </a:xfrm>
              <a:custGeom>
                <a:avLst/>
                <a:gdLst>
                  <a:gd name="T0" fmla="*/ 0 w 1049"/>
                  <a:gd name="T1" fmla="*/ 40 h 66"/>
                  <a:gd name="T2" fmla="*/ 1049 w 1049"/>
                  <a:gd name="T3" fmla="*/ 0 h 66"/>
                </a:gdLst>
                <a:ahLst/>
                <a:cxnLst>
                  <a:cxn ang="0">
                    <a:pos x="T0" y="T1"/>
                  </a:cxn>
                  <a:cxn ang="0">
                    <a:pos x="T2" y="T3"/>
                  </a:cxn>
                </a:cxnLst>
                <a:rect l="0" t="0" r="r" b="b"/>
                <a:pathLst>
                  <a:path w="1049" h="66">
                    <a:moveTo>
                      <a:pt x="0" y="40"/>
                    </a:moveTo>
                    <a:cubicBezTo>
                      <a:pt x="270" y="40"/>
                      <a:pt x="907" y="66"/>
                      <a:pt x="1049"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89" name="Freeform 45"/>
              <p:cNvSpPr>
                <a:spLocks/>
              </p:cNvSpPr>
              <p:nvPr/>
            </p:nvSpPr>
            <p:spPr bwMode="auto">
              <a:xfrm rot="10800000">
                <a:off x="3006816" y="2410773"/>
                <a:ext cx="967342" cy="61021"/>
              </a:xfrm>
              <a:custGeom>
                <a:avLst/>
                <a:gdLst>
                  <a:gd name="T0" fmla="*/ 0 w 1049"/>
                  <a:gd name="T1" fmla="*/ 26 h 66"/>
                  <a:gd name="T2" fmla="*/ 1049 w 1049"/>
                  <a:gd name="T3" fmla="*/ 66 h 66"/>
                </a:gdLst>
                <a:ahLst/>
                <a:cxnLst>
                  <a:cxn ang="0">
                    <a:pos x="T0" y="T1"/>
                  </a:cxn>
                  <a:cxn ang="0">
                    <a:pos x="T2" y="T3"/>
                  </a:cxn>
                </a:cxnLst>
                <a:rect l="0" t="0" r="r" b="b"/>
                <a:pathLst>
                  <a:path w="1049" h="66">
                    <a:moveTo>
                      <a:pt x="0" y="26"/>
                    </a:moveTo>
                    <a:cubicBezTo>
                      <a:pt x="270" y="26"/>
                      <a:pt x="900" y="0"/>
                      <a:pt x="1049" y="6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90" name="Freeform 46"/>
              <p:cNvSpPr>
                <a:spLocks/>
              </p:cNvSpPr>
              <p:nvPr/>
            </p:nvSpPr>
            <p:spPr bwMode="auto">
              <a:xfrm rot="10800000">
                <a:off x="3062146" y="2071067"/>
                <a:ext cx="26743" cy="318049"/>
              </a:xfrm>
              <a:custGeom>
                <a:avLst/>
                <a:gdLst>
                  <a:gd name="T0" fmla="*/ 0 w 29"/>
                  <a:gd name="T1" fmla="*/ 344 h 344"/>
                  <a:gd name="T2" fmla="*/ 0 w 29"/>
                  <a:gd name="T3" fmla="*/ 0 h 344"/>
                </a:gdLst>
                <a:ahLst/>
                <a:cxnLst>
                  <a:cxn ang="0">
                    <a:pos x="T0" y="T1"/>
                  </a:cxn>
                  <a:cxn ang="0">
                    <a:pos x="T2" y="T3"/>
                  </a:cxn>
                </a:cxnLst>
                <a:rect l="0" t="0" r="r" b="b"/>
                <a:pathLst>
                  <a:path w="29" h="344">
                    <a:moveTo>
                      <a:pt x="0" y="344"/>
                    </a:moveTo>
                    <a:cubicBezTo>
                      <a:pt x="29" y="264"/>
                      <a:pt x="29" y="8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91" name="Freeform 47"/>
              <p:cNvSpPr>
                <a:spLocks/>
              </p:cNvSpPr>
              <p:nvPr/>
            </p:nvSpPr>
            <p:spPr bwMode="auto">
              <a:xfrm rot="10800000">
                <a:off x="2957942" y="2083086"/>
                <a:ext cx="27665" cy="294010"/>
              </a:xfrm>
              <a:custGeom>
                <a:avLst/>
                <a:gdLst>
                  <a:gd name="T0" fmla="*/ 0 w 30"/>
                  <a:gd name="T1" fmla="*/ 318 h 318"/>
                  <a:gd name="T2" fmla="*/ 0 w 30"/>
                  <a:gd name="T3" fmla="*/ 0 h 318"/>
                </a:gdLst>
                <a:ahLst/>
                <a:cxnLst>
                  <a:cxn ang="0">
                    <a:pos x="T0" y="T1"/>
                  </a:cxn>
                  <a:cxn ang="0">
                    <a:pos x="T2" y="T3"/>
                  </a:cxn>
                </a:cxnLst>
                <a:rect l="0" t="0" r="r" b="b"/>
                <a:pathLst>
                  <a:path w="30" h="318">
                    <a:moveTo>
                      <a:pt x="0" y="318"/>
                    </a:moveTo>
                    <a:cubicBezTo>
                      <a:pt x="30" y="225"/>
                      <a:pt x="22" y="67"/>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92" name="Freeform 48"/>
              <p:cNvSpPr>
                <a:spLocks/>
              </p:cNvSpPr>
              <p:nvPr/>
            </p:nvSpPr>
            <p:spPr bwMode="auto">
              <a:xfrm rot="10800000">
                <a:off x="2923822" y="2040557"/>
                <a:ext cx="55329" cy="384617"/>
              </a:xfrm>
              <a:custGeom>
                <a:avLst/>
                <a:gdLst>
                  <a:gd name="T0" fmla="*/ 0 w 60"/>
                  <a:gd name="T1" fmla="*/ 416 h 416"/>
                  <a:gd name="T2" fmla="*/ 0 w 60"/>
                  <a:gd name="T3" fmla="*/ 0 h 416"/>
                </a:gdLst>
                <a:ahLst/>
                <a:cxnLst>
                  <a:cxn ang="0">
                    <a:pos x="T0" y="T1"/>
                  </a:cxn>
                  <a:cxn ang="0">
                    <a:pos x="T2" y="T3"/>
                  </a:cxn>
                </a:cxnLst>
                <a:rect l="0" t="0" r="r" b="b"/>
                <a:pathLst>
                  <a:path w="60" h="416">
                    <a:moveTo>
                      <a:pt x="0" y="416"/>
                    </a:moveTo>
                    <a:cubicBezTo>
                      <a:pt x="60" y="277"/>
                      <a:pt x="30" y="66"/>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93" name="Freeform 49"/>
              <p:cNvSpPr>
                <a:spLocks/>
              </p:cNvSpPr>
              <p:nvPr/>
            </p:nvSpPr>
            <p:spPr bwMode="auto">
              <a:xfrm rot="10800000">
                <a:off x="2985607" y="2022066"/>
                <a:ext cx="35042" cy="61021"/>
              </a:xfrm>
              <a:custGeom>
                <a:avLst/>
                <a:gdLst>
                  <a:gd name="T0" fmla="*/ 0 w 38"/>
                  <a:gd name="T1" fmla="*/ 66 h 66"/>
                  <a:gd name="T2" fmla="*/ 38 w 38"/>
                  <a:gd name="T3" fmla="*/ 0 h 66"/>
                </a:gdLst>
                <a:ahLst/>
                <a:cxnLst>
                  <a:cxn ang="0">
                    <a:pos x="T0" y="T1"/>
                  </a:cxn>
                  <a:cxn ang="0">
                    <a:pos x="T2" y="T3"/>
                  </a:cxn>
                </a:cxnLst>
                <a:rect l="0" t="0" r="r" b="b"/>
                <a:pathLst>
                  <a:path w="38" h="66">
                    <a:moveTo>
                      <a:pt x="0" y="66"/>
                    </a:moveTo>
                    <a:cubicBezTo>
                      <a:pt x="0" y="66"/>
                      <a:pt x="38" y="26"/>
                      <a:pt x="38"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94" name="Freeform 50"/>
              <p:cNvSpPr>
                <a:spLocks/>
              </p:cNvSpPr>
              <p:nvPr/>
            </p:nvSpPr>
            <p:spPr bwMode="auto">
              <a:xfrm rot="10800000">
                <a:off x="2985607" y="2377097"/>
                <a:ext cx="35042" cy="61021"/>
              </a:xfrm>
              <a:custGeom>
                <a:avLst/>
                <a:gdLst>
                  <a:gd name="T0" fmla="*/ 0 w 38"/>
                  <a:gd name="T1" fmla="*/ 0 h 66"/>
                  <a:gd name="T2" fmla="*/ 38 w 38"/>
                  <a:gd name="T3" fmla="*/ 66 h 66"/>
                </a:gdLst>
                <a:ahLst/>
                <a:cxnLst>
                  <a:cxn ang="0">
                    <a:pos x="T0" y="T1"/>
                  </a:cxn>
                  <a:cxn ang="0">
                    <a:pos x="T2" y="T3"/>
                  </a:cxn>
                </a:cxnLst>
                <a:rect l="0" t="0" r="r" b="b"/>
                <a:pathLst>
                  <a:path w="38" h="66">
                    <a:moveTo>
                      <a:pt x="0" y="0"/>
                    </a:moveTo>
                    <a:cubicBezTo>
                      <a:pt x="0" y="0"/>
                      <a:pt x="38" y="40"/>
                      <a:pt x="38" y="6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95" name="Freeform 51"/>
              <p:cNvSpPr>
                <a:spLocks/>
              </p:cNvSpPr>
              <p:nvPr/>
            </p:nvSpPr>
            <p:spPr bwMode="auto">
              <a:xfrm rot="10800000">
                <a:off x="2902613" y="2096030"/>
                <a:ext cx="55329" cy="268122"/>
              </a:xfrm>
              <a:custGeom>
                <a:avLst/>
                <a:gdLst>
                  <a:gd name="T0" fmla="*/ 0 w 60"/>
                  <a:gd name="T1" fmla="*/ 290 h 290"/>
                  <a:gd name="T2" fmla="*/ 0 w 60"/>
                  <a:gd name="T3" fmla="*/ 0 h 290"/>
                </a:gdLst>
                <a:ahLst/>
                <a:cxnLst>
                  <a:cxn ang="0">
                    <a:pos x="T0" y="T1"/>
                  </a:cxn>
                  <a:cxn ang="0">
                    <a:pos x="T2" y="T3"/>
                  </a:cxn>
                </a:cxnLst>
                <a:rect l="0" t="0" r="r" b="b"/>
                <a:pathLst>
                  <a:path w="60" h="290">
                    <a:moveTo>
                      <a:pt x="0" y="290"/>
                    </a:moveTo>
                    <a:cubicBezTo>
                      <a:pt x="37" y="290"/>
                      <a:pt x="60" y="26"/>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96" name="Freeform 52"/>
              <p:cNvSpPr>
                <a:spLocks/>
              </p:cNvSpPr>
              <p:nvPr/>
            </p:nvSpPr>
            <p:spPr bwMode="auto">
              <a:xfrm rot="10800000">
                <a:off x="2957942" y="2071067"/>
                <a:ext cx="130946" cy="24963"/>
              </a:xfrm>
              <a:custGeom>
                <a:avLst/>
                <a:gdLst>
                  <a:gd name="T0" fmla="*/ 0 w 142"/>
                  <a:gd name="T1" fmla="*/ 27 h 27"/>
                  <a:gd name="T2" fmla="*/ 142 w 142"/>
                  <a:gd name="T3" fmla="*/ 0 h 27"/>
                </a:gdLst>
                <a:ahLst/>
                <a:cxnLst>
                  <a:cxn ang="0">
                    <a:pos x="T0" y="T1"/>
                  </a:cxn>
                  <a:cxn ang="0">
                    <a:pos x="T2" y="T3"/>
                  </a:cxn>
                </a:cxnLst>
                <a:rect l="0" t="0" r="r" b="b"/>
                <a:pathLst>
                  <a:path w="142" h="27">
                    <a:moveTo>
                      <a:pt x="0" y="27"/>
                    </a:moveTo>
                    <a:cubicBezTo>
                      <a:pt x="0" y="27"/>
                      <a:pt x="142" y="27"/>
                      <a:pt x="142"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97" name="Freeform 53"/>
              <p:cNvSpPr>
                <a:spLocks/>
              </p:cNvSpPr>
              <p:nvPr/>
            </p:nvSpPr>
            <p:spPr bwMode="auto">
              <a:xfrm rot="10800000">
                <a:off x="2957942" y="2364153"/>
                <a:ext cx="130946" cy="24963"/>
              </a:xfrm>
              <a:custGeom>
                <a:avLst/>
                <a:gdLst>
                  <a:gd name="T0" fmla="*/ 0 w 142"/>
                  <a:gd name="T1" fmla="*/ 0 h 27"/>
                  <a:gd name="T2" fmla="*/ 142 w 142"/>
                  <a:gd name="T3" fmla="*/ 27 h 27"/>
                </a:gdLst>
                <a:ahLst/>
                <a:cxnLst>
                  <a:cxn ang="0">
                    <a:pos x="T0" y="T1"/>
                  </a:cxn>
                  <a:cxn ang="0">
                    <a:pos x="T2" y="T3"/>
                  </a:cxn>
                </a:cxnLst>
                <a:rect l="0" t="0" r="r" b="b"/>
                <a:pathLst>
                  <a:path w="142" h="27">
                    <a:moveTo>
                      <a:pt x="0" y="0"/>
                    </a:moveTo>
                    <a:cubicBezTo>
                      <a:pt x="0" y="0"/>
                      <a:pt x="142" y="0"/>
                      <a:pt x="142" y="2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98" name="Freeform 57"/>
              <p:cNvSpPr>
                <a:spLocks/>
              </p:cNvSpPr>
              <p:nvPr/>
            </p:nvSpPr>
            <p:spPr bwMode="auto">
              <a:xfrm rot="10800000">
                <a:off x="2927443" y="2220453"/>
                <a:ext cx="13832" cy="24039"/>
              </a:xfrm>
              <a:custGeom>
                <a:avLst/>
                <a:gdLst>
                  <a:gd name="T0" fmla="*/ 7 w 15"/>
                  <a:gd name="T1" fmla="*/ 26 h 26"/>
                  <a:gd name="T2" fmla="*/ 0 w 15"/>
                  <a:gd name="T3" fmla="*/ 13 h 26"/>
                  <a:gd name="T4" fmla="*/ 7 w 15"/>
                  <a:gd name="T5" fmla="*/ 0 h 26"/>
                  <a:gd name="T6" fmla="*/ 15 w 15"/>
                  <a:gd name="T7" fmla="*/ 13 h 26"/>
                  <a:gd name="T8" fmla="*/ 7 w 15"/>
                  <a:gd name="T9" fmla="*/ 26 h 26"/>
                </a:gdLst>
                <a:ahLst/>
                <a:cxnLst>
                  <a:cxn ang="0">
                    <a:pos x="T0" y="T1"/>
                  </a:cxn>
                  <a:cxn ang="0">
                    <a:pos x="T2" y="T3"/>
                  </a:cxn>
                  <a:cxn ang="0">
                    <a:pos x="T4" y="T5"/>
                  </a:cxn>
                  <a:cxn ang="0">
                    <a:pos x="T6" y="T7"/>
                  </a:cxn>
                  <a:cxn ang="0">
                    <a:pos x="T8" y="T9"/>
                  </a:cxn>
                </a:cxnLst>
                <a:rect l="0" t="0" r="r" b="b"/>
                <a:pathLst>
                  <a:path w="15" h="26">
                    <a:moveTo>
                      <a:pt x="7" y="26"/>
                    </a:moveTo>
                    <a:cubicBezTo>
                      <a:pt x="0" y="26"/>
                      <a:pt x="0" y="20"/>
                      <a:pt x="0" y="13"/>
                    </a:cubicBezTo>
                    <a:cubicBezTo>
                      <a:pt x="0" y="6"/>
                      <a:pt x="0" y="0"/>
                      <a:pt x="7" y="0"/>
                    </a:cubicBezTo>
                    <a:cubicBezTo>
                      <a:pt x="7" y="0"/>
                      <a:pt x="15" y="6"/>
                      <a:pt x="15" y="13"/>
                    </a:cubicBezTo>
                    <a:cubicBezTo>
                      <a:pt x="15" y="20"/>
                      <a:pt x="7" y="26"/>
                      <a:pt x="7" y="2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99" name="Freeform 58"/>
              <p:cNvSpPr>
                <a:spLocks/>
              </p:cNvSpPr>
              <p:nvPr/>
            </p:nvSpPr>
            <p:spPr bwMode="auto">
              <a:xfrm rot="10800000">
                <a:off x="3282541" y="2083086"/>
                <a:ext cx="13832" cy="294010"/>
              </a:xfrm>
              <a:custGeom>
                <a:avLst/>
                <a:gdLst>
                  <a:gd name="T0" fmla="*/ 0 w 15"/>
                  <a:gd name="T1" fmla="*/ 318 h 318"/>
                  <a:gd name="T2" fmla="*/ 0 w 15"/>
                  <a:gd name="T3" fmla="*/ 0 h 318"/>
                </a:gdLst>
                <a:ahLst/>
                <a:cxnLst>
                  <a:cxn ang="0">
                    <a:pos x="T0" y="T1"/>
                  </a:cxn>
                  <a:cxn ang="0">
                    <a:pos x="T2" y="T3"/>
                  </a:cxn>
                </a:cxnLst>
                <a:rect l="0" t="0" r="r" b="b"/>
                <a:pathLst>
                  <a:path w="15" h="318">
                    <a:moveTo>
                      <a:pt x="0" y="318"/>
                    </a:moveTo>
                    <a:cubicBezTo>
                      <a:pt x="15" y="271"/>
                      <a:pt x="15" y="4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00" name="Freeform 59"/>
              <p:cNvSpPr>
                <a:spLocks/>
              </p:cNvSpPr>
              <p:nvPr/>
            </p:nvSpPr>
            <p:spPr bwMode="auto">
              <a:xfrm rot="10800000">
                <a:off x="3199547" y="1986008"/>
                <a:ext cx="588335" cy="110023"/>
              </a:xfrm>
              <a:custGeom>
                <a:avLst/>
                <a:gdLst>
                  <a:gd name="T0" fmla="*/ 638 w 638"/>
                  <a:gd name="T1" fmla="*/ 80 h 119"/>
                  <a:gd name="T2" fmla="*/ 0 w 638"/>
                  <a:gd name="T3" fmla="*/ 119 h 119"/>
                </a:gdLst>
                <a:ahLst/>
                <a:cxnLst>
                  <a:cxn ang="0">
                    <a:pos x="T0" y="T1"/>
                  </a:cxn>
                  <a:cxn ang="0">
                    <a:pos x="T2" y="T3"/>
                  </a:cxn>
                </a:cxnLst>
                <a:rect l="0" t="0" r="r" b="b"/>
                <a:pathLst>
                  <a:path w="638" h="119">
                    <a:moveTo>
                      <a:pt x="638" y="80"/>
                    </a:moveTo>
                    <a:cubicBezTo>
                      <a:pt x="518" y="14"/>
                      <a:pt x="0" y="0"/>
                      <a:pt x="0" y="11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01" name="Freeform 60"/>
              <p:cNvSpPr>
                <a:spLocks/>
              </p:cNvSpPr>
              <p:nvPr/>
            </p:nvSpPr>
            <p:spPr bwMode="auto">
              <a:xfrm rot="10800000">
                <a:off x="3193092" y="2361772"/>
                <a:ext cx="594791" cy="110023"/>
              </a:xfrm>
              <a:custGeom>
                <a:avLst/>
                <a:gdLst>
                  <a:gd name="T0" fmla="*/ 645 w 645"/>
                  <a:gd name="T1" fmla="*/ 39 h 119"/>
                  <a:gd name="T2" fmla="*/ 0 w 645"/>
                  <a:gd name="T3" fmla="*/ 0 h 119"/>
                </a:gdLst>
                <a:ahLst/>
                <a:cxnLst>
                  <a:cxn ang="0">
                    <a:pos x="T0" y="T1"/>
                  </a:cxn>
                  <a:cxn ang="0">
                    <a:pos x="T2" y="T3"/>
                  </a:cxn>
                </a:cxnLst>
                <a:rect l="0" t="0" r="r" b="b"/>
                <a:pathLst>
                  <a:path w="645" h="119">
                    <a:moveTo>
                      <a:pt x="645" y="39"/>
                    </a:moveTo>
                    <a:cubicBezTo>
                      <a:pt x="525" y="105"/>
                      <a:pt x="0" y="119"/>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02" name="Freeform 61"/>
              <p:cNvSpPr>
                <a:spLocks/>
              </p:cNvSpPr>
              <p:nvPr/>
            </p:nvSpPr>
            <p:spPr bwMode="auto">
              <a:xfrm rot="10800000">
                <a:off x="3199547" y="2010046"/>
                <a:ext cx="580958" cy="12019"/>
              </a:xfrm>
              <a:custGeom>
                <a:avLst/>
                <a:gdLst>
                  <a:gd name="T0" fmla="*/ 630 w 630"/>
                  <a:gd name="T1" fmla="*/ 0 h 13"/>
                  <a:gd name="T2" fmla="*/ 0 w 630"/>
                  <a:gd name="T3" fmla="*/ 13 h 13"/>
                </a:gdLst>
                <a:ahLst/>
                <a:cxnLst>
                  <a:cxn ang="0">
                    <a:pos x="T0" y="T1"/>
                  </a:cxn>
                  <a:cxn ang="0">
                    <a:pos x="T2" y="T3"/>
                  </a:cxn>
                </a:cxnLst>
                <a:rect l="0" t="0" r="r" b="b"/>
                <a:pathLst>
                  <a:path w="630" h="13">
                    <a:moveTo>
                      <a:pt x="630" y="0"/>
                    </a:moveTo>
                    <a:cubicBezTo>
                      <a:pt x="510" y="13"/>
                      <a:pt x="270" y="13"/>
                      <a:pt x="0" y="1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03" name="Freeform 62"/>
              <p:cNvSpPr>
                <a:spLocks/>
              </p:cNvSpPr>
              <p:nvPr/>
            </p:nvSpPr>
            <p:spPr bwMode="auto">
              <a:xfrm rot="10800000">
                <a:off x="3193092" y="2438117"/>
                <a:ext cx="580958" cy="12019"/>
              </a:xfrm>
              <a:custGeom>
                <a:avLst/>
                <a:gdLst>
                  <a:gd name="T0" fmla="*/ 630 w 630"/>
                  <a:gd name="T1" fmla="*/ 13 h 13"/>
                  <a:gd name="T2" fmla="*/ 0 w 630"/>
                  <a:gd name="T3" fmla="*/ 0 h 13"/>
                </a:gdLst>
                <a:ahLst/>
                <a:cxnLst>
                  <a:cxn ang="0">
                    <a:pos x="T0" y="T1"/>
                  </a:cxn>
                  <a:cxn ang="0">
                    <a:pos x="T2" y="T3"/>
                  </a:cxn>
                </a:cxnLst>
                <a:rect l="0" t="0" r="r" b="b"/>
                <a:pathLst>
                  <a:path w="630" h="13">
                    <a:moveTo>
                      <a:pt x="630" y="13"/>
                    </a:moveTo>
                    <a:cubicBezTo>
                      <a:pt x="510" y="0"/>
                      <a:pt x="270" y="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04" name="Freeform 63"/>
              <p:cNvSpPr>
                <a:spLocks/>
              </p:cNvSpPr>
              <p:nvPr/>
            </p:nvSpPr>
            <p:spPr bwMode="auto">
              <a:xfrm rot="10800000">
                <a:off x="3227212" y="2022066"/>
                <a:ext cx="525629" cy="61021"/>
              </a:xfrm>
              <a:custGeom>
                <a:avLst/>
                <a:gdLst>
                  <a:gd name="T0" fmla="*/ 570 w 570"/>
                  <a:gd name="T1" fmla="*/ 66 h 66"/>
                  <a:gd name="T2" fmla="*/ 0 w 570"/>
                  <a:gd name="T3" fmla="*/ 66 h 66"/>
                </a:gdLst>
                <a:ahLst/>
                <a:cxnLst>
                  <a:cxn ang="0">
                    <a:pos x="T0" y="T1"/>
                  </a:cxn>
                  <a:cxn ang="0">
                    <a:pos x="T2" y="T3"/>
                  </a:cxn>
                </a:cxnLst>
                <a:rect l="0" t="0" r="r" b="b"/>
                <a:pathLst>
                  <a:path w="570" h="66">
                    <a:moveTo>
                      <a:pt x="570" y="66"/>
                    </a:moveTo>
                    <a:cubicBezTo>
                      <a:pt x="420" y="0"/>
                      <a:pt x="37" y="26"/>
                      <a:pt x="0" y="6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05" name="Freeform 64"/>
              <p:cNvSpPr>
                <a:spLocks/>
              </p:cNvSpPr>
              <p:nvPr/>
            </p:nvSpPr>
            <p:spPr bwMode="auto">
              <a:xfrm rot="10800000">
                <a:off x="3227212" y="2022066"/>
                <a:ext cx="525629" cy="0"/>
              </a:xfrm>
              <a:custGeom>
                <a:avLst/>
                <a:gdLst>
                  <a:gd name="T0" fmla="*/ 570 w 570"/>
                  <a:gd name="T1" fmla="*/ 0 w 570"/>
                </a:gdLst>
                <a:ahLst/>
                <a:cxnLst>
                  <a:cxn ang="0">
                    <a:pos x="T0" y="0"/>
                  </a:cxn>
                  <a:cxn ang="0">
                    <a:pos x="T1" y="0"/>
                  </a:cxn>
                </a:cxnLst>
                <a:rect l="0" t="0" r="r" b="b"/>
                <a:pathLst>
                  <a:path w="570">
                    <a:moveTo>
                      <a:pt x="570" y="0"/>
                    </a:moveTo>
                    <a:cubicBezTo>
                      <a:pt x="360" y="0"/>
                      <a:pt x="90" y="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06" name="Freeform 65"/>
              <p:cNvSpPr>
                <a:spLocks/>
              </p:cNvSpPr>
              <p:nvPr/>
            </p:nvSpPr>
            <p:spPr bwMode="auto">
              <a:xfrm rot="10800000">
                <a:off x="3517691" y="2010046"/>
                <a:ext cx="21210" cy="49002"/>
              </a:xfrm>
              <a:custGeom>
                <a:avLst/>
                <a:gdLst>
                  <a:gd name="T0" fmla="*/ 23 w 23"/>
                  <a:gd name="T1" fmla="*/ 0 h 53"/>
                  <a:gd name="T2" fmla="*/ 0 w 23"/>
                  <a:gd name="T3" fmla="*/ 53 h 53"/>
                </a:gdLst>
                <a:ahLst/>
                <a:cxnLst>
                  <a:cxn ang="0">
                    <a:pos x="T0" y="T1"/>
                  </a:cxn>
                  <a:cxn ang="0">
                    <a:pos x="T2" y="T3"/>
                  </a:cxn>
                </a:cxnLst>
                <a:rect l="0" t="0" r="r" b="b"/>
                <a:pathLst>
                  <a:path w="23" h="53">
                    <a:moveTo>
                      <a:pt x="23" y="0"/>
                    </a:moveTo>
                    <a:cubicBezTo>
                      <a:pt x="15" y="13"/>
                      <a:pt x="0" y="40"/>
                      <a:pt x="0" y="5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07" name="Freeform 66"/>
              <p:cNvSpPr>
                <a:spLocks/>
              </p:cNvSpPr>
              <p:nvPr/>
            </p:nvSpPr>
            <p:spPr bwMode="auto">
              <a:xfrm rot="10800000">
                <a:off x="3483571" y="2010046"/>
                <a:ext cx="13832" cy="49002"/>
              </a:xfrm>
              <a:custGeom>
                <a:avLst/>
                <a:gdLst>
                  <a:gd name="T0" fmla="*/ 15 w 15"/>
                  <a:gd name="T1" fmla="*/ 0 h 53"/>
                  <a:gd name="T2" fmla="*/ 0 w 15"/>
                  <a:gd name="T3" fmla="*/ 53 h 53"/>
                </a:gdLst>
                <a:ahLst/>
                <a:cxnLst>
                  <a:cxn ang="0">
                    <a:pos x="T0" y="T1"/>
                  </a:cxn>
                  <a:cxn ang="0">
                    <a:pos x="T2" y="T3"/>
                  </a:cxn>
                </a:cxnLst>
                <a:rect l="0" t="0" r="r" b="b"/>
                <a:pathLst>
                  <a:path w="15" h="53">
                    <a:moveTo>
                      <a:pt x="15" y="0"/>
                    </a:moveTo>
                    <a:cubicBezTo>
                      <a:pt x="15" y="13"/>
                      <a:pt x="8" y="40"/>
                      <a:pt x="0" y="5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08" name="Freeform 67"/>
              <p:cNvSpPr>
                <a:spLocks/>
              </p:cNvSpPr>
              <p:nvPr/>
            </p:nvSpPr>
            <p:spPr bwMode="auto">
              <a:xfrm rot="10800000">
                <a:off x="3503858" y="1986008"/>
                <a:ext cx="27665" cy="73040"/>
              </a:xfrm>
              <a:custGeom>
                <a:avLst/>
                <a:gdLst>
                  <a:gd name="T0" fmla="*/ 30 w 30"/>
                  <a:gd name="T1" fmla="*/ 0 h 79"/>
                  <a:gd name="T2" fmla="*/ 0 w 30"/>
                  <a:gd name="T3" fmla="*/ 79 h 79"/>
                </a:gdLst>
                <a:ahLst/>
                <a:cxnLst>
                  <a:cxn ang="0">
                    <a:pos x="T0" y="T1"/>
                  </a:cxn>
                  <a:cxn ang="0">
                    <a:pos x="T2" y="T3"/>
                  </a:cxn>
                </a:cxnLst>
                <a:rect l="0" t="0" r="r" b="b"/>
                <a:pathLst>
                  <a:path w="30" h="79">
                    <a:moveTo>
                      <a:pt x="30" y="0"/>
                    </a:moveTo>
                    <a:cubicBezTo>
                      <a:pt x="22" y="26"/>
                      <a:pt x="7" y="66"/>
                      <a:pt x="0" y="7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09" name="Freeform 92"/>
              <p:cNvSpPr>
                <a:spLocks/>
              </p:cNvSpPr>
              <p:nvPr/>
            </p:nvSpPr>
            <p:spPr bwMode="auto">
              <a:xfrm rot="10800000">
                <a:off x="3234589" y="2374716"/>
                <a:ext cx="525629" cy="61021"/>
              </a:xfrm>
              <a:custGeom>
                <a:avLst/>
                <a:gdLst>
                  <a:gd name="T0" fmla="*/ 570 w 570"/>
                  <a:gd name="T1" fmla="*/ 0 h 66"/>
                  <a:gd name="T2" fmla="*/ 0 w 570"/>
                  <a:gd name="T3" fmla="*/ 0 h 66"/>
                </a:gdLst>
                <a:ahLst/>
                <a:cxnLst>
                  <a:cxn ang="0">
                    <a:pos x="T0" y="T1"/>
                  </a:cxn>
                  <a:cxn ang="0">
                    <a:pos x="T2" y="T3"/>
                  </a:cxn>
                </a:cxnLst>
                <a:rect l="0" t="0" r="r" b="b"/>
                <a:pathLst>
                  <a:path w="570" h="66">
                    <a:moveTo>
                      <a:pt x="570" y="0"/>
                    </a:moveTo>
                    <a:cubicBezTo>
                      <a:pt x="420" y="66"/>
                      <a:pt x="38" y="3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10" name="Freeform 93"/>
              <p:cNvSpPr>
                <a:spLocks/>
              </p:cNvSpPr>
              <p:nvPr/>
            </p:nvSpPr>
            <p:spPr bwMode="auto">
              <a:xfrm rot="10800000">
                <a:off x="3234589" y="2438117"/>
                <a:ext cx="525629" cy="0"/>
              </a:xfrm>
              <a:custGeom>
                <a:avLst/>
                <a:gdLst>
                  <a:gd name="T0" fmla="*/ 570 w 570"/>
                  <a:gd name="T1" fmla="*/ 0 w 570"/>
                </a:gdLst>
                <a:ahLst/>
                <a:cxnLst>
                  <a:cxn ang="0">
                    <a:pos x="T0" y="0"/>
                  </a:cxn>
                  <a:cxn ang="0">
                    <a:pos x="T1" y="0"/>
                  </a:cxn>
                </a:cxnLst>
                <a:rect l="0" t="0" r="r" b="b"/>
                <a:pathLst>
                  <a:path w="570">
                    <a:moveTo>
                      <a:pt x="570" y="0"/>
                    </a:moveTo>
                    <a:cubicBezTo>
                      <a:pt x="360" y="0"/>
                      <a:pt x="90" y="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11" name="Freeform 94"/>
              <p:cNvSpPr>
                <a:spLocks/>
              </p:cNvSpPr>
              <p:nvPr/>
            </p:nvSpPr>
            <p:spPr bwMode="auto">
              <a:xfrm rot="10800000">
                <a:off x="3525068" y="2401135"/>
                <a:ext cx="20287" cy="49002"/>
              </a:xfrm>
              <a:custGeom>
                <a:avLst/>
                <a:gdLst>
                  <a:gd name="T0" fmla="*/ 22 w 22"/>
                  <a:gd name="T1" fmla="*/ 53 h 53"/>
                  <a:gd name="T2" fmla="*/ 0 w 22"/>
                  <a:gd name="T3" fmla="*/ 0 h 53"/>
                </a:gdLst>
                <a:ahLst/>
                <a:cxnLst>
                  <a:cxn ang="0">
                    <a:pos x="T0" y="T1"/>
                  </a:cxn>
                  <a:cxn ang="0">
                    <a:pos x="T2" y="T3"/>
                  </a:cxn>
                </a:cxnLst>
                <a:rect l="0" t="0" r="r" b="b"/>
                <a:pathLst>
                  <a:path w="22" h="53">
                    <a:moveTo>
                      <a:pt x="22" y="53"/>
                    </a:moveTo>
                    <a:cubicBezTo>
                      <a:pt x="15" y="33"/>
                      <a:pt x="0" y="1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12" name="Freeform 95"/>
              <p:cNvSpPr>
                <a:spLocks/>
              </p:cNvSpPr>
              <p:nvPr/>
            </p:nvSpPr>
            <p:spPr bwMode="auto">
              <a:xfrm rot="10800000">
                <a:off x="3490026" y="2401135"/>
                <a:ext cx="13832" cy="49002"/>
              </a:xfrm>
              <a:custGeom>
                <a:avLst/>
                <a:gdLst>
                  <a:gd name="T0" fmla="*/ 15 w 15"/>
                  <a:gd name="T1" fmla="*/ 53 h 53"/>
                  <a:gd name="T2" fmla="*/ 0 w 15"/>
                  <a:gd name="T3" fmla="*/ 0 h 53"/>
                </a:gdLst>
                <a:ahLst/>
                <a:cxnLst>
                  <a:cxn ang="0">
                    <a:pos x="T0" y="T1"/>
                  </a:cxn>
                  <a:cxn ang="0">
                    <a:pos x="T2" y="T3"/>
                  </a:cxn>
                </a:cxnLst>
                <a:rect l="0" t="0" r="r" b="b"/>
                <a:pathLst>
                  <a:path w="15" h="53">
                    <a:moveTo>
                      <a:pt x="15" y="53"/>
                    </a:moveTo>
                    <a:cubicBezTo>
                      <a:pt x="15" y="33"/>
                      <a:pt x="7" y="1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13" name="Freeform 96"/>
              <p:cNvSpPr>
                <a:spLocks/>
              </p:cNvSpPr>
              <p:nvPr/>
            </p:nvSpPr>
            <p:spPr bwMode="auto">
              <a:xfrm rot="10800000">
                <a:off x="3508855" y="2401504"/>
                <a:ext cx="27665" cy="72000"/>
              </a:xfrm>
              <a:custGeom>
                <a:avLst/>
                <a:gdLst>
                  <a:gd name="T0" fmla="*/ 30 w 30"/>
                  <a:gd name="T1" fmla="*/ 86 h 86"/>
                  <a:gd name="T2" fmla="*/ 0 w 30"/>
                  <a:gd name="T3" fmla="*/ 0 h 86"/>
                </a:gdLst>
                <a:ahLst/>
                <a:cxnLst>
                  <a:cxn ang="0">
                    <a:pos x="T0" y="T1"/>
                  </a:cxn>
                  <a:cxn ang="0">
                    <a:pos x="T2" y="T3"/>
                  </a:cxn>
                </a:cxnLst>
                <a:rect l="0" t="0" r="r" b="b"/>
                <a:pathLst>
                  <a:path w="30" h="86">
                    <a:moveTo>
                      <a:pt x="30" y="86"/>
                    </a:moveTo>
                    <a:cubicBezTo>
                      <a:pt x="23" y="60"/>
                      <a:pt x="8" y="1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14" name="Freeform 121"/>
              <p:cNvSpPr>
                <a:spLocks/>
              </p:cNvSpPr>
              <p:nvPr/>
            </p:nvSpPr>
            <p:spPr bwMode="auto">
              <a:xfrm rot="10800000">
                <a:off x="3586852" y="2035009"/>
                <a:ext cx="193653" cy="36058"/>
              </a:xfrm>
              <a:custGeom>
                <a:avLst/>
                <a:gdLst>
                  <a:gd name="T0" fmla="*/ 0 w 210"/>
                  <a:gd name="T1" fmla="*/ 39 h 39"/>
                  <a:gd name="T2" fmla="*/ 210 w 210"/>
                  <a:gd name="T3" fmla="*/ 0 h 39"/>
                </a:gdLst>
                <a:ahLst/>
                <a:cxnLst>
                  <a:cxn ang="0">
                    <a:pos x="T0" y="T1"/>
                  </a:cxn>
                  <a:cxn ang="0">
                    <a:pos x="T2" y="T3"/>
                  </a:cxn>
                </a:cxnLst>
                <a:rect l="0" t="0" r="r" b="b"/>
                <a:pathLst>
                  <a:path w="210" h="39">
                    <a:moveTo>
                      <a:pt x="0" y="39"/>
                    </a:moveTo>
                    <a:cubicBezTo>
                      <a:pt x="60" y="26"/>
                      <a:pt x="150" y="0"/>
                      <a:pt x="21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15" name="Freeform 122"/>
              <p:cNvSpPr>
                <a:spLocks/>
              </p:cNvSpPr>
              <p:nvPr/>
            </p:nvSpPr>
            <p:spPr bwMode="auto">
              <a:xfrm rot="10800000">
                <a:off x="3586852" y="2389116"/>
                <a:ext cx="193653" cy="36058"/>
              </a:xfrm>
              <a:custGeom>
                <a:avLst/>
                <a:gdLst>
                  <a:gd name="T0" fmla="*/ 0 w 210"/>
                  <a:gd name="T1" fmla="*/ 0 h 39"/>
                  <a:gd name="T2" fmla="*/ 210 w 210"/>
                  <a:gd name="T3" fmla="*/ 39 h 39"/>
                </a:gdLst>
                <a:ahLst/>
                <a:cxnLst>
                  <a:cxn ang="0">
                    <a:pos x="T0" y="T1"/>
                  </a:cxn>
                  <a:cxn ang="0">
                    <a:pos x="T2" y="T3"/>
                  </a:cxn>
                </a:cxnLst>
                <a:rect l="0" t="0" r="r" b="b"/>
                <a:pathLst>
                  <a:path w="210" h="39">
                    <a:moveTo>
                      <a:pt x="0" y="0"/>
                    </a:moveTo>
                    <a:cubicBezTo>
                      <a:pt x="60" y="13"/>
                      <a:pt x="150" y="39"/>
                      <a:pt x="210" y="3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16" name="Freeform 123"/>
              <p:cNvSpPr>
                <a:spLocks/>
              </p:cNvSpPr>
              <p:nvPr/>
            </p:nvSpPr>
            <p:spPr bwMode="auto">
              <a:xfrm rot="10800000">
                <a:off x="3711343" y="1949025"/>
                <a:ext cx="41497" cy="55474"/>
              </a:xfrm>
              <a:custGeom>
                <a:avLst/>
                <a:gdLst>
                  <a:gd name="T0" fmla="*/ 45 w 45"/>
                  <a:gd name="T1" fmla="*/ 53 h 60"/>
                  <a:gd name="T2" fmla="*/ 0 w 45"/>
                  <a:gd name="T3" fmla="*/ 0 h 60"/>
                </a:gdLst>
                <a:ahLst/>
                <a:cxnLst>
                  <a:cxn ang="0">
                    <a:pos x="T0" y="T1"/>
                  </a:cxn>
                  <a:cxn ang="0">
                    <a:pos x="T2" y="T3"/>
                  </a:cxn>
                </a:cxnLst>
                <a:rect l="0" t="0" r="r" b="b"/>
                <a:pathLst>
                  <a:path w="45" h="60">
                    <a:moveTo>
                      <a:pt x="45" y="53"/>
                    </a:moveTo>
                    <a:cubicBezTo>
                      <a:pt x="30" y="60"/>
                      <a:pt x="7" y="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17" name="Freeform 124"/>
              <p:cNvSpPr>
                <a:spLocks/>
              </p:cNvSpPr>
              <p:nvPr/>
            </p:nvSpPr>
            <p:spPr bwMode="auto">
              <a:xfrm rot="10800000">
                <a:off x="3711343" y="1955497"/>
                <a:ext cx="41497" cy="73040"/>
              </a:xfrm>
              <a:custGeom>
                <a:avLst/>
                <a:gdLst>
                  <a:gd name="T0" fmla="*/ 0 w 45"/>
                  <a:gd name="T1" fmla="*/ 26 h 79"/>
                  <a:gd name="T2" fmla="*/ 45 w 45"/>
                  <a:gd name="T3" fmla="*/ 79 h 79"/>
                </a:gdLst>
                <a:ahLst/>
                <a:cxnLst>
                  <a:cxn ang="0">
                    <a:pos x="T0" y="T1"/>
                  </a:cxn>
                  <a:cxn ang="0">
                    <a:pos x="T2" y="T3"/>
                  </a:cxn>
                </a:cxnLst>
                <a:rect l="0" t="0" r="r" b="b"/>
                <a:pathLst>
                  <a:path w="45" h="79">
                    <a:moveTo>
                      <a:pt x="0" y="26"/>
                    </a:moveTo>
                    <a:cubicBezTo>
                      <a:pt x="30" y="0"/>
                      <a:pt x="45" y="73"/>
                      <a:pt x="45" y="7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18" name="Freeform 125"/>
              <p:cNvSpPr>
                <a:spLocks/>
              </p:cNvSpPr>
              <p:nvPr/>
            </p:nvSpPr>
            <p:spPr bwMode="auto">
              <a:xfrm rot="10800000">
                <a:off x="3697511" y="1955497"/>
                <a:ext cx="41497" cy="73040"/>
              </a:xfrm>
              <a:custGeom>
                <a:avLst/>
                <a:gdLst>
                  <a:gd name="T0" fmla="*/ 0 w 45"/>
                  <a:gd name="T1" fmla="*/ 13 h 79"/>
                  <a:gd name="T2" fmla="*/ 30 w 45"/>
                  <a:gd name="T3" fmla="*/ 79 h 79"/>
                </a:gdLst>
                <a:ahLst/>
                <a:cxnLst>
                  <a:cxn ang="0">
                    <a:pos x="T0" y="T1"/>
                  </a:cxn>
                  <a:cxn ang="0">
                    <a:pos x="T2" y="T3"/>
                  </a:cxn>
                </a:cxnLst>
                <a:rect l="0" t="0" r="r" b="b"/>
                <a:pathLst>
                  <a:path w="45" h="79">
                    <a:moveTo>
                      <a:pt x="0" y="13"/>
                    </a:moveTo>
                    <a:cubicBezTo>
                      <a:pt x="15" y="0"/>
                      <a:pt x="45" y="79"/>
                      <a:pt x="30" y="7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19" name="Freeform 126"/>
              <p:cNvSpPr>
                <a:spLocks/>
              </p:cNvSpPr>
              <p:nvPr/>
            </p:nvSpPr>
            <p:spPr bwMode="auto">
              <a:xfrm rot="10800000">
                <a:off x="3711343" y="2450137"/>
                <a:ext cx="41497" cy="61021"/>
              </a:xfrm>
              <a:custGeom>
                <a:avLst/>
                <a:gdLst>
                  <a:gd name="T0" fmla="*/ 45 w 45"/>
                  <a:gd name="T1" fmla="*/ 13 h 66"/>
                  <a:gd name="T2" fmla="*/ 0 w 45"/>
                  <a:gd name="T3" fmla="*/ 66 h 66"/>
                </a:gdLst>
                <a:ahLst/>
                <a:cxnLst>
                  <a:cxn ang="0">
                    <a:pos x="T0" y="T1"/>
                  </a:cxn>
                  <a:cxn ang="0">
                    <a:pos x="T2" y="T3"/>
                  </a:cxn>
                </a:cxnLst>
                <a:rect l="0" t="0" r="r" b="b"/>
                <a:pathLst>
                  <a:path w="45" h="66">
                    <a:moveTo>
                      <a:pt x="45" y="13"/>
                    </a:moveTo>
                    <a:cubicBezTo>
                      <a:pt x="30" y="0"/>
                      <a:pt x="7" y="66"/>
                      <a:pt x="0" y="6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20" name="Freeform 127"/>
              <p:cNvSpPr>
                <a:spLocks/>
              </p:cNvSpPr>
              <p:nvPr/>
            </p:nvSpPr>
            <p:spPr bwMode="auto">
              <a:xfrm rot="10800000">
                <a:off x="3711343" y="2425174"/>
                <a:ext cx="41497" cy="73965"/>
              </a:xfrm>
              <a:custGeom>
                <a:avLst/>
                <a:gdLst>
                  <a:gd name="T0" fmla="*/ 0 w 45"/>
                  <a:gd name="T1" fmla="*/ 53 h 80"/>
                  <a:gd name="T2" fmla="*/ 45 w 45"/>
                  <a:gd name="T3" fmla="*/ 0 h 80"/>
                </a:gdLst>
                <a:ahLst/>
                <a:cxnLst>
                  <a:cxn ang="0">
                    <a:pos x="T0" y="T1"/>
                  </a:cxn>
                  <a:cxn ang="0">
                    <a:pos x="T2" y="T3"/>
                  </a:cxn>
                </a:cxnLst>
                <a:rect l="0" t="0" r="r" b="b"/>
                <a:pathLst>
                  <a:path w="45" h="80">
                    <a:moveTo>
                      <a:pt x="0" y="53"/>
                    </a:moveTo>
                    <a:cubicBezTo>
                      <a:pt x="30" y="80"/>
                      <a:pt x="45" y="0"/>
                      <a:pt x="4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21" name="Freeform 128"/>
              <p:cNvSpPr>
                <a:spLocks/>
              </p:cNvSpPr>
              <p:nvPr/>
            </p:nvSpPr>
            <p:spPr bwMode="auto">
              <a:xfrm rot="10800000">
                <a:off x="3697511" y="2425174"/>
                <a:ext cx="41497" cy="73965"/>
              </a:xfrm>
              <a:custGeom>
                <a:avLst/>
                <a:gdLst>
                  <a:gd name="T0" fmla="*/ 0 w 45"/>
                  <a:gd name="T1" fmla="*/ 60 h 80"/>
                  <a:gd name="T2" fmla="*/ 30 w 45"/>
                  <a:gd name="T3" fmla="*/ 0 h 80"/>
                </a:gdLst>
                <a:ahLst/>
                <a:cxnLst>
                  <a:cxn ang="0">
                    <a:pos x="T0" y="T1"/>
                  </a:cxn>
                  <a:cxn ang="0">
                    <a:pos x="T2" y="T3"/>
                  </a:cxn>
                </a:cxnLst>
                <a:rect l="0" t="0" r="r" b="b"/>
                <a:pathLst>
                  <a:path w="45" h="80">
                    <a:moveTo>
                      <a:pt x="0" y="60"/>
                    </a:moveTo>
                    <a:cubicBezTo>
                      <a:pt x="15" y="80"/>
                      <a:pt x="45" y="0"/>
                      <a:pt x="3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22" name="Rectangle 69"/>
              <p:cNvSpPr>
                <a:spLocks noChangeArrowheads="1"/>
              </p:cNvSpPr>
              <p:nvPr/>
            </p:nvSpPr>
            <p:spPr bwMode="auto">
              <a:xfrm rot="10800000">
                <a:off x="3535015" y="2458808"/>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23" name="Rectangle 69"/>
              <p:cNvSpPr>
                <a:spLocks noChangeArrowheads="1"/>
              </p:cNvSpPr>
              <p:nvPr/>
            </p:nvSpPr>
            <p:spPr bwMode="auto">
              <a:xfrm rot="10800000">
                <a:off x="3562940" y="2458808"/>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24" name="Rectangle 69"/>
              <p:cNvSpPr>
                <a:spLocks noChangeArrowheads="1"/>
              </p:cNvSpPr>
              <p:nvPr/>
            </p:nvSpPr>
            <p:spPr bwMode="auto">
              <a:xfrm rot="10800000">
                <a:off x="3535031" y="1987386"/>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25" name="Rectangle 69"/>
              <p:cNvSpPr>
                <a:spLocks noChangeArrowheads="1"/>
              </p:cNvSpPr>
              <p:nvPr/>
            </p:nvSpPr>
            <p:spPr bwMode="auto">
              <a:xfrm rot="10800000">
                <a:off x="3562956" y="1987386"/>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26" name="Rectangle 69"/>
              <p:cNvSpPr>
                <a:spLocks noChangeArrowheads="1"/>
              </p:cNvSpPr>
              <p:nvPr/>
            </p:nvSpPr>
            <p:spPr bwMode="auto">
              <a:xfrm rot="10800000">
                <a:off x="3282645" y="2454062"/>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27" name="Rectangle 69"/>
              <p:cNvSpPr>
                <a:spLocks noChangeArrowheads="1"/>
              </p:cNvSpPr>
              <p:nvPr/>
            </p:nvSpPr>
            <p:spPr bwMode="auto">
              <a:xfrm rot="10800000">
                <a:off x="3310570" y="2454062"/>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28" name="Rectangle 69"/>
              <p:cNvSpPr>
                <a:spLocks noChangeArrowheads="1"/>
              </p:cNvSpPr>
              <p:nvPr/>
            </p:nvSpPr>
            <p:spPr bwMode="auto">
              <a:xfrm rot="10800000">
                <a:off x="3282661" y="1992164"/>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29" name="Rectangle 69"/>
              <p:cNvSpPr>
                <a:spLocks noChangeArrowheads="1"/>
              </p:cNvSpPr>
              <p:nvPr/>
            </p:nvSpPr>
            <p:spPr bwMode="auto">
              <a:xfrm rot="10800000">
                <a:off x="3310586" y="1992164"/>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grpSp>
        <p:sp>
          <p:nvSpPr>
            <p:cNvPr id="130" name="矩形 129"/>
            <p:cNvSpPr/>
            <p:nvPr/>
          </p:nvSpPr>
          <p:spPr>
            <a:xfrm>
              <a:off x="4739793" y="4036856"/>
              <a:ext cx="106592" cy="501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32" name="矩形 131"/>
            <p:cNvSpPr/>
            <p:nvPr/>
          </p:nvSpPr>
          <p:spPr>
            <a:xfrm>
              <a:off x="4851492" y="4773256"/>
              <a:ext cx="107786" cy="52614"/>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138" name="直接连接符 137"/>
            <p:cNvCxnSpPr/>
            <p:nvPr/>
          </p:nvCxnSpPr>
          <p:spPr>
            <a:xfrm flipH="1">
              <a:off x="3757327" y="2851008"/>
              <a:ext cx="4373" cy="2016547"/>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145" name="组合 144"/>
            <p:cNvGrpSpPr/>
            <p:nvPr/>
          </p:nvGrpSpPr>
          <p:grpSpPr>
            <a:xfrm>
              <a:off x="4760781" y="3696105"/>
              <a:ext cx="431317" cy="558287"/>
              <a:chOff x="8019715" y="3105824"/>
              <a:chExt cx="569104" cy="865442"/>
            </a:xfrm>
          </p:grpSpPr>
          <p:cxnSp>
            <p:nvCxnSpPr>
              <p:cNvPr id="146" name="直接箭头连接符 145"/>
              <p:cNvCxnSpPr/>
              <p:nvPr/>
            </p:nvCxnSpPr>
            <p:spPr>
              <a:xfrm flipV="1">
                <a:off x="8062546" y="3330345"/>
                <a:ext cx="0" cy="34749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7" name="直接箭头连接符 146"/>
              <p:cNvCxnSpPr/>
              <p:nvPr/>
            </p:nvCxnSpPr>
            <p:spPr>
              <a:xfrm>
                <a:off x="8062546" y="3681047"/>
                <a:ext cx="348761" cy="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8" name="文本框 147"/>
              <p:cNvSpPr txBox="1"/>
              <p:nvPr/>
            </p:nvSpPr>
            <p:spPr>
              <a:xfrm>
                <a:off x="8354357" y="3541869"/>
                <a:ext cx="234462" cy="429397"/>
              </a:xfrm>
              <a:prstGeom prst="rect">
                <a:avLst/>
              </a:prstGeom>
              <a:noFill/>
            </p:spPr>
            <p:txBody>
              <a:bodyPr wrap="square" rtlCol="0">
                <a:spAutoFit/>
              </a:bodyPr>
              <a:lstStyle/>
              <a:p>
                <a:r>
                  <a:rPr lang="en-US" altLang="zh-CN" sz="1200" dirty="0" smtClean="0"/>
                  <a:t>x</a:t>
                </a:r>
                <a:endParaRPr lang="zh-CN" altLang="en-US" sz="1200" dirty="0"/>
              </a:p>
            </p:txBody>
          </p:sp>
          <p:sp>
            <p:nvSpPr>
              <p:cNvPr id="149" name="文本框 148"/>
              <p:cNvSpPr txBox="1"/>
              <p:nvPr/>
            </p:nvSpPr>
            <p:spPr>
              <a:xfrm>
                <a:off x="8019715" y="3105824"/>
                <a:ext cx="234462" cy="429397"/>
              </a:xfrm>
              <a:prstGeom prst="rect">
                <a:avLst/>
              </a:prstGeom>
              <a:noFill/>
            </p:spPr>
            <p:txBody>
              <a:bodyPr wrap="square" rtlCol="0">
                <a:spAutoFit/>
              </a:bodyPr>
              <a:lstStyle/>
              <a:p>
                <a:r>
                  <a:rPr lang="en-US" altLang="zh-CN" sz="1200" dirty="0" smtClean="0"/>
                  <a:t>y</a:t>
                </a:r>
                <a:endParaRPr lang="zh-CN" altLang="en-US" sz="1200" dirty="0"/>
              </a:p>
            </p:txBody>
          </p:sp>
        </p:grpSp>
        <p:cxnSp>
          <p:nvCxnSpPr>
            <p:cNvPr id="150" name="直接连接符 149"/>
            <p:cNvCxnSpPr/>
            <p:nvPr/>
          </p:nvCxnSpPr>
          <p:spPr>
            <a:xfrm flipH="1">
              <a:off x="5495726" y="2857170"/>
              <a:ext cx="4373" cy="2016547"/>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a:off x="4979634" y="4841496"/>
              <a:ext cx="53612" cy="337998"/>
            </a:xfrm>
            <a:prstGeom prst="line">
              <a:avLst/>
            </a:prstGeom>
            <a:ln w="38100">
              <a:solidFill>
                <a:schemeClr val="accent6">
                  <a:lumMod val="50000"/>
                </a:schemeClr>
              </a:solidFill>
              <a:prstDash val="solid"/>
            </a:ln>
          </p:spPr>
          <p:style>
            <a:lnRef idx="2">
              <a:schemeClr val="accent1"/>
            </a:lnRef>
            <a:fillRef idx="0">
              <a:schemeClr val="accent1"/>
            </a:fillRef>
            <a:effectRef idx="1">
              <a:schemeClr val="accent1"/>
            </a:effectRef>
            <a:fontRef idx="minor">
              <a:schemeClr val="tx1"/>
            </a:fontRef>
          </p:style>
        </p:cxnSp>
        <p:sp>
          <p:nvSpPr>
            <p:cNvPr id="6" name="椭圆 5"/>
            <p:cNvSpPr/>
            <p:nvPr/>
          </p:nvSpPr>
          <p:spPr>
            <a:xfrm>
              <a:off x="4684216" y="3704650"/>
              <a:ext cx="220980" cy="358730"/>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 name="组合 2"/>
          <p:cNvGrpSpPr/>
          <p:nvPr/>
        </p:nvGrpSpPr>
        <p:grpSpPr>
          <a:xfrm>
            <a:off x="6888047" y="3370756"/>
            <a:ext cx="1300146" cy="1631216"/>
            <a:chOff x="6888047" y="3370756"/>
            <a:chExt cx="1300146" cy="1631216"/>
          </a:xfrm>
        </p:grpSpPr>
        <p:sp>
          <p:nvSpPr>
            <p:cNvPr id="151" name="文本框 13"/>
            <p:cNvSpPr txBox="1"/>
            <p:nvPr/>
          </p:nvSpPr>
          <p:spPr>
            <a:xfrm>
              <a:off x="7298206" y="3370756"/>
              <a:ext cx="889987" cy="1631216"/>
            </a:xfrm>
            <a:prstGeom prst="rect">
              <a:avLst/>
            </a:prstGeom>
            <a:noFill/>
          </p:spPr>
          <p:txBody>
            <a:bodyPr wrap="none" rtlCol="0">
              <a:spAutoFit/>
            </a:bodyPr>
            <a:lstStyle/>
            <a:p>
              <a:pPr>
                <a:lnSpc>
                  <a:spcPts val="2000"/>
                </a:lnSpc>
              </a:pPr>
              <a:r>
                <a:rPr lang="en-US" altLang="zh-CN" sz="1100" dirty="0" smtClean="0">
                  <a:latin typeface="+mn-lt"/>
                </a:rPr>
                <a:t>Obj1</a:t>
              </a:r>
            </a:p>
            <a:p>
              <a:pPr>
                <a:lnSpc>
                  <a:spcPts val="2000"/>
                </a:lnSpc>
              </a:pPr>
              <a:r>
                <a:rPr lang="en-US" altLang="zh-CN" sz="1100" dirty="0" smtClean="0">
                  <a:latin typeface="+mn-lt"/>
                </a:rPr>
                <a:t>Obj2</a:t>
              </a:r>
            </a:p>
            <a:p>
              <a:pPr>
                <a:lnSpc>
                  <a:spcPts val="2000"/>
                </a:lnSpc>
              </a:pPr>
              <a:r>
                <a:rPr lang="zh-CN" altLang="en-US" sz="1100" dirty="0" smtClean="0">
                  <a:latin typeface="+mn-lt"/>
                </a:rPr>
                <a:t>边界线</a:t>
              </a:r>
              <a:endParaRPr lang="en-US" altLang="zh-CN" sz="1100" dirty="0" smtClean="0">
                <a:latin typeface="+mn-lt"/>
              </a:endParaRPr>
            </a:p>
            <a:p>
              <a:pPr>
                <a:lnSpc>
                  <a:spcPts val="2000"/>
                </a:lnSpc>
              </a:pPr>
              <a:r>
                <a:rPr lang="zh-CN" altLang="en-US" sz="1100" dirty="0" smtClean="0">
                  <a:latin typeface="+mn-lt"/>
                </a:rPr>
                <a:t>检测区域</a:t>
              </a:r>
              <a:endParaRPr lang="en-US" altLang="zh-CN" sz="1100" dirty="0" smtClean="0">
                <a:latin typeface="+mn-lt"/>
              </a:endParaRPr>
            </a:p>
            <a:p>
              <a:pPr>
                <a:lnSpc>
                  <a:spcPts val="2000"/>
                </a:lnSpc>
              </a:pPr>
              <a:r>
                <a:rPr lang="zh-CN" altLang="en-US" sz="1100" dirty="0" smtClean="0">
                  <a:latin typeface="+mn-lt"/>
                </a:rPr>
                <a:t>车位参考线</a:t>
              </a:r>
              <a:endParaRPr lang="en-US" altLang="zh-CN" sz="1100" dirty="0" smtClean="0">
                <a:latin typeface="+mn-lt"/>
              </a:endParaRPr>
            </a:p>
            <a:p>
              <a:pPr>
                <a:lnSpc>
                  <a:spcPts val="2000"/>
                </a:lnSpc>
              </a:pPr>
              <a:r>
                <a:rPr lang="zh-CN" altLang="en-US" sz="1100" dirty="0" smtClean="0">
                  <a:latin typeface="+mn-lt"/>
                </a:rPr>
                <a:t>坐标系</a:t>
              </a:r>
              <a:endParaRPr lang="en-US" altLang="zh-CN" sz="1100" dirty="0" smtClean="0">
                <a:latin typeface="+mn-lt"/>
              </a:endParaRPr>
            </a:p>
          </p:txBody>
        </p:sp>
        <p:cxnSp>
          <p:nvCxnSpPr>
            <p:cNvPr id="152" name="直接连接符 151"/>
            <p:cNvCxnSpPr/>
            <p:nvPr/>
          </p:nvCxnSpPr>
          <p:spPr>
            <a:xfrm flipH="1" flipV="1">
              <a:off x="6888047" y="4043263"/>
              <a:ext cx="269272" cy="4640"/>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54" name="矩形 153"/>
            <p:cNvSpPr/>
            <p:nvPr/>
          </p:nvSpPr>
          <p:spPr>
            <a:xfrm>
              <a:off x="6970340" y="3522192"/>
              <a:ext cx="103732" cy="56272"/>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矩形 154"/>
            <p:cNvSpPr/>
            <p:nvPr/>
          </p:nvSpPr>
          <p:spPr>
            <a:xfrm>
              <a:off x="6973644" y="3773093"/>
              <a:ext cx="103732" cy="5627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6" name="直接箭头连接符 155"/>
            <p:cNvCxnSpPr/>
            <p:nvPr/>
          </p:nvCxnSpPr>
          <p:spPr>
            <a:xfrm flipV="1">
              <a:off x="6888047" y="4263302"/>
              <a:ext cx="265083" cy="3855"/>
            </a:xfrm>
            <a:prstGeom prst="straightConnector1">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164" name="组合 163"/>
            <p:cNvGrpSpPr/>
            <p:nvPr/>
          </p:nvGrpSpPr>
          <p:grpSpPr>
            <a:xfrm>
              <a:off x="6919345" y="4661647"/>
              <a:ext cx="324495" cy="340325"/>
              <a:chOff x="6914092" y="4737099"/>
              <a:chExt cx="324495" cy="340325"/>
            </a:xfrm>
          </p:grpSpPr>
          <p:cxnSp>
            <p:nvCxnSpPr>
              <p:cNvPr id="166" name="直接箭头连接符 165"/>
              <p:cNvCxnSpPr/>
              <p:nvPr/>
            </p:nvCxnSpPr>
            <p:spPr>
              <a:xfrm flipV="1">
                <a:off x="6919345" y="4737099"/>
                <a:ext cx="7979" cy="34032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7" name="直接箭头连接符 166"/>
              <p:cNvCxnSpPr/>
              <p:nvPr/>
            </p:nvCxnSpPr>
            <p:spPr>
              <a:xfrm flipV="1">
                <a:off x="6914092" y="5067653"/>
                <a:ext cx="324495" cy="282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65" name="直接连接符 164"/>
            <p:cNvCxnSpPr/>
            <p:nvPr/>
          </p:nvCxnSpPr>
          <p:spPr>
            <a:xfrm>
              <a:off x="6888047" y="4568083"/>
              <a:ext cx="312829" cy="0"/>
            </a:xfrm>
            <a:prstGeom prst="line">
              <a:avLst/>
            </a:prstGeom>
            <a:ln w="38100">
              <a:solidFill>
                <a:schemeClr val="accent6">
                  <a:lumMod val="50000"/>
                </a:schemeClr>
              </a:solidFill>
              <a:prstDash val="lgDash"/>
            </a:ln>
          </p:spPr>
          <p:style>
            <a:lnRef idx="2">
              <a:schemeClr val="accent1"/>
            </a:lnRef>
            <a:fillRef idx="0">
              <a:schemeClr val="accent1"/>
            </a:fillRef>
            <a:effectRef idx="1">
              <a:schemeClr val="accent1"/>
            </a:effectRef>
            <a:fontRef idx="minor">
              <a:schemeClr val="tx1"/>
            </a:fontRef>
          </p:style>
        </p:cxnSp>
      </p:grpSp>
    </p:spTree>
    <p:custDataLst>
      <p:tags r:id="rId1"/>
    </p:custDataLst>
    <p:extLst>
      <p:ext uri="{BB962C8B-B14F-4D97-AF65-F5344CB8AC3E}">
        <p14:creationId xmlns:p14="http://schemas.microsoft.com/office/powerpoint/2010/main" val="12182905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79202" y="233084"/>
            <a:ext cx="677732" cy="4034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1323" tIns="35662" rIns="71323" bIns="35662" rtlCol="0" anchor="ctr"/>
          <a:lstStyle/>
          <a:p>
            <a:pPr algn="ctr"/>
            <a:r>
              <a:rPr lang="en-US" altLang="zh-CN" sz="2200" b="1" dirty="0" smtClean="0">
                <a:solidFill>
                  <a:schemeClr val="tx1"/>
                </a:solidFill>
                <a:latin typeface="微软雅黑" panose="020B0503020204020204" pitchFamily="34" charset="-122"/>
                <a:ea typeface="微软雅黑" panose="020B0503020204020204" pitchFamily="34" charset="-122"/>
              </a:rPr>
              <a:t>03</a:t>
            </a:r>
            <a:endParaRPr lang="zh-CN" altLang="en-US" sz="2200" b="1" dirty="0">
              <a:solidFill>
                <a:schemeClr val="tx1"/>
              </a:solidFill>
              <a:latin typeface="微软雅黑" panose="020B0503020204020204" pitchFamily="34" charset="-122"/>
              <a:ea typeface="微软雅黑" panose="020B0503020204020204" pitchFamily="34" charset="-122"/>
            </a:endParaRPr>
          </a:p>
        </p:txBody>
      </p:sp>
      <p:sp>
        <p:nvSpPr>
          <p:cNvPr id="31" name="标题 1"/>
          <p:cNvSpPr txBox="1"/>
          <p:nvPr/>
        </p:nvSpPr>
        <p:spPr bwMode="auto">
          <a:xfrm>
            <a:off x="1056937" y="210144"/>
            <a:ext cx="3416007" cy="476250"/>
          </a:xfrm>
          <a:prstGeom prst="rect">
            <a:avLst/>
          </a:prstGeom>
          <a:noFill/>
          <a:ln w="9525">
            <a:noFill/>
            <a:miter lim="800000"/>
          </a:ln>
        </p:spPr>
        <p:txBody>
          <a:bodyPr lIns="91429" tIns="45714" rIns="91429" bIns="45714" anchor="ctr"/>
          <a:lstStyle/>
          <a:p>
            <a:r>
              <a:rPr lang="zh-CN" altLang="en-US" sz="2400" b="1" dirty="0" smtClean="0">
                <a:solidFill>
                  <a:srgbClr val="7F7F7F"/>
                </a:solidFill>
                <a:latin typeface="+mn-ea"/>
                <a:ea typeface="+mn-ea"/>
                <a:cs typeface="Arial Unicode MS" panose="020B0604020202020204" pitchFamily="34" charset="-122"/>
              </a:rPr>
              <a:t>地图边界构建原理介绍</a:t>
            </a:r>
            <a:endParaRPr lang="zh-CN" altLang="en-US" sz="2400" b="1" dirty="0">
              <a:solidFill>
                <a:srgbClr val="7F7F7F"/>
              </a:solidFill>
              <a:latin typeface="+mn-ea"/>
              <a:ea typeface="+mn-ea"/>
              <a:cs typeface="Arial Unicode MS" panose="020B0604020202020204" pitchFamily="34" charset="-122"/>
            </a:endParaRPr>
          </a:p>
        </p:txBody>
      </p:sp>
      <p:sp>
        <p:nvSpPr>
          <p:cNvPr id="13" name="TextBox 12"/>
          <p:cNvSpPr txBox="1"/>
          <p:nvPr/>
        </p:nvSpPr>
        <p:spPr>
          <a:xfrm>
            <a:off x="8618220" y="5345966"/>
            <a:ext cx="454732" cy="338554"/>
          </a:xfrm>
          <a:prstGeom prst="rect">
            <a:avLst/>
          </a:prstGeom>
          <a:solidFill>
            <a:schemeClr val="bg1"/>
          </a:solidFill>
          <a:ln>
            <a:solidFill>
              <a:schemeClr val="bg1"/>
            </a:solidFill>
          </a:ln>
        </p:spPr>
        <p:txBody>
          <a:bodyPr wrap="square" rtlCol="0">
            <a:spAutoFit/>
          </a:bodyPr>
          <a:lstStyle/>
          <a:p>
            <a:r>
              <a:rPr lang="en-US" altLang="zh-CN" sz="1600" dirty="0" smtClean="0">
                <a:latin typeface="+mn-ea"/>
                <a:ea typeface="+mn-ea"/>
              </a:rPr>
              <a:t>  </a:t>
            </a:r>
            <a:endParaRPr lang="zh-CN" altLang="en-US" sz="1600" dirty="0">
              <a:latin typeface="+mn-ea"/>
              <a:ea typeface="+mn-ea"/>
            </a:endParaRPr>
          </a:p>
        </p:txBody>
      </p:sp>
      <p:sp>
        <p:nvSpPr>
          <p:cNvPr id="5"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TextBox 20"/>
          <p:cNvSpPr txBox="1"/>
          <p:nvPr/>
        </p:nvSpPr>
        <p:spPr>
          <a:xfrm>
            <a:off x="0" y="815513"/>
            <a:ext cx="8393635" cy="415498"/>
          </a:xfrm>
          <a:prstGeom prst="rect">
            <a:avLst/>
          </a:prstGeom>
          <a:noFill/>
        </p:spPr>
        <p:txBody>
          <a:bodyPr wrap="square" rtlCol="0">
            <a:spAutoFit/>
          </a:bodyPr>
          <a:lstStyle/>
          <a:p>
            <a:pPr marL="742950" lvl="2" indent="-285750">
              <a:lnSpc>
                <a:spcPct val="150000"/>
              </a:lnSpc>
              <a:buFont typeface="Wingdings" panose="05000000000000000000" pitchFamily="2" charset="2"/>
              <a:buChar char="p"/>
            </a:pPr>
            <a:r>
              <a:rPr lang="zh-CN" altLang="en-US" sz="1600" dirty="0" smtClean="0">
                <a:latin typeface="+mn-ea"/>
              </a:rPr>
              <a:t>离散障碍物更新及处理</a:t>
            </a:r>
            <a:endParaRPr lang="en-US" altLang="zh-CN" sz="1600" dirty="0" smtClean="0">
              <a:latin typeface="+mn-ea"/>
            </a:endParaRPr>
          </a:p>
        </p:txBody>
      </p:sp>
      <p:sp>
        <p:nvSpPr>
          <p:cNvPr id="131" name="文本框 13"/>
          <p:cNvSpPr txBox="1"/>
          <p:nvPr/>
        </p:nvSpPr>
        <p:spPr>
          <a:xfrm>
            <a:off x="-2" y="1298223"/>
            <a:ext cx="8939816" cy="1361911"/>
          </a:xfrm>
          <a:prstGeom prst="rect">
            <a:avLst/>
          </a:prstGeom>
          <a:noFill/>
        </p:spPr>
        <p:txBody>
          <a:bodyPr wrap="square" rtlCol="0">
            <a:spAutoFit/>
          </a:bodyPr>
          <a:lstStyle>
            <a:defPPr>
              <a:defRPr lang="zh-TW"/>
            </a:defPPr>
            <a:lvl3pPr marL="457200" lvl="2" indent="0">
              <a:lnSpc>
                <a:spcPct val="150000"/>
              </a:lnSpc>
              <a:defRPr sz="1800">
                <a:latin typeface="+mn-ea"/>
              </a:defRPr>
            </a:lvl3pPr>
          </a:lstStyle>
          <a:p>
            <a:pPr marL="742950" lvl="2" indent="-285750">
              <a:buFont typeface="Wingdings" panose="05000000000000000000" pitchFamily="2" charset="2"/>
              <a:buChar char="Ø"/>
            </a:pPr>
            <a:r>
              <a:rPr lang="zh-CN" altLang="en-US" sz="1100" dirty="0" smtClean="0">
                <a:latin typeface="+mn-lt"/>
              </a:rPr>
              <a:t>融合</a:t>
            </a:r>
            <a:r>
              <a:rPr lang="en-US" altLang="zh-CN" sz="1100" dirty="0" smtClean="0">
                <a:latin typeface="+mn-lt"/>
              </a:rPr>
              <a:t>OD</a:t>
            </a:r>
            <a:r>
              <a:rPr lang="zh-CN" altLang="en-US" sz="1100" dirty="0" smtClean="0">
                <a:latin typeface="+mn-lt"/>
              </a:rPr>
              <a:t>数据处理策略：</a:t>
            </a:r>
            <a:endParaRPr lang="en-US" altLang="zh-CN" sz="1100" dirty="0">
              <a:latin typeface="+mn-lt"/>
            </a:endParaRPr>
          </a:p>
          <a:p>
            <a:pPr marL="685800" lvl="2" indent="-228600">
              <a:buFont typeface="+mj-ea"/>
              <a:buAutoNum type="circleNumDbPlain"/>
            </a:pPr>
            <a:r>
              <a:rPr lang="zh-CN" altLang="en-US" sz="1100" dirty="0" smtClean="0">
                <a:latin typeface="+mn-lt"/>
              </a:rPr>
              <a:t>融合</a:t>
            </a:r>
            <a:r>
              <a:rPr lang="en-US" altLang="zh-CN" sz="1100" dirty="0" smtClean="0">
                <a:latin typeface="+mn-lt"/>
              </a:rPr>
              <a:t>OD</a:t>
            </a:r>
            <a:r>
              <a:rPr lang="zh-CN" altLang="en-US" sz="1100" dirty="0" smtClean="0">
                <a:latin typeface="+mn-lt"/>
              </a:rPr>
              <a:t>障碍物类型：警示柱、锥形桶、方柱、两轮车、禁停牌、</a:t>
            </a:r>
            <a:r>
              <a:rPr lang="en-US" altLang="zh-CN" sz="1100" dirty="0" smtClean="0">
                <a:latin typeface="+mn-lt"/>
              </a:rPr>
              <a:t>U</a:t>
            </a:r>
            <a:r>
              <a:rPr lang="zh-CN" altLang="en-US" sz="1100" dirty="0" smtClean="0">
                <a:latin typeface="+mn-lt"/>
              </a:rPr>
              <a:t>型杆、石墩、轮挡；</a:t>
            </a:r>
            <a:endParaRPr lang="en-US" altLang="zh-CN" sz="1100" dirty="0" smtClean="0">
              <a:latin typeface="+mn-lt"/>
            </a:endParaRPr>
          </a:p>
          <a:p>
            <a:pPr marL="685800" lvl="2" indent="-228600">
              <a:buFont typeface="+mj-ea"/>
              <a:buAutoNum type="circleNumDbPlain"/>
            </a:pPr>
            <a:r>
              <a:rPr lang="zh-CN" altLang="en-US" sz="1100" dirty="0" smtClean="0">
                <a:latin typeface="+mn-lt"/>
              </a:rPr>
              <a:t>除了轮挡，其他类型的融合</a:t>
            </a:r>
            <a:r>
              <a:rPr lang="en-US" altLang="zh-CN" sz="1100" dirty="0" smtClean="0">
                <a:latin typeface="+mn-lt"/>
              </a:rPr>
              <a:t>OD</a:t>
            </a:r>
            <a:r>
              <a:rPr lang="zh-CN" altLang="en-US" sz="1100" dirty="0" smtClean="0">
                <a:latin typeface="+mn-lt"/>
              </a:rPr>
              <a:t>障碍物，当发生坐标入侵当前车辆，则判定为误检测并进行过滤。</a:t>
            </a:r>
            <a:endParaRPr lang="en-US" altLang="zh-CN" sz="1100" dirty="0" smtClean="0">
              <a:latin typeface="+mn-lt"/>
            </a:endParaRPr>
          </a:p>
          <a:p>
            <a:pPr marL="685800" lvl="2" indent="-228600">
              <a:buFont typeface="+mj-ea"/>
              <a:buAutoNum type="circleNumDbPlain"/>
            </a:pPr>
            <a:r>
              <a:rPr lang="zh-CN" altLang="en-US" sz="1100" dirty="0" smtClean="0">
                <a:latin typeface="+mn-lt"/>
              </a:rPr>
              <a:t>当轮挡入侵车辆四轮中间区域，则判定为误</a:t>
            </a:r>
            <a:r>
              <a:rPr lang="zh-CN" altLang="en-US" sz="1100" dirty="0"/>
              <a:t>检测并进行过滤。</a:t>
            </a:r>
            <a:endParaRPr lang="en-US" altLang="zh-CN" sz="1100" dirty="0"/>
          </a:p>
          <a:p>
            <a:pPr marL="685800" lvl="2" indent="-228600">
              <a:buFont typeface="+mj-ea"/>
              <a:buAutoNum type="circleNumDbPlain"/>
            </a:pPr>
            <a:r>
              <a:rPr lang="zh-CN" altLang="en-US" sz="1100" dirty="0" smtClean="0">
                <a:latin typeface="+mn-lt"/>
              </a:rPr>
              <a:t>除了以上两种情况，其余情况</a:t>
            </a:r>
            <a:r>
              <a:rPr lang="zh-CN" altLang="en-US" sz="1100" smtClean="0">
                <a:latin typeface="+mn-lt"/>
              </a:rPr>
              <a:t>都正常输出所有融合</a:t>
            </a:r>
            <a:r>
              <a:rPr lang="en-US" altLang="zh-CN" sz="1100" dirty="0" smtClean="0">
                <a:latin typeface="+mn-lt"/>
              </a:rPr>
              <a:t>OD</a:t>
            </a:r>
            <a:r>
              <a:rPr lang="zh-CN" altLang="en-US" sz="1100" dirty="0" smtClean="0">
                <a:latin typeface="+mn-lt"/>
              </a:rPr>
              <a:t>障碍物的坐标和类型。</a:t>
            </a:r>
            <a:endParaRPr lang="en-US" altLang="zh-CN" sz="1100" dirty="0" smtClean="0">
              <a:latin typeface="+mn-lt"/>
            </a:endParaRPr>
          </a:p>
        </p:txBody>
      </p:sp>
      <p:grpSp>
        <p:nvGrpSpPr>
          <p:cNvPr id="37" name="组合 36"/>
          <p:cNvGrpSpPr/>
          <p:nvPr/>
        </p:nvGrpSpPr>
        <p:grpSpPr>
          <a:xfrm>
            <a:off x="3142265" y="2859701"/>
            <a:ext cx="2399890" cy="2122581"/>
            <a:chOff x="3579144" y="3038475"/>
            <a:chExt cx="2399890" cy="2122581"/>
          </a:xfrm>
        </p:grpSpPr>
        <p:sp>
          <p:nvSpPr>
            <p:cNvPr id="4" name="矩形 3"/>
            <p:cNvSpPr/>
            <p:nvPr/>
          </p:nvSpPr>
          <p:spPr>
            <a:xfrm>
              <a:off x="4862319" y="3913945"/>
              <a:ext cx="207867" cy="221519"/>
            </a:xfrm>
            <a:prstGeom prst="rect">
              <a:avLst/>
            </a:prstGeom>
            <a:solidFill>
              <a:srgbClr val="4D4D4D"/>
            </a:solidFill>
            <a:ln>
              <a:solidFill>
                <a:srgbClr val="7F7F7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solidFill>
                  <a:schemeClr val="tx1"/>
                </a:solidFill>
              </a:endParaRPr>
            </a:p>
          </p:txBody>
        </p:sp>
        <p:grpSp>
          <p:nvGrpSpPr>
            <p:cNvPr id="157" name="组合 156"/>
            <p:cNvGrpSpPr/>
            <p:nvPr/>
          </p:nvGrpSpPr>
          <p:grpSpPr>
            <a:xfrm>
              <a:off x="4206405" y="3233755"/>
              <a:ext cx="287083" cy="774318"/>
              <a:chOff x="977425" y="691092"/>
              <a:chExt cx="555412" cy="1501204"/>
            </a:xfrm>
          </p:grpSpPr>
          <p:cxnSp>
            <p:nvCxnSpPr>
              <p:cNvPr id="158" name="直接连接符 157"/>
              <p:cNvCxnSpPr/>
              <p:nvPr/>
            </p:nvCxnSpPr>
            <p:spPr>
              <a:xfrm flipH="1" flipV="1">
                <a:off x="981513" y="2185975"/>
                <a:ext cx="539999" cy="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159" name="直接连接符 158"/>
              <p:cNvCxnSpPr/>
              <p:nvPr/>
            </p:nvCxnSpPr>
            <p:spPr>
              <a:xfrm flipH="1" flipV="1">
                <a:off x="977425" y="691092"/>
                <a:ext cx="0" cy="150120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160" name="直接连接符 159"/>
              <p:cNvCxnSpPr/>
              <p:nvPr/>
            </p:nvCxnSpPr>
            <p:spPr>
              <a:xfrm flipH="1" flipV="1">
                <a:off x="1532837" y="691096"/>
                <a:ext cx="0" cy="150120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161" name="直接连接符 160"/>
              <p:cNvCxnSpPr/>
              <p:nvPr/>
            </p:nvCxnSpPr>
            <p:spPr>
              <a:xfrm flipH="1" flipV="1">
                <a:off x="981513" y="701867"/>
                <a:ext cx="539999" cy="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162" name="直接连接符 161"/>
              <p:cNvCxnSpPr/>
              <p:nvPr/>
            </p:nvCxnSpPr>
            <p:spPr>
              <a:xfrm flipH="1" flipV="1">
                <a:off x="986956" y="1847429"/>
                <a:ext cx="539999" cy="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cxnSp>
            <p:nvCxnSpPr>
              <p:cNvPr id="163" name="直接连接符 162"/>
              <p:cNvCxnSpPr/>
              <p:nvPr/>
            </p:nvCxnSpPr>
            <p:spPr>
              <a:xfrm flipH="1" flipV="1">
                <a:off x="1258789" y="695954"/>
                <a:ext cx="0" cy="1491240"/>
              </a:xfrm>
              <a:prstGeom prst="line">
                <a:avLst/>
              </a:prstGeom>
              <a:noFill/>
              <a:ln w="22225" cap="flat" cmpd="sng" algn="ctr">
                <a:solidFill>
                  <a:schemeClr val="accent1"/>
                </a:solidFill>
                <a:prstDash val="solid"/>
                <a:headEnd type="none"/>
                <a:tailEnd type="none"/>
              </a:ln>
              <a:effectLst>
                <a:outerShdw blurRad="40000" dist="20000" dir="5400000" rotWithShape="0">
                  <a:srgbClr val="000000">
                    <a:alpha val="38000"/>
                  </a:srgbClr>
                </a:outerShdw>
              </a:effectLst>
            </p:spPr>
          </p:cxnSp>
        </p:grpSp>
        <p:sp>
          <p:nvSpPr>
            <p:cNvPr id="35" name="TextBox 448"/>
            <p:cNvSpPr txBox="1"/>
            <p:nvPr/>
          </p:nvSpPr>
          <p:spPr>
            <a:xfrm>
              <a:off x="5150762" y="3839732"/>
              <a:ext cx="721858" cy="200477"/>
            </a:xfrm>
            <a:prstGeom prst="rect">
              <a:avLst/>
            </a:prstGeom>
            <a:no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zh-CN" altLang="en-US" sz="700" dirty="0" smtClean="0">
                  <a:latin typeface="宋体" panose="02010600030101010101" pitchFamily="2" charset="-122"/>
                  <a:ea typeface="宋体" panose="02010600030101010101" pitchFamily="2" charset="-122"/>
                </a:rPr>
                <a:t>车辆检测区域</a:t>
              </a:r>
              <a:endParaRPr lang="zh-CN" altLang="en-US" sz="700" dirty="0">
                <a:latin typeface="宋体" panose="02010600030101010101" pitchFamily="2" charset="-122"/>
                <a:ea typeface="宋体" panose="02010600030101010101" pitchFamily="2" charset="-122"/>
              </a:endParaRPr>
            </a:p>
          </p:txBody>
        </p:sp>
        <p:cxnSp>
          <p:nvCxnSpPr>
            <p:cNvPr id="16" name="直接连接符 15"/>
            <p:cNvCxnSpPr/>
            <p:nvPr/>
          </p:nvCxnSpPr>
          <p:spPr>
            <a:xfrm flipH="1">
              <a:off x="4788304" y="3038475"/>
              <a:ext cx="4938" cy="1028680"/>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4793241" y="4818202"/>
              <a:ext cx="1" cy="342854"/>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4788304" y="4063725"/>
              <a:ext cx="1187059" cy="3430"/>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4793242" y="4808359"/>
              <a:ext cx="1185792" cy="0"/>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5979033" y="4074019"/>
              <a:ext cx="0" cy="741203"/>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3579144" y="3038475"/>
              <a:ext cx="6205" cy="2119601"/>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4844948" y="4193939"/>
              <a:ext cx="996173" cy="10641"/>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4830221" y="4634199"/>
              <a:ext cx="1028270" cy="6600"/>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57" name="组合 56"/>
            <p:cNvGrpSpPr/>
            <p:nvPr/>
          </p:nvGrpSpPr>
          <p:grpSpPr>
            <a:xfrm rot="10800000">
              <a:off x="4788304" y="4184060"/>
              <a:ext cx="1081516" cy="462059"/>
              <a:chOff x="2888780" y="1949025"/>
              <a:chExt cx="1320528" cy="562133"/>
            </a:xfrm>
          </p:grpSpPr>
          <p:sp>
            <p:nvSpPr>
              <p:cNvPr id="58" name="Freeform 5"/>
              <p:cNvSpPr>
                <a:spLocks/>
              </p:cNvSpPr>
              <p:nvPr/>
            </p:nvSpPr>
            <p:spPr bwMode="auto">
              <a:xfrm rot="10800000">
                <a:off x="4043320" y="1998027"/>
                <a:ext cx="165988" cy="464129"/>
              </a:xfrm>
              <a:custGeom>
                <a:avLst/>
                <a:gdLst>
                  <a:gd name="T0" fmla="*/ 180 w 180"/>
                  <a:gd name="T1" fmla="*/ 502 h 502"/>
                  <a:gd name="T2" fmla="*/ 180 w 180"/>
                  <a:gd name="T3" fmla="*/ 0 h 502"/>
                </a:gdLst>
                <a:ahLst/>
                <a:cxnLst>
                  <a:cxn ang="0">
                    <a:pos x="T0" y="T1"/>
                  </a:cxn>
                  <a:cxn ang="0">
                    <a:pos x="T2" y="T3"/>
                  </a:cxn>
                </a:cxnLst>
                <a:rect l="0" t="0" r="r" b="b"/>
                <a:pathLst>
                  <a:path w="180" h="502">
                    <a:moveTo>
                      <a:pt x="180" y="502"/>
                    </a:moveTo>
                    <a:cubicBezTo>
                      <a:pt x="15" y="396"/>
                      <a:pt x="0" y="132"/>
                      <a:pt x="18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59" name="Freeform 6"/>
              <p:cNvSpPr>
                <a:spLocks/>
              </p:cNvSpPr>
              <p:nvPr/>
            </p:nvSpPr>
            <p:spPr bwMode="auto">
              <a:xfrm rot="10800000">
                <a:off x="3849667" y="1973988"/>
                <a:ext cx="193653" cy="24039"/>
              </a:xfrm>
              <a:custGeom>
                <a:avLst/>
                <a:gdLst>
                  <a:gd name="T0" fmla="*/ 0 w 210"/>
                  <a:gd name="T1" fmla="*/ 0 h 26"/>
                  <a:gd name="T2" fmla="*/ 210 w 210"/>
                  <a:gd name="T3" fmla="*/ 13 h 26"/>
                </a:gdLst>
                <a:ahLst/>
                <a:cxnLst>
                  <a:cxn ang="0">
                    <a:pos x="T0" y="T1"/>
                  </a:cxn>
                  <a:cxn ang="0">
                    <a:pos x="T2" y="T3"/>
                  </a:cxn>
                </a:cxnLst>
                <a:rect l="0" t="0" r="r" b="b"/>
                <a:pathLst>
                  <a:path w="210" h="26">
                    <a:moveTo>
                      <a:pt x="0" y="0"/>
                    </a:moveTo>
                    <a:cubicBezTo>
                      <a:pt x="105" y="26"/>
                      <a:pt x="165" y="13"/>
                      <a:pt x="210" y="1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60" name="Freeform 7"/>
              <p:cNvSpPr>
                <a:spLocks/>
              </p:cNvSpPr>
              <p:nvPr/>
            </p:nvSpPr>
            <p:spPr bwMode="auto">
              <a:xfrm rot="10800000">
                <a:off x="4118936" y="2120069"/>
                <a:ext cx="48874" cy="220045"/>
              </a:xfrm>
              <a:custGeom>
                <a:avLst/>
                <a:gdLst>
                  <a:gd name="T0" fmla="*/ 53 w 53"/>
                  <a:gd name="T1" fmla="*/ 238 h 238"/>
                  <a:gd name="T2" fmla="*/ 53 w 53"/>
                  <a:gd name="T3" fmla="*/ 0 h 238"/>
                </a:gdLst>
                <a:ahLst/>
                <a:cxnLst>
                  <a:cxn ang="0">
                    <a:pos x="T0" y="T1"/>
                  </a:cxn>
                  <a:cxn ang="0">
                    <a:pos x="T2" y="T3"/>
                  </a:cxn>
                </a:cxnLst>
                <a:rect l="0" t="0" r="r" b="b"/>
                <a:pathLst>
                  <a:path w="53" h="238">
                    <a:moveTo>
                      <a:pt x="53" y="238"/>
                    </a:moveTo>
                    <a:cubicBezTo>
                      <a:pt x="0" y="185"/>
                      <a:pt x="0" y="79"/>
                      <a:pt x="53"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61" name="Freeform 8"/>
              <p:cNvSpPr>
                <a:spLocks/>
              </p:cNvSpPr>
              <p:nvPr/>
            </p:nvSpPr>
            <p:spPr bwMode="auto">
              <a:xfrm rot="10800000">
                <a:off x="4029487" y="2010046"/>
                <a:ext cx="110659" cy="122042"/>
              </a:xfrm>
              <a:custGeom>
                <a:avLst/>
                <a:gdLst>
                  <a:gd name="T0" fmla="*/ 48 w 256"/>
                  <a:gd name="T1" fmla="*/ 32 h 320"/>
                  <a:gd name="T2" fmla="*/ 96 w 256"/>
                  <a:gd name="T3" fmla="*/ 160 h 320"/>
                  <a:gd name="T4" fmla="*/ 176 w 256"/>
                  <a:gd name="T5" fmla="*/ 272 h 320"/>
                  <a:gd name="T6" fmla="*/ 192 w 256"/>
                  <a:gd name="T7" fmla="*/ 208 h 320"/>
                  <a:gd name="T8" fmla="*/ 96 w 256"/>
                  <a:gd name="T9" fmla="*/ 64 h 320"/>
                  <a:gd name="T10" fmla="*/ 48 w 256"/>
                  <a:gd name="T11" fmla="*/ 32 h 320"/>
                </a:gdLst>
                <a:ahLst/>
                <a:cxnLst>
                  <a:cxn ang="0">
                    <a:pos x="T0" y="T1"/>
                  </a:cxn>
                  <a:cxn ang="0">
                    <a:pos x="T2" y="T3"/>
                  </a:cxn>
                  <a:cxn ang="0">
                    <a:pos x="T4" y="T5"/>
                  </a:cxn>
                  <a:cxn ang="0">
                    <a:pos x="T6" y="T7"/>
                  </a:cxn>
                  <a:cxn ang="0">
                    <a:pos x="T8" y="T9"/>
                  </a:cxn>
                  <a:cxn ang="0">
                    <a:pos x="T10" y="T11"/>
                  </a:cxn>
                </a:cxnLst>
                <a:rect l="0" t="0" r="r" b="b"/>
                <a:pathLst>
                  <a:path w="256" h="320">
                    <a:moveTo>
                      <a:pt x="48" y="32"/>
                    </a:moveTo>
                    <a:cubicBezTo>
                      <a:pt x="0" y="0"/>
                      <a:pt x="80" y="128"/>
                      <a:pt x="96" y="160"/>
                    </a:cubicBezTo>
                    <a:cubicBezTo>
                      <a:pt x="96" y="208"/>
                      <a:pt x="144" y="256"/>
                      <a:pt x="176" y="272"/>
                    </a:cubicBezTo>
                    <a:cubicBezTo>
                      <a:pt x="256" y="320"/>
                      <a:pt x="208" y="224"/>
                      <a:pt x="192" y="208"/>
                    </a:cubicBezTo>
                    <a:cubicBezTo>
                      <a:pt x="160" y="160"/>
                      <a:pt x="128" y="112"/>
                      <a:pt x="96" y="64"/>
                    </a:cubicBezTo>
                    <a:cubicBezTo>
                      <a:pt x="80" y="48"/>
                      <a:pt x="64" y="48"/>
                      <a:pt x="48" y="32"/>
                    </a:cubicBezTo>
                  </a:path>
                </a:pathLst>
              </a:custGeom>
              <a:solidFill>
                <a:srgbClr val="FFFFFF"/>
              </a:solidFill>
              <a:ln w="3175">
                <a:solidFill>
                  <a:srgbClr val="5757FF"/>
                </a:solidFill>
                <a:prstDash val="solid"/>
                <a:round/>
                <a:headEnd/>
                <a:tailEnd/>
              </a:ln>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62" name="Freeform 9"/>
              <p:cNvSpPr>
                <a:spLocks/>
              </p:cNvSpPr>
              <p:nvPr/>
            </p:nvSpPr>
            <p:spPr bwMode="auto">
              <a:xfrm rot="10800000">
                <a:off x="4029487" y="2010046"/>
                <a:ext cx="110659" cy="122042"/>
              </a:xfrm>
              <a:custGeom>
                <a:avLst/>
                <a:gdLst>
                  <a:gd name="T0" fmla="*/ 23 w 120"/>
                  <a:gd name="T1" fmla="*/ 13 h 132"/>
                  <a:gd name="T2" fmla="*/ 45 w 120"/>
                  <a:gd name="T3" fmla="*/ 66 h 132"/>
                  <a:gd name="T4" fmla="*/ 82 w 120"/>
                  <a:gd name="T5" fmla="*/ 112 h 132"/>
                  <a:gd name="T6" fmla="*/ 90 w 120"/>
                  <a:gd name="T7" fmla="*/ 86 h 132"/>
                  <a:gd name="T8" fmla="*/ 45 w 120"/>
                  <a:gd name="T9" fmla="*/ 26 h 132"/>
                  <a:gd name="T10" fmla="*/ 23 w 120"/>
                  <a:gd name="T11" fmla="*/ 13 h 132"/>
                </a:gdLst>
                <a:ahLst/>
                <a:cxnLst>
                  <a:cxn ang="0">
                    <a:pos x="T0" y="T1"/>
                  </a:cxn>
                  <a:cxn ang="0">
                    <a:pos x="T2" y="T3"/>
                  </a:cxn>
                  <a:cxn ang="0">
                    <a:pos x="T4" y="T5"/>
                  </a:cxn>
                  <a:cxn ang="0">
                    <a:pos x="T6" y="T7"/>
                  </a:cxn>
                  <a:cxn ang="0">
                    <a:pos x="T8" y="T9"/>
                  </a:cxn>
                  <a:cxn ang="0">
                    <a:pos x="T10" y="T11"/>
                  </a:cxn>
                </a:cxnLst>
                <a:rect l="0" t="0" r="r" b="b"/>
                <a:pathLst>
                  <a:path w="120" h="132">
                    <a:moveTo>
                      <a:pt x="23" y="13"/>
                    </a:moveTo>
                    <a:cubicBezTo>
                      <a:pt x="0" y="0"/>
                      <a:pt x="38" y="53"/>
                      <a:pt x="45" y="66"/>
                    </a:cubicBezTo>
                    <a:cubicBezTo>
                      <a:pt x="45" y="86"/>
                      <a:pt x="68" y="105"/>
                      <a:pt x="82" y="112"/>
                    </a:cubicBezTo>
                    <a:cubicBezTo>
                      <a:pt x="120" y="132"/>
                      <a:pt x="97" y="92"/>
                      <a:pt x="90" y="86"/>
                    </a:cubicBezTo>
                    <a:cubicBezTo>
                      <a:pt x="75" y="66"/>
                      <a:pt x="60" y="46"/>
                      <a:pt x="45" y="26"/>
                    </a:cubicBezTo>
                    <a:cubicBezTo>
                      <a:pt x="38" y="19"/>
                      <a:pt x="30" y="19"/>
                      <a:pt x="23" y="1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63" name="Freeform 10"/>
              <p:cNvSpPr>
                <a:spLocks/>
              </p:cNvSpPr>
              <p:nvPr/>
            </p:nvSpPr>
            <p:spPr bwMode="auto">
              <a:xfrm rot="10800000">
                <a:off x="4029487" y="2328095"/>
                <a:ext cx="110659" cy="122042"/>
              </a:xfrm>
              <a:custGeom>
                <a:avLst/>
                <a:gdLst>
                  <a:gd name="T0" fmla="*/ 48 w 256"/>
                  <a:gd name="T1" fmla="*/ 304 h 320"/>
                  <a:gd name="T2" fmla="*/ 96 w 256"/>
                  <a:gd name="T3" fmla="*/ 160 h 320"/>
                  <a:gd name="T4" fmla="*/ 176 w 256"/>
                  <a:gd name="T5" fmla="*/ 64 h 320"/>
                  <a:gd name="T6" fmla="*/ 192 w 256"/>
                  <a:gd name="T7" fmla="*/ 128 h 320"/>
                  <a:gd name="T8" fmla="*/ 96 w 256"/>
                  <a:gd name="T9" fmla="*/ 256 h 320"/>
                  <a:gd name="T10" fmla="*/ 48 w 256"/>
                  <a:gd name="T11" fmla="*/ 304 h 320"/>
                </a:gdLst>
                <a:ahLst/>
                <a:cxnLst>
                  <a:cxn ang="0">
                    <a:pos x="T0" y="T1"/>
                  </a:cxn>
                  <a:cxn ang="0">
                    <a:pos x="T2" y="T3"/>
                  </a:cxn>
                  <a:cxn ang="0">
                    <a:pos x="T4" y="T5"/>
                  </a:cxn>
                  <a:cxn ang="0">
                    <a:pos x="T6" y="T7"/>
                  </a:cxn>
                  <a:cxn ang="0">
                    <a:pos x="T8" y="T9"/>
                  </a:cxn>
                  <a:cxn ang="0">
                    <a:pos x="T10" y="T11"/>
                  </a:cxn>
                </a:cxnLst>
                <a:rect l="0" t="0" r="r" b="b"/>
                <a:pathLst>
                  <a:path w="256" h="320">
                    <a:moveTo>
                      <a:pt x="48" y="304"/>
                    </a:moveTo>
                    <a:cubicBezTo>
                      <a:pt x="0" y="320"/>
                      <a:pt x="80" y="208"/>
                      <a:pt x="96" y="160"/>
                    </a:cubicBezTo>
                    <a:cubicBezTo>
                      <a:pt x="112" y="112"/>
                      <a:pt x="144" y="80"/>
                      <a:pt x="176" y="64"/>
                    </a:cubicBezTo>
                    <a:cubicBezTo>
                      <a:pt x="256" y="0"/>
                      <a:pt x="208" y="112"/>
                      <a:pt x="192" y="128"/>
                    </a:cubicBezTo>
                    <a:cubicBezTo>
                      <a:pt x="160" y="160"/>
                      <a:pt x="128" y="224"/>
                      <a:pt x="96" y="256"/>
                    </a:cubicBezTo>
                    <a:cubicBezTo>
                      <a:pt x="80" y="288"/>
                      <a:pt x="64" y="288"/>
                      <a:pt x="48" y="304"/>
                    </a:cubicBezTo>
                  </a:path>
                </a:pathLst>
              </a:custGeom>
              <a:solidFill>
                <a:srgbClr val="FFFFFF"/>
              </a:solidFill>
              <a:ln w="3175">
                <a:solidFill>
                  <a:srgbClr val="5757FF"/>
                </a:solidFill>
                <a:prstDash val="solid"/>
                <a:round/>
                <a:headEnd/>
                <a:tailEnd/>
              </a:ln>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64" name="Freeform 11"/>
              <p:cNvSpPr>
                <a:spLocks/>
              </p:cNvSpPr>
              <p:nvPr/>
            </p:nvSpPr>
            <p:spPr bwMode="auto">
              <a:xfrm rot="10800000">
                <a:off x="4029487" y="2328095"/>
                <a:ext cx="110659" cy="122042"/>
              </a:xfrm>
              <a:custGeom>
                <a:avLst/>
                <a:gdLst>
                  <a:gd name="T0" fmla="*/ 23 w 120"/>
                  <a:gd name="T1" fmla="*/ 126 h 132"/>
                  <a:gd name="T2" fmla="*/ 45 w 120"/>
                  <a:gd name="T3" fmla="*/ 66 h 132"/>
                  <a:gd name="T4" fmla="*/ 82 w 120"/>
                  <a:gd name="T5" fmla="*/ 27 h 132"/>
                  <a:gd name="T6" fmla="*/ 90 w 120"/>
                  <a:gd name="T7" fmla="*/ 53 h 132"/>
                  <a:gd name="T8" fmla="*/ 45 w 120"/>
                  <a:gd name="T9" fmla="*/ 106 h 132"/>
                  <a:gd name="T10" fmla="*/ 23 w 120"/>
                  <a:gd name="T11" fmla="*/ 126 h 132"/>
                </a:gdLst>
                <a:ahLst/>
                <a:cxnLst>
                  <a:cxn ang="0">
                    <a:pos x="T0" y="T1"/>
                  </a:cxn>
                  <a:cxn ang="0">
                    <a:pos x="T2" y="T3"/>
                  </a:cxn>
                  <a:cxn ang="0">
                    <a:pos x="T4" y="T5"/>
                  </a:cxn>
                  <a:cxn ang="0">
                    <a:pos x="T6" y="T7"/>
                  </a:cxn>
                  <a:cxn ang="0">
                    <a:pos x="T8" y="T9"/>
                  </a:cxn>
                  <a:cxn ang="0">
                    <a:pos x="T10" y="T11"/>
                  </a:cxn>
                </a:cxnLst>
                <a:rect l="0" t="0" r="r" b="b"/>
                <a:pathLst>
                  <a:path w="120" h="132">
                    <a:moveTo>
                      <a:pt x="23" y="126"/>
                    </a:moveTo>
                    <a:cubicBezTo>
                      <a:pt x="0" y="132"/>
                      <a:pt x="38" y="86"/>
                      <a:pt x="45" y="66"/>
                    </a:cubicBezTo>
                    <a:cubicBezTo>
                      <a:pt x="53" y="46"/>
                      <a:pt x="68" y="33"/>
                      <a:pt x="82" y="27"/>
                    </a:cubicBezTo>
                    <a:cubicBezTo>
                      <a:pt x="120" y="0"/>
                      <a:pt x="97" y="46"/>
                      <a:pt x="90" y="53"/>
                    </a:cubicBezTo>
                    <a:cubicBezTo>
                      <a:pt x="75" y="66"/>
                      <a:pt x="60" y="93"/>
                      <a:pt x="45" y="106"/>
                    </a:cubicBezTo>
                    <a:cubicBezTo>
                      <a:pt x="38" y="119"/>
                      <a:pt x="30" y="119"/>
                      <a:pt x="23" y="12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65" name="Freeform 12"/>
              <p:cNvSpPr>
                <a:spLocks/>
              </p:cNvSpPr>
              <p:nvPr/>
            </p:nvSpPr>
            <p:spPr bwMode="auto">
              <a:xfrm rot="10800000">
                <a:off x="3891164" y="2071067"/>
                <a:ext cx="248982" cy="73965"/>
              </a:xfrm>
              <a:custGeom>
                <a:avLst/>
                <a:gdLst>
                  <a:gd name="T0" fmla="*/ 270 w 270"/>
                  <a:gd name="T1" fmla="*/ 80 h 80"/>
                  <a:gd name="T2" fmla="*/ 0 w 270"/>
                  <a:gd name="T3" fmla="*/ 0 h 80"/>
                </a:gdLst>
                <a:ahLst/>
                <a:cxnLst>
                  <a:cxn ang="0">
                    <a:pos x="T0" y="T1"/>
                  </a:cxn>
                  <a:cxn ang="0">
                    <a:pos x="T2" y="T3"/>
                  </a:cxn>
                </a:cxnLst>
                <a:rect l="0" t="0" r="r" b="b"/>
                <a:pathLst>
                  <a:path w="270" h="80">
                    <a:moveTo>
                      <a:pt x="270" y="80"/>
                    </a:moveTo>
                    <a:cubicBezTo>
                      <a:pt x="180" y="53"/>
                      <a:pt x="60" y="5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66" name="Freeform 13"/>
              <p:cNvSpPr>
                <a:spLocks/>
              </p:cNvSpPr>
              <p:nvPr/>
            </p:nvSpPr>
            <p:spPr bwMode="auto">
              <a:xfrm rot="10800000">
                <a:off x="3891164" y="2315151"/>
                <a:ext cx="248982" cy="73965"/>
              </a:xfrm>
              <a:custGeom>
                <a:avLst/>
                <a:gdLst>
                  <a:gd name="T0" fmla="*/ 270 w 270"/>
                  <a:gd name="T1" fmla="*/ 0 h 80"/>
                  <a:gd name="T2" fmla="*/ 0 w 270"/>
                  <a:gd name="T3" fmla="*/ 80 h 80"/>
                </a:gdLst>
                <a:ahLst/>
                <a:cxnLst>
                  <a:cxn ang="0">
                    <a:pos x="T0" y="T1"/>
                  </a:cxn>
                  <a:cxn ang="0">
                    <a:pos x="T2" y="T3"/>
                  </a:cxn>
                </a:cxnLst>
                <a:rect l="0" t="0" r="r" b="b"/>
                <a:pathLst>
                  <a:path w="270" h="80">
                    <a:moveTo>
                      <a:pt x="270" y="0"/>
                    </a:moveTo>
                    <a:cubicBezTo>
                      <a:pt x="180" y="27"/>
                      <a:pt x="60" y="27"/>
                      <a:pt x="0" y="8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67" name="Oval 17"/>
              <p:cNvSpPr>
                <a:spLocks noChangeArrowheads="1"/>
              </p:cNvSpPr>
              <p:nvPr/>
            </p:nvSpPr>
            <p:spPr bwMode="auto">
              <a:xfrm rot="10800000">
                <a:off x="4137531" y="2199581"/>
                <a:ext cx="13832" cy="61021"/>
              </a:xfrm>
              <a:prstGeom prst="ellipse">
                <a:avLst/>
              </a:pr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68" name="Freeform 18"/>
              <p:cNvSpPr>
                <a:spLocks/>
              </p:cNvSpPr>
              <p:nvPr/>
            </p:nvSpPr>
            <p:spPr bwMode="auto">
              <a:xfrm rot="10800000">
                <a:off x="4112481" y="2132088"/>
                <a:ext cx="27665" cy="208026"/>
              </a:xfrm>
              <a:custGeom>
                <a:avLst/>
                <a:gdLst>
                  <a:gd name="T0" fmla="*/ 30 w 30"/>
                  <a:gd name="T1" fmla="*/ 225 h 225"/>
                  <a:gd name="T2" fmla="*/ 30 w 30"/>
                  <a:gd name="T3" fmla="*/ 0 h 225"/>
                </a:gdLst>
                <a:ahLst/>
                <a:cxnLst>
                  <a:cxn ang="0">
                    <a:pos x="T0" y="T1"/>
                  </a:cxn>
                  <a:cxn ang="0">
                    <a:pos x="T2" y="T3"/>
                  </a:cxn>
                </a:cxnLst>
                <a:rect l="0" t="0" r="r" b="b"/>
                <a:pathLst>
                  <a:path w="30" h="225">
                    <a:moveTo>
                      <a:pt x="30" y="225"/>
                    </a:moveTo>
                    <a:cubicBezTo>
                      <a:pt x="0" y="165"/>
                      <a:pt x="0" y="106"/>
                      <a:pt x="3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69" name="Freeform 19"/>
              <p:cNvSpPr>
                <a:spLocks/>
              </p:cNvSpPr>
              <p:nvPr/>
            </p:nvSpPr>
            <p:spPr bwMode="auto">
              <a:xfrm rot="10800000">
                <a:off x="3822002" y="2022066"/>
                <a:ext cx="235150" cy="24963"/>
              </a:xfrm>
              <a:custGeom>
                <a:avLst/>
                <a:gdLst>
                  <a:gd name="T0" fmla="*/ 0 w 255"/>
                  <a:gd name="T1" fmla="*/ 0 h 27"/>
                  <a:gd name="T2" fmla="*/ 255 w 255"/>
                  <a:gd name="T3" fmla="*/ 0 h 27"/>
                </a:gdLst>
                <a:ahLst/>
                <a:cxnLst>
                  <a:cxn ang="0">
                    <a:pos x="T0" y="T1"/>
                  </a:cxn>
                  <a:cxn ang="0">
                    <a:pos x="T2" y="T3"/>
                  </a:cxn>
                </a:cxnLst>
                <a:rect l="0" t="0" r="r" b="b"/>
                <a:pathLst>
                  <a:path w="255" h="27">
                    <a:moveTo>
                      <a:pt x="0" y="0"/>
                    </a:moveTo>
                    <a:cubicBezTo>
                      <a:pt x="90" y="0"/>
                      <a:pt x="195" y="27"/>
                      <a:pt x="25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70" name="Freeform 20"/>
              <p:cNvSpPr>
                <a:spLocks/>
              </p:cNvSpPr>
              <p:nvPr/>
            </p:nvSpPr>
            <p:spPr bwMode="auto">
              <a:xfrm rot="10800000">
                <a:off x="3822002" y="2413154"/>
                <a:ext cx="235150" cy="24963"/>
              </a:xfrm>
              <a:custGeom>
                <a:avLst/>
                <a:gdLst>
                  <a:gd name="T0" fmla="*/ 0 w 255"/>
                  <a:gd name="T1" fmla="*/ 27 h 27"/>
                  <a:gd name="T2" fmla="*/ 255 w 255"/>
                  <a:gd name="T3" fmla="*/ 27 h 27"/>
                </a:gdLst>
                <a:ahLst/>
                <a:cxnLst>
                  <a:cxn ang="0">
                    <a:pos x="T0" y="T1"/>
                  </a:cxn>
                  <a:cxn ang="0">
                    <a:pos x="T2" y="T3"/>
                  </a:cxn>
                </a:cxnLst>
                <a:rect l="0" t="0" r="r" b="b"/>
                <a:pathLst>
                  <a:path w="255" h="27">
                    <a:moveTo>
                      <a:pt x="0" y="27"/>
                    </a:moveTo>
                    <a:cubicBezTo>
                      <a:pt x="90" y="27"/>
                      <a:pt x="195" y="0"/>
                      <a:pt x="255" y="2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71" name="Freeform 21"/>
              <p:cNvSpPr>
                <a:spLocks/>
              </p:cNvSpPr>
              <p:nvPr/>
            </p:nvSpPr>
            <p:spPr bwMode="auto">
              <a:xfrm rot="10800000">
                <a:off x="3780505" y="2010046"/>
                <a:ext cx="262814" cy="24963"/>
              </a:xfrm>
              <a:custGeom>
                <a:avLst/>
                <a:gdLst>
                  <a:gd name="T0" fmla="*/ 0 w 285"/>
                  <a:gd name="T1" fmla="*/ 0 h 27"/>
                  <a:gd name="T2" fmla="*/ 285 w 285"/>
                  <a:gd name="T3" fmla="*/ 0 h 27"/>
                </a:gdLst>
                <a:ahLst/>
                <a:cxnLst>
                  <a:cxn ang="0">
                    <a:pos x="T0" y="T1"/>
                  </a:cxn>
                  <a:cxn ang="0">
                    <a:pos x="T2" y="T3"/>
                  </a:cxn>
                </a:cxnLst>
                <a:rect l="0" t="0" r="r" b="b"/>
                <a:pathLst>
                  <a:path w="285" h="27">
                    <a:moveTo>
                      <a:pt x="0" y="0"/>
                    </a:moveTo>
                    <a:cubicBezTo>
                      <a:pt x="105" y="0"/>
                      <a:pt x="217" y="27"/>
                      <a:pt x="28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72" name="Freeform 22"/>
              <p:cNvSpPr>
                <a:spLocks/>
              </p:cNvSpPr>
              <p:nvPr/>
            </p:nvSpPr>
            <p:spPr bwMode="auto">
              <a:xfrm rot="10800000">
                <a:off x="3780505" y="2425174"/>
                <a:ext cx="262814" cy="24963"/>
              </a:xfrm>
              <a:custGeom>
                <a:avLst/>
                <a:gdLst>
                  <a:gd name="T0" fmla="*/ 0 w 285"/>
                  <a:gd name="T1" fmla="*/ 27 h 27"/>
                  <a:gd name="T2" fmla="*/ 285 w 285"/>
                  <a:gd name="T3" fmla="*/ 27 h 27"/>
                </a:gdLst>
                <a:ahLst/>
                <a:cxnLst>
                  <a:cxn ang="0">
                    <a:pos x="T0" y="T1"/>
                  </a:cxn>
                  <a:cxn ang="0">
                    <a:pos x="T2" y="T3"/>
                  </a:cxn>
                </a:cxnLst>
                <a:rect l="0" t="0" r="r" b="b"/>
                <a:pathLst>
                  <a:path w="285" h="27">
                    <a:moveTo>
                      <a:pt x="0" y="27"/>
                    </a:moveTo>
                    <a:cubicBezTo>
                      <a:pt x="105" y="27"/>
                      <a:pt x="217" y="0"/>
                      <a:pt x="285" y="2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73" name="Freeform 26"/>
              <p:cNvSpPr>
                <a:spLocks/>
              </p:cNvSpPr>
              <p:nvPr/>
            </p:nvSpPr>
            <p:spPr bwMode="auto">
              <a:xfrm rot="10800000">
                <a:off x="3808170" y="2455684"/>
                <a:ext cx="90371" cy="12944"/>
              </a:xfrm>
              <a:custGeom>
                <a:avLst/>
                <a:gdLst>
                  <a:gd name="T0" fmla="*/ 0 w 98"/>
                  <a:gd name="T1" fmla="*/ 7 h 14"/>
                  <a:gd name="T2" fmla="*/ 53 w 98"/>
                  <a:gd name="T3" fmla="*/ 0 h 14"/>
                  <a:gd name="T4" fmla="*/ 98 w 98"/>
                  <a:gd name="T5" fmla="*/ 7 h 14"/>
                  <a:gd name="T6" fmla="*/ 53 w 98"/>
                  <a:gd name="T7" fmla="*/ 14 h 14"/>
                  <a:gd name="T8" fmla="*/ 0 w 98"/>
                  <a:gd name="T9" fmla="*/ 7 h 14"/>
                </a:gdLst>
                <a:ahLst/>
                <a:cxnLst>
                  <a:cxn ang="0">
                    <a:pos x="T0" y="T1"/>
                  </a:cxn>
                  <a:cxn ang="0">
                    <a:pos x="T2" y="T3"/>
                  </a:cxn>
                  <a:cxn ang="0">
                    <a:pos x="T4" y="T5"/>
                  </a:cxn>
                  <a:cxn ang="0">
                    <a:pos x="T6" y="T7"/>
                  </a:cxn>
                  <a:cxn ang="0">
                    <a:pos x="T8" y="T9"/>
                  </a:cxn>
                </a:cxnLst>
                <a:rect l="0" t="0" r="r" b="b"/>
                <a:pathLst>
                  <a:path w="98" h="14">
                    <a:moveTo>
                      <a:pt x="0" y="7"/>
                    </a:moveTo>
                    <a:cubicBezTo>
                      <a:pt x="0" y="0"/>
                      <a:pt x="23" y="0"/>
                      <a:pt x="53" y="0"/>
                    </a:cubicBezTo>
                    <a:cubicBezTo>
                      <a:pt x="75" y="0"/>
                      <a:pt x="98" y="0"/>
                      <a:pt x="98" y="7"/>
                    </a:cubicBezTo>
                    <a:cubicBezTo>
                      <a:pt x="98" y="7"/>
                      <a:pt x="75" y="14"/>
                      <a:pt x="53" y="14"/>
                    </a:cubicBezTo>
                    <a:cubicBezTo>
                      <a:pt x="23" y="14"/>
                      <a:pt x="0" y="7"/>
                      <a:pt x="0" y="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74" name="Freeform 30"/>
              <p:cNvSpPr>
                <a:spLocks/>
              </p:cNvSpPr>
              <p:nvPr/>
            </p:nvSpPr>
            <p:spPr bwMode="auto">
              <a:xfrm rot="10800000">
                <a:off x="3808170" y="1991555"/>
                <a:ext cx="90371" cy="12944"/>
              </a:xfrm>
              <a:custGeom>
                <a:avLst/>
                <a:gdLst>
                  <a:gd name="T0" fmla="*/ 0 w 98"/>
                  <a:gd name="T1" fmla="*/ 7 h 14"/>
                  <a:gd name="T2" fmla="*/ 53 w 98"/>
                  <a:gd name="T3" fmla="*/ 0 h 14"/>
                  <a:gd name="T4" fmla="*/ 98 w 98"/>
                  <a:gd name="T5" fmla="*/ 7 h 14"/>
                  <a:gd name="T6" fmla="*/ 53 w 98"/>
                  <a:gd name="T7" fmla="*/ 14 h 14"/>
                  <a:gd name="T8" fmla="*/ 0 w 98"/>
                  <a:gd name="T9" fmla="*/ 7 h 14"/>
                </a:gdLst>
                <a:ahLst/>
                <a:cxnLst>
                  <a:cxn ang="0">
                    <a:pos x="T0" y="T1"/>
                  </a:cxn>
                  <a:cxn ang="0">
                    <a:pos x="T2" y="T3"/>
                  </a:cxn>
                  <a:cxn ang="0">
                    <a:pos x="T4" y="T5"/>
                  </a:cxn>
                  <a:cxn ang="0">
                    <a:pos x="T6" y="T7"/>
                  </a:cxn>
                  <a:cxn ang="0">
                    <a:pos x="T8" y="T9"/>
                  </a:cxn>
                </a:cxnLst>
                <a:rect l="0" t="0" r="r" b="b"/>
                <a:pathLst>
                  <a:path w="98" h="14">
                    <a:moveTo>
                      <a:pt x="0" y="7"/>
                    </a:moveTo>
                    <a:cubicBezTo>
                      <a:pt x="0" y="0"/>
                      <a:pt x="23" y="0"/>
                      <a:pt x="53" y="0"/>
                    </a:cubicBezTo>
                    <a:cubicBezTo>
                      <a:pt x="75" y="0"/>
                      <a:pt x="98" y="0"/>
                      <a:pt x="98" y="7"/>
                    </a:cubicBezTo>
                    <a:cubicBezTo>
                      <a:pt x="98" y="7"/>
                      <a:pt x="75" y="14"/>
                      <a:pt x="53" y="14"/>
                    </a:cubicBezTo>
                    <a:cubicBezTo>
                      <a:pt x="23" y="14"/>
                      <a:pt x="0" y="7"/>
                      <a:pt x="0" y="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75" name="Freeform 31"/>
              <p:cNvSpPr>
                <a:spLocks/>
              </p:cNvSpPr>
              <p:nvPr/>
            </p:nvSpPr>
            <p:spPr bwMode="auto">
              <a:xfrm rot="10800000">
                <a:off x="3835835" y="2047029"/>
                <a:ext cx="62707" cy="366126"/>
              </a:xfrm>
              <a:custGeom>
                <a:avLst/>
                <a:gdLst>
                  <a:gd name="T0" fmla="*/ 68 w 68"/>
                  <a:gd name="T1" fmla="*/ 396 h 396"/>
                  <a:gd name="T2" fmla="*/ 68 w 68"/>
                  <a:gd name="T3" fmla="*/ 0 h 396"/>
                </a:gdLst>
                <a:ahLst/>
                <a:cxnLst>
                  <a:cxn ang="0">
                    <a:pos x="T0" y="T1"/>
                  </a:cxn>
                  <a:cxn ang="0">
                    <a:pos x="T2" y="T3"/>
                  </a:cxn>
                </a:cxnLst>
                <a:rect l="0" t="0" r="r" b="b"/>
                <a:pathLst>
                  <a:path w="68" h="396">
                    <a:moveTo>
                      <a:pt x="68" y="396"/>
                    </a:moveTo>
                    <a:cubicBezTo>
                      <a:pt x="8" y="290"/>
                      <a:pt x="0" y="132"/>
                      <a:pt x="68"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76" name="Freeform 32"/>
              <p:cNvSpPr>
                <a:spLocks/>
              </p:cNvSpPr>
              <p:nvPr/>
            </p:nvSpPr>
            <p:spPr bwMode="auto">
              <a:xfrm rot="10800000">
                <a:off x="3822002" y="2047029"/>
                <a:ext cx="41497" cy="366126"/>
              </a:xfrm>
              <a:custGeom>
                <a:avLst/>
                <a:gdLst>
                  <a:gd name="T0" fmla="*/ 45 w 45"/>
                  <a:gd name="T1" fmla="*/ 396 h 396"/>
                  <a:gd name="T2" fmla="*/ 45 w 45"/>
                  <a:gd name="T3" fmla="*/ 0 h 396"/>
                </a:gdLst>
                <a:ahLst/>
                <a:cxnLst>
                  <a:cxn ang="0">
                    <a:pos x="T0" y="T1"/>
                  </a:cxn>
                  <a:cxn ang="0">
                    <a:pos x="T2" y="T3"/>
                  </a:cxn>
                </a:cxnLst>
                <a:rect l="0" t="0" r="r" b="b"/>
                <a:pathLst>
                  <a:path w="45" h="396">
                    <a:moveTo>
                      <a:pt x="45" y="396"/>
                    </a:moveTo>
                    <a:cubicBezTo>
                      <a:pt x="0" y="290"/>
                      <a:pt x="0" y="132"/>
                      <a:pt x="4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77" name="Freeform 33"/>
              <p:cNvSpPr>
                <a:spLocks/>
              </p:cNvSpPr>
              <p:nvPr/>
            </p:nvSpPr>
            <p:spPr bwMode="auto">
              <a:xfrm rot="10800000">
                <a:off x="3642182" y="2022066"/>
                <a:ext cx="179820" cy="49002"/>
              </a:xfrm>
              <a:custGeom>
                <a:avLst/>
                <a:gdLst>
                  <a:gd name="T0" fmla="*/ 0 w 195"/>
                  <a:gd name="T1" fmla="*/ 26 h 53"/>
                  <a:gd name="T2" fmla="*/ 195 w 195"/>
                  <a:gd name="T3" fmla="*/ 0 h 53"/>
                </a:gdLst>
                <a:ahLst/>
                <a:cxnLst>
                  <a:cxn ang="0">
                    <a:pos x="T0" y="T1"/>
                  </a:cxn>
                  <a:cxn ang="0">
                    <a:pos x="T2" y="T3"/>
                  </a:cxn>
                </a:cxnLst>
                <a:rect l="0" t="0" r="r" b="b"/>
                <a:pathLst>
                  <a:path w="195" h="53">
                    <a:moveTo>
                      <a:pt x="0" y="26"/>
                    </a:moveTo>
                    <a:cubicBezTo>
                      <a:pt x="15" y="53"/>
                      <a:pt x="135" y="0"/>
                      <a:pt x="19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78" name="Freeform 34"/>
              <p:cNvSpPr>
                <a:spLocks/>
              </p:cNvSpPr>
              <p:nvPr/>
            </p:nvSpPr>
            <p:spPr bwMode="auto">
              <a:xfrm rot="10800000">
                <a:off x="3642182" y="2389116"/>
                <a:ext cx="179820" cy="49002"/>
              </a:xfrm>
              <a:custGeom>
                <a:avLst/>
                <a:gdLst>
                  <a:gd name="T0" fmla="*/ 0 w 195"/>
                  <a:gd name="T1" fmla="*/ 27 h 53"/>
                  <a:gd name="T2" fmla="*/ 195 w 195"/>
                  <a:gd name="T3" fmla="*/ 53 h 53"/>
                </a:gdLst>
                <a:ahLst/>
                <a:cxnLst>
                  <a:cxn ang="0">
                    <a:pos x="T0" y="T1"/>
                  </a:cxn>
                  <a:cxn ang="0">
                    <a:pos x="T2" y="T3"/>
                  </a:cxn>
                </a:cxnLst>
                <a:rect l="0" t="0" r="r" b="b"/>
                <a:pathLst>
                  <a:path w="195" h="53">
                    <a:moveTo>
                      <a:pt x="0" y="27"/>
                    </a:moveTo>
                    <a:cubicBezTo>
                      <a:pt x="15" y="0"/>
                      <a:pt x="135" y="53"/>
                      <a:pt x="195" y="5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79" name="Freeform 35"/>
              <p:cNvSpPr>
                <a:spLocks/>
              </p:cNvSpPr>
              <p:nvPr/>
            </p:nvSpPr>
            <p:spPr bwMode="auto">
              <a:xfrm rot="10800000">
                <a:off x="3642182" y="2071067"/>
                <a:ext cx="27665" cy="318049"/>
              </a:xfrm>
              <a:custGeom>
                <a:avLst/>
                <a:gdLst>
                  <a:gd name="T0" fmla="*/ 30 w 30"/>
                  <a:gd name="T1" fmla="*/ 344 h 344"/>
                  <a:gd name="T2" fmla="*/ 30 w 30"/>
                  <a:gd name="T3" fmla="*/ 0 h 344"/>
                </a:gdLst>
                <a:ahLst/>
                <a:cxnLst>
                  <a:cxn ang="0">
                    <a:pos x="T0" y="T1"/>
                  </a:cxn>
                  <a:cxn ang="0">
                    <a:pos x="T2" y="T3"/>
                  </a:cxn>
                </a:cxnLst>
                <a:rect l="0" t="0" r="r" b="b"/>
                <a:pathLst>
                  <a:path w="30" h="344">
                    <a:moveTo>
                      <a:pt x="30" y="344"/>
                    </a:moveTo>
                    <a:cubicBezTo>
                      <a:pt x="30" y="291"/>
                      <a:pt x="0" y="185"/>
                      <a:pt x="3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80" name="Freeform 36"/>
              <p:cNvSpPr>
                <a:spLocks/>
              </p:cNvSpPr>
              <p:nvPr/>
            </p:nvSpPr>
            <p:spPr bwMode="auto">
              <a:xfrm rot="10800000">
                <a:off x="2965319" y="1973988"/>
                <a:ext cx="884348" cy="73040"/>
              </a:xfrm>
              <a:custGeom>
                <a:avLst/>
                <a:gdLst>
                  <a:gd name="T0" fmla="*/ 0 w 959"/>
                  <a:gd name="T1" fmla="*/ 66 h 79"/>
                  <a:gd name="T2" fmla="*/ 959 w 959"/>
                  <a:gd name="T3" fmla="*/ 0 h 79"/>
                </a:gdLst>
                <a:ahLst/>
                <a:cxnLst>
                  <a:cxn ang="0">
                    <a:pos x="T0" y="T1"/>
                  </a:cxn>
                  <a:cxn ang="0">
                    <a:pos x="T2" y="T3"/>
                  </a:cxn>
                </a:cxnLst>
                <a:rect l="0" t="0" r="r" b="b"/>
                <a:pathLst>
                  <a:path w="959" h="79">
                    <a:moveTo>
                      <a:pt x="0" y="66"/>
                    </a:moveTo>
                    <a:cubicBezTo>
                      <a:pt x="225" y="66"/>
                      <a:pt x="839" y="79"/>
                      <a:pt x="959"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81" name="Freeform 37"/>
              <p:cNvSpPr>
                <a:spLocks/>
              </p:cNvSpPr>
              <p:nvPr/>
            </p:nvSpPr>
            <p:spPr bwMode="auto">
              <a:xfrm rot="10800000">
                <a:off x="2965319" y="2413154"/>
                <a:ext cx="884348" cy="73040"/>
              </a:xfrm>
              <a:custGeom>
                <a:avLst/>
                <a:gdLst>
                  <a:gd name="T0" fmla="*/ 0 w 959"/>
                  <a:gd name="T1" fmla="*/ 13 h 79"/>
                  <a:gd name="T2" fmla="*/ 959 w 959"/>
                  <a:gd name="T3" fmla="*/ 79 h 79"/>
                </a:gdLst>
                <a:ahLst/>
                <a:cxnLst>
                  <a:cxn ang="0">
                    <a:pos x="T0" y="T1"/>
                  </a:cxn>
                  <a:cxn ang="0">
                    <a:pos x="T2" y="T3"/>
                  </a:cxn>
                </a:cxnLst>
                <a:rect l="0" t="0" r="r" b="b"/>
                <a:pathLst>
                  <a:path w="959" h="79">
                    <a:moveTo>
                      <a:pt x="0" y="13"/>
                    </a:moveTo>
                    <a:cubicBezTo>
                      <a:pt x="232" y="26"/>
                      <a:pt x="839" y="0"/>
                      <a:pt x="959" y="7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82" name="Freeform 38"/>
              <p:cNvSpPr>
                <a:spLocks/>
              </p:cNvSpPr>
              <p:nvPr/>
            </p:nvSpPr>
            <p:spPr bwMode="auto">
              <a:xfrm rot="10800000">
                <a:off x="3849667" y="2462156"/>
                <a:ext cx="193653" cy="24039"/>
              </a:xfrm>
              <a:custGeom>
                <a:avLst/>
                <a:gdLst>
                  <a:gd name="T0" fmla="*/ 0 w 210"/>
                  <a:gd name="T1" fmla="*/ 26 h 26"/>
                  <a:gd name="T2" fmla="*/ 210 w 210"/>
                  <a:gd name="T3" fmla="*/ 13 h 26"/>
                </a:gdLst>
                <a:ahLst/>
                <a:cxnLst>
                  <a:cxn ang="0">
                    <a:pos x="T0" y="T1"/>
                  </a:cxn>
                  <a:cxn ang="0">
                    <a:pos x="T2" y="T3"/>
                  </a:cxn>
                </a:cxnLst>
                <a:rect l="0" t="0" r="r" b="b"/>
                <a:pathLst>
                  <a:path w="210" h="26">
                    <a:moveTo>
                      <a:pt x="0" y="26"/>
                    </a:moveTo>
                    <a:cubicBezTo>
                      <a:pt x="105" y="0"/>
                      <a:pt x="165" y="13"/>
                      <a:pt x="210" y="1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83" name="Freeform 39"/>
              <p:cNvSpPr>
                <a:spLocks/>
              </p:cNvSpPr>
              <p:nvPr/>
            </p:nvSpPr>
            <p:spPr bwMode="auto">
              <a:xfrm rot="10800000">
                <a:off x="2985607" y="2047029"/>
                <a:ext cx="656575" cy="79512"/>
              </a:xfrm>
              <a:custGeom>
                <a:avLst/>
                <a:gdLst>
                  <a:gd name="T0" fmla="*/ 0 w 712"/>
                  <a:gd name="T1" fmla="*/ 60 h 86"/>
                  <a:gd name="T2" fmla="*/ 712 w 712"/>
                  <a:gd name="T3" fmla="*/ 47 h 86"/>
                </a:gdLst>
                <a:ahLst/>
                <a:cxnLst>
                  <a:cxn ang="0">
                    <a:pos x="T0" y="T1"/>
                  </a:cxn>
                  <a:cxn ang="0">
                    <a:pos x="T2" y="T3"/>
                  </a:cxn>
                </a:cxnLst>
                <a:rect l="0" t="0" r="r" b="b"/>
                <a:pathLst>
                  <a:path w="712" h="86">
                    <a:moveTo>
                      <a:pt x="0" y="60"/>
                    </a:moveTo>
                    <a:cubicBezTo>
                      <a:pt x="345" y="0"/>
                      <a:pt x="570" y="86"/>
                      <a:pt x="712" y="4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84" name="Freeform 40"/>
              <p:cNvSpPr>
                <a:spLocks/>
              </p:cNvSpPr>
              <p:nvPr/>
            </p:nvSpPr>
            <p:spPr bwMode="auto">
              <a:xfrm rot="10800000">
                <a:off x="2985607" y="2340114"/>
                <a:ext cx="656575" cy="67493"/>
              </a:xfrm>
              <a:custGeom>
                <a:avLst/>
                <a:gdLst>
                  <a:gd name="T0" fmla="*/ 0 w 712"/>
                  <a:gd name="T1" fmla="*/ 20 h 73"/>
                  <a:gd name="T2" fmla="*/ 712 w 712"/>
                  <a:gd name="T3" fmla="*/ 33 h 73"/>
                </a:gdLst>
                <a:ahLst/>
                <a:cxnLst>
                  <a:cxn ang="0">
                    <a:pos x="T0" y="T1"/>
                  </a:cxn>
                  <a:cxn ang="0">
                    <a:pos x="T2" y="T3"/>
                  </a:cxn>
                </a:cxnLst>
                <a:rect l="0" t="0" r="r" b="b"/>
                <a:pathLst>
                  <a:path w="712" h="73">
                    <a:moveTo>
                      <a:pt x="0" y="20"/>
                    </a:moveTo>
                    <a:cubicBezTo>
                      <a:pt x="330" y="73"/>
                      <a:pt x="502" y="0"/>
                      <a:pt x="712" y="3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85" name="Freeform 41"/>
              <p:cNvSpPr>
                <a:spLocks/>
              </p:cNvSpPr>
              <p:nvPr/>
            </p:nvSpPr>
            <p:spPr bwMode="auto">
              <a:xfrm rot="10800000">
                <a:off x="3088888" y="1961045"/>
                <a:ext cx="221317" cy="49002"/>
              </a:xfrm>
              <a:custGeom>
                <a:avLst/>
                <a:gdLst>
                  <a:gd name="T0" fmla="*/ 0 w 240"/>
                  <a:gd name="T1" fmla="*/ 26 h 53"/>
                  <a:gd name="T2" fmla="*/ 232 w 240"/>
                  <a:gd name="T3" fmla="*/ 0 h 53"/>
                </a:gdLst>
                <a:ahLst/>
                <a:cxnLst>
                  <a:cxn ang="0">
                    <a:pos x="T0" y="T1"/>
                  </a:cxn>
                  <a:cxn ang="0">
                    <a:pos x="T2" y="T3"/>
                  </a:cxn>
                </a:cxnLst>
                <a:rect l="0" t="0" r="r" b="b"/>
                <a:pathLst>
                  <a:path w="240" h="53">
                    <a:moveTo>
                      <a:pt x="0" y="26"/>
                    </a:moveTo>
                    <a:cubicBezTo>
                      <a:pt x="150" y="53"/>
                      <a:pt x="240" y="0"/>
                      <a:pt x="232"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86" name="Freeform 42"/>
              <p:cNvSpPr>
                <a:spLocks/>
              </p:cNvSpPr>
              <p:nvPr/>
            </p:nvSpPr>
            <p:spPr bwMode="auto">
              <a:xfrm rot="10800000">
                <a:off x="3102721" y="2450137"/>
                <a:ext cx="214862" cy="36058"/>
              </a:xfrm>
              <a:custGeom>
                <a:avLst/>
                <a:gdLst>
                  <a:gd name="T0" fmla="*/ 0 w 233"/>
                  <a:gd name="T1" fmla="*/ 26 h 39"/>
                  <a:gd name="T2" fmla="*/ 233 w 233"/>
                  <a:gd name="T3" fmla="*/ 39 h 39"/>
                </a:gdLst>
                <a:ahLst/>
                <a:cxnLst>
                  <a:cxn ang="0">
                    <a:pos x="T0" y="T1"/>
                  </a:cxn>
                  <a:cxn ang="0">
                    <a:pos x="T2" y="T3"/>
                  </a:cxn>
                </a:cxnLst>
                <a:rect l="0" t="0" r="r" b="b"/>
                <a:pathLst>
                  <a:path w="233" h="39">
                    <a:moveTo>
                      <a:pt x="0" y="26"/>
                    </a:moveTo>
                    <a:cubicBezTo>
                      <a:pt x="83" y="0"/>
                      <a:pt x="203" y="13"/>
                      <a:pt x="233" y="3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87" name="Freeform 43"/>
              <p:cNvSpPr>
                <a:spLocks/>
              </p:cNvSpPr>
              <p:nvPr/>
            </p:nvSpPr>
            <p:spPr bwMode="auto">
              <a:xfrm rot="10800000">
                <a:off x="2888780" y="2047029"/>
                <a:ext cx="76539" cy="366126"/>
              </a:xfrm>
              <a:custGeom>
                <a:avLst/>
                <a:gdLst>
                  <a:gd name="T0" fmla="*/ 0 w 83"/>
                  <a:gd name="T1" fmla="*/ 396 h 396"/>
                  <a:gd name="T2" fmla="*/ 0 w 83"/>
                  <a:gd name="T3" fmla="*/ 0 h 396"/>
                </a:gdLst>
                <a:ahLst/>
                <a:cxnLst>
                  <a:cxn ang="0">
                    <a:pos x="T0" y="T1"/>
                  </a:cxn>
                  <a:cxn ang="0">
                    <a:pos x="T2" y="T3"/>
                  </a:cxn>
                </a:cxnLst>
                <a:rect l="0" t="0" r="r" b="b"/>
                <a:pathLst>
                  <a:path w="83" h="396">
                    <a:moveTo>
                      <a:pt x="0" y="396"/>
                    </a:moveTo>
                    <a:cubicBezTo>
                      <a:pt x="83" y="317"/>
                      <a:pt x="60" y="26"/>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88" name="Freeform 44"/>
              <p:cNvSpPr>
                <a:spLocks/>
              </p:cNvSpPr>
              <p:nvPr/>
            </p:nvSpPr>
            <p:spPr bwMode="auto">
              <a:xfrm rot="10800000">
                <a:off x="3006816" y="1986008"/>
                <a:ext cx="967342" cy="61021"/>
              </a:xfrm>
              <a:custGeom>
                <a:avLst/>
                <a:gdLst>
                  <a:gd name="T0" fmla="*/ 0 w 1049"/>
                  <a:gd name="T1" fmla="*/ 40 h 66"/>
                  <a:gd name="T2" fmla="*/ 1049 w 1049"/>
                  <a:gd name="T3" fmla="*/ 0 h 66"/>
                </a:gdLst>
                <a:ahLst/>
                <a:cxnLst>
                  <a:cxn ang="0">
                    <a:pos x="T0" y="T1"/>
                  </a:cxn>
                  <a:cxn ang="0">
                    <a:pos x="T2" y="T3"/>
                  </a:cxn>
                </a:cxnLst>
                <a:rect l="0" t="0" r="r" b="b"/>
                <a:pathLst>
                  <a:path w="1049" h="66">
                    <a:moveTo>
                      <a:pt x="0" y="40"/>
                    </a:moveTo>
                    <a:cubicBezTo>
                      <a:pt x="270" y="40"/>
                      <a:pt x="907" y="66"/>
                      <a:pt x="1049"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89" name="Freeform 45"/>
              <p:cNvSpPr>
                <a:spLocks/>
              </p:cNvSpPr>
              <p:nvPr/>
            </p:nvSpPr>
            <p:spPr bwMode="auto">
              <a:xfrm rot="10800000">
                <a:off x="3006816" y="2410773"/>
                <a:ext cx="967342" cy="61021"/>
              </a:xfrm>
              <a:custGeom>
                <a:avLst/>
                <a:gdLst>
                  <a:gd name="T0" fmla="*/ 0 w 1049"/>
                  <a:gd name="T1" fmla="*/ 26 h 66"/>
                  <a:gd name="T2" fmla="*/ 1049 w 1049"/>
                  <a:gd name="T3" fmla="*/ 66 h 66"/>
                </a:gdLst>
                <a:ahLst/>
                <a:cxnLst>
                  <a:cxn ang="0">
                    <a:pos x="T0" y="T1"/>
                  </a:cxn>
                  <a:cxn ang="0">
                    <a:pos x="T2" y="T3"/>
                  </a:cxn>
                </a:cxnLst>
                <a:rect l="0" t="0" r="r" b="b"/>
                <a:pathLst>
                  <a:path w="1049" h="66">
                    <a:moveTo>
                      <a:pt x="0" y="26"/>
                    </a:moveTo>
                    <a:cubicBezTo>
                      <a:pt x="270" y="26"/>
                      <a:pt x="900" y="0"/>
                      <a:pt x="1049" y="6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90" name="Freeform 46"/>
              <p:cNvSpPr>
                <a:spLocks/>
              </p:cNvSpPr>
              <p:nvPr/>
            </p:nvSpPr>
            <p:spPr bwMode="auto">
              <a:xfrm rot="10800000">
                <a:off x="3062146" y="2071067"/>
                <a:ext cx="26743" cy="318049"/>
              </a:xfrm>
              <a:custGeom>
                <a:avLst/>
                <a:gdLst>
                  <a:gd name="T0" fmla="*/ 0 w 29"/>
                  <a:gd name="T1" fmla="*/ 344 h 344"/>
                  <a:gd name="T2" fmla="*/ 0 w 29"/>
                  <a:gd name="T3" fmla="*/ 0 h 344"/>
                </a:gdLst>
                <a:ahLst/>
                <a:cxnLst>
                  <a:cxn ang="0">
                    <a:pos x="T0" y="T1"/>
                  </a:cxn>
                  <a:cxn ang="0">
                    <a:pos x="T2" y="T3"/>
                  </a:cxn>
                </a:cxnLst>
                <a:rect l="0" t="0" r="r" b="b"/>
                <a:pathLst>
                  <a:path w="29" h="344">
                    <a:moveTo>
                      <a:pt x="0" y="344"/>
                    </a:moveTo>
                    <a:cubicBezTo>
                      <a:pt x="29" y="264"/>
                      <a:pt x="29" y="8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91" name="Freeform 47"/>
              <p:cNvSpPr>
                <a:spLocks/>
              </p:cNvSpPr>
              <p:nvPr/>
            </p:nvSpPr>
            <p:spPr bwMode="auto">
              <a:xfrm rot="10800000">
                <a:off x="2957942" y="2083086"/>
                <a:ext cx="27665" cy="294010"/>
              </a:xfrm>
              <a:custGeom>
                <a:avLst/>
                <a:gdLst>
                  <a:gd name="T0" fmla="*/ 0 w 30"/>
                  <a:gd name="T1" fmla="*/ 318 h 318"/>
                  <a:gd name="T2" fmla="*/ 0 w 30"/>
                  <a:gd name="T3" fmla="*/ 0 h 318"/>
                </a:gdLst>
                <a:ahLst/>
                <a:cxnLst>
                  <a:cxn ang="0">
                    <a:pos x="T0" y="T1"/>
                  </a:cxn>
                  <a:cxn ang="0">
                    <a:pos x="T2" y="T3"/>
                  </a:cxn>
                </a:cxnLst>
                <a:rect l="0" t="0" r="r" b="b"/>
                <a:pathLst>
                  <a:path w="30" h="318">
                    <a:moveTo>
                      <a:pt x="0" y="318"/>
                    </a:moveTo>
                    <a:cubicBezTo>
                      <a:pt x="30" y="225"/>
                      <a:pt x="22" y="67"/>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92" name="Freeform 48"/>
              <p:cNvSpPr>
                <a:spLocks/>
              </p:cNvSpPr>
              <p:nvPr/>
            </p:nvSpPr>
            <p:spPr bwMode="auto">
              <a:xfrm rot="10800000">
                <a:off x="2923822" y="2040557"/>
                <a:ext cx="55329" cy="384617"/>
              </a:xfrm>
              <a:custGeom>
                <a:avLst/>
                <a:gdLst>
                  <a:gd name="T0" fmla="*/ 0 w 60"/>
                  <a:gd name="T1" fmla="*/ 416 h 416"/>
                  <a:gd name="T2" fmla="*/ 0 w 60"/>
                  <a:gd name="T3" fmla="*/ 0 h 416"/>
                </a:gdLst>
                <a:ahLst/>
                <a:cxnLst>
                  <a:cxn ang="0">
                    <a:pos x="T0" y="T1"/>
                  </a:cxn>
                  <a:cxn ang="0">
                    <a:pos x="T2" y="T3"/>
                  </a:cxn>
                </a:cxnLst>
                <a:rect l="0" t="0" r="r" b="b"/>
                <a:pathLst>
                  <a:path w="60" h="416">
                    <a:moveTo>
                      <a:pt x="0" y="416"/>
                    </a:moveTo>
                    <a:cubicBezTo>
                      <a:pt x="60" y="277"/>
                      <a:pt x="30" y="66"/>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93" name="Freeform 49"/>
              <p:cNvSpPr>
                <a:spLocks/>
              </p:cNvSpPr>
              <p:nvPr/>
            </p:nvSpPr>
            <p:spPr bwMode="auto">
              <a:xfrm rot="10800000">
                <a:off x="2985607" y="2022066"/>
                <a:ext cx="35042" cy="61021"/>
              </a:xfrm>
              <a:custGeom>
                <a:avLst/>
                <a:gdLst>
                  <a:gd name="T0" fmla="*/ 0 w 38"/>
                  <a:gd name="T1" fmla="*/ 66 h 66"/>
                  <a:gd name="T2" fmla="*/ 38 w 38"/>
                  <a:gd name="T3" fmla="*/ 0 h 66"/>
                </a:gdLst>
                <a:ahLst/>
                <a:cxnLst>
                  <a:cxn ang="0">
                    <a:pos x="T0" y="T1"/>
                  </a:cxn>
                  <a:cxn ang="0">
                    <a:pos x="T2" y="T3"/>
                  </a:cxn>
                </a:cxnLst>
                <a:rect l="0" t="0" r="r" b="b"/>
                <a:pathLst>
                  <a:path w="38" h="66">
                    <a:moveTo>
                      <a:pt x="0" y="66"/>
                    </a:moveTo>
                    <a:cubicBezTo>
                      <a:pt x="0" y="66"/>
                      <a:pt x="38" y="26"/>
                      <a:pt x="38"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94" name="Freeform 50"/>
              <p:cNvSpPr>
                <a:spLocks/>
              </p:cNvSpPr>
              <p:nvPr/>
            </p:nvSpPr>
            <p:spPr bwMode="auto">
              <a:xfrm rot="10800000">
                <a:off x="2985607" y="2377097"/>
                <a:ext cx="35042" cy="61021"/>
              </a:xfrm>
              <a:custGeom>
                <a:avLst/>
                <a:gdLst>
                  <a:gd name="T0" fmla="*/ 0 w 38"/>
                  <a:gd name="T1" fmla="*/ 0 h 66"/>
                  <a:gd name="T2" fmla="*/ 38 w 38"/>
                  <a:gd name="T3" fmla="*/ 66 h 66"/>
                </a:gdLst>
                <a:ahLst/>
                <a:cxnLst>
                  <a:cxn ang="0">
                    <a:pos x="T0" y="T1"/>
                  </a:cxn>
                  <a:cxn ang="0">
                    <a:pos x="T2" y="T3"/>
                  </a:cxn>
                </a:cxnLst>
                <a:rect l="0" t="0" r="r" b="b"/>
                <a:pathLst>
                  <a:path w="38" h="66">
                    <a:moveTo>
                      <a:pt x="0" y="0"/>
                    </a:moveTo>
                    <a:cubicBezTo>
                      <a:pt x="0" y="0"/>
                      <a:pt x="38" y="40"/>
                      <a:pt x="38" y="6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95" name="Freeform 51"/>
              <p:cNvSpPr>
                <a:spLocks/>
              </p:cNvSpPr>
              <p:nvPr/>
            </p:nvSpPr>
            <p:spPr bwMode="auto">
              <a:xfrm rot="10800000">
                <a:off x="2902613" y="2096030"/>
                <a:ext cx="55329" cy="268122"/>
              </a:xfrm>
              <a:custGeom>
                <a:avLst/>
                <a:gdLst>
                  <a:gd name="T0" fmla="*/ 0 w 60"/>
                  <a:gd name="T1" fmla="*/ 290 h 290"/>
                  <a:gd name="T2" fmla="*/ 0 w 60"/>
                  <a:gd name="T3" fmla="*/ 0 h 290"/>
                </a:gdLst>
                <a:ahLst/>
                <a:cxnLst>
                  <a:cxn ang="0">
                    <a:pos x="T0" y="T1"/>
                  </a:cxn>
                  <a:cxn ang="0">
                    <a:pos x="T2" y="T3"/>
                  </a:cxn>
                </a:cxnLst>
                <a:rect l="0" t="0" r="r" b="b"/>
                <a:pathLst>
                  <a:path w="60" h="290">
                    <a:moveTo>
                      <a:pt x="0" y="290"/>
                    </a:moveTo>
                    <a:cubicBezTo>
                      <a:pt x="37" y="290"/>
                      <a:pt x="60" y="26"/>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96" name="Freeform 52"/>
              <p:cNvSpPr>
                <a:spLocks/>
              </p:cNvSpPr>
              <p:nvPr/>
            </p:nvSpPr>
            <p:spPr bwMode="auto">
              <a:xfrm rot="10800000">
                <a:off x="2957942" y="2071067"/>
                <a:ext cx="130946" cy="24963"/>
              </a:xfrm>
              <a:custGeom>
                <a:avLst/>
                <a:gdLst>
                  <a:gd name="T0" fmla="*/ 0 w 142"/>
                  <a:gd name="T1" fmla="*/ 27 h 27"/>
                  <a:gd name="T2" fmla="*/ 142 w 142"/>
                  <a:gd name="T3" fmla="*/ 0 h 27"/>
                </a:gdLst>
                <a:ahLst/>
                <a:cxnLst>
                  <a:cxn ang="0">
                    <a:pos x="T0" y="T1"/>
                  </a:cxn>
                  <a:cxn ang="0">
                    <a:pos x="T2" y="T3"/>
                  </a:cxn>
                </a:cxnLst>
                <a:rect l="0" t="0" r="r" b="b"/>
                <a:pathLst>
                  <a:path w="142" h="27">
                    <a:moveTo>
                      <a:pt x="0" y="27"/>
                    </a:moveTo>
                    <a:cubicBezTo>
                      <a:pt x="0" y="27"/>
                      <a:pt x="142" y="27"/>
                      <a:pt x="142"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97" name="Freeform 53"/>
              <p:cNvSpPr>
                <a:spLocks/>
              </p:cNvSpPr>
              <p:nvPr/>
            </p:nvSpPr>
            <p:spPr bwMode="auto">
              <a:xfrm rot="10800000">
                <a:off x="2957942" y="2364153"/>
                <a:ext cx="130946" cy="24963"/>
              </a:xfrm>
              <a:custGeom>
                <a:avLst/>
                <a:gdLst>
                  <a:gd name="T0" fmla="*/ 0 w 142"/>
                  <a:gd name="T1" fmla="*/ 0 h 27"/>
                  <a:gd name="T2" fmla="*/ 142 w 142"/>
                  <a:gd name="T3" fmla="*/ 27 h 27"/>
                </a:gdLst>
                <a:ahLst/>
                <a:cxnLst>
                  <a:cxn ang="0">
                    <a:pos x="T0" y="T1"/>
                  </a:cxn>
                  <a:cxn ang="0">
                    <a:pos x="T2" y="T3"/>
                  </a:cxn>
                </a:cxnLst>
                <a:rect l="0" t="0" r="r" b="b"/>
                <a:pathLst>
                  <a:path w="142" h="27">
                    <a:moveTo>
                      <a:pt x="0" y="0"/>
                    </a:moveTo>
                    <a:cubicBezTo>
                      <a:pt x="0" y="0"/>
                      <a:pt x="142" y="0"/>
                      <a:pt x="142" y="27"/>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98" name="Freeform 57"/>
              <p:cNvSpPr>
                <a:spLocks/>
              </p:cNvSpPr>
              <p:nvPr/>
            </p:nvSpPr>
            <p:spPr bwMode="auto">
              <a:xfrm rot="10800000">
                <a:off x="2927443" y="2220453"/>
                <a:ext cx="13832" cy="24039"/>
              </a:xfrm>
              <a:custGeom>
                <a:avLst/>
                <a:gdLst>
                  <a:gd name="T0" fmla="*/ 7 w 15"/>
                  <a:gd name="T1" fmla="*/ 26 h 26"/>
                  <a:gd name="T2" fmla="*/ 0 w 15"/>
                  <a:gd name="T3" fmla="*/ 13 h 26"/>
                  <a:gd name="T4" fmla="*/ 7 w 15"/>
                  <a:gd name="T5" fmla="*/ 0 h 26"/>
                  <a:gd name="T6" fmla="*/ 15 w 15"/>
                  <a:gd name="T7" fmla="*/ 13 h 26"/>
                  <a:gd name="T8" fmla="*/ 7 w 15"/>
                  <a:gd name="T9" fmla="*/ 26 h 26"/>
                </a:gdLst>
                <a:ahLst/>
                <a:cxnLst>
                  <a:cxn ang="0">
                    <a:pos x="T0" y="T1"/>
                  </a:cxn>
                  <a:cxn ang="0">
                    <a:pos x="T2" y="T3"/>
                  </a:cxn>
                  <a:cxn ang="0">
                    <a:pos x="T4" y="T5"/>
                  </a:cxn>
                  <a:cxn ang="0">
                    <a:pos x="T6" y="T7"/>
                  </a:cxn>
                  <a:cxn ang="0">
                    <a:pos x="T8" y="T9"/>
                  </a:cxn>
                </a:cxnLst>
                <a:rect l="0" t="0" r="r" b="b"/>
                <a:pathLst>
                  <a:path w="15" h="26">
                    <a:moveTo>
                      <a:pt x="7" y="26"/>
                    </a:moveTo>
                    <a:cubicBezTo>
                      <a:pt x="0" y="26"/>
                      <a:pt x="0" y="20"/>
                      <a:pt x="0" y="13"/>
                    </a:cubicBezTo>
                    <a:cubicBezTo>
                      <a:pt x="0" y="6"/>
                      <a:pt x="0" y="0"/>
                      <a:pt x="7" y="0"/>
                    </a:cubicBezTo>
                    <a:cubicBezTo>
                      <a:pt x="7" y="0"/>
                      <a:pt x="15" y="6"/>
                      <a:pt x="15" y="13"/>
                    </a:cubicBezTo>
                    <a:cubicBezTo>
                      <a:pt x="15" y="20"/>
                      <a:pt x="7" y="26"/>
                      <a:pt x="7" y="2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99" name="Freeform 58"/>
              <p:cNvSpPr>
                <a:spLocks/>
              </p:cNvSpPr>
              <p:nvPr/>
            </p:nvSpPr>
            <p:spPr bwMode="auto">
              <a:xfrm rot="10800000">
                <a:off x="3282541" y="2083086"/>
                <a:ext cx="13832" cy="294010"/>
              </a:xfrm>
              <a:custGeom>
                <a:avLst/>
                <a:gdLst>
                  <a:gd name="T0" fmla="*/ 0 w 15"/>
                  <a:gd name="T1" fmla="*/ 318 h 318"/>
                  <a:gd name="T2" fmla="*/ 0 w 15"/>
                  <a:gd name="T3" fmla="*/ 0 h 318"/>
                </a:gdLst>
                <a:ahLst/>
                <a:cxnLst>
                  <a:cxn ang="0">
                    <a:pos x="T0" y="T1"/>
                  </a:cxn>
                  <a:cxn ang="0">
                    <a:pos x="T2" y="T3"/>
                  </a:cxn>
                </a:cxnLst>
                <a:rect l="0" t="0" r="r" b="b"/>
                <a:pathLst>
                  <a:path w="15" h="318">
                    <a:moveTo>
                      <a:pt x="0" y="318"/>
                    </a:moveTo>
                    <a:cubicBezTo>
                      <a:pt x="15" y="271"/>
                      <a:pt x="15" y="4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00" name="Freeform 59"/>
              <p:cNvSpPr>
                <a:spLocks/>
              </p:cNvSpPr>
              <p:nvPr/>
            </p:nvSpPr>
            <p:spPr bwMode="auto">
              <a:xfrm rot="10800000">
                <a:off x="3199547" y="1986008"/>
                <a:ext cx="588335" cy="110023"/>
              </a:xfrm>
              <a:custGeom>
                <a:avLst/>
                <a:gdLst>
                  <a:gd name="T0" fmla="*/ 638 w 638"/>
                  <a:gd name="T1" fmla="*/ 80 h 119"/>
                  <a:gd name="T2" fmla="*/ 0 w 638"/>
                  <a:gd name="T3" fmla="*/ 119 h 119"/>
                </a:gdLst>
                <a:ahLst/>
                <a:cxnLst>
                  <a:cxn ang="0">
                    <a:pos x="T0" y="T1"/>
                  </a:cxn>
                  <a:cxn ang="0">
                    <a:pos x="T2" y="T3"/>
                  </a:cxn>
                </a:cxnLst>
                <a:rect l="0" t="0" r="r" b="b"/>
                <a:pathLst>
                  <a:path w="638" h="119">
                    <a:moveTo>
                      <a:pt x="638" y="80"/>
                    </a:moveTo>
                    <a:cubicBezTo>
                      <a:pt x="518" y="14"/>
                      <a:pt x="0" y="0"/>
                      <a:pt x="0" y="11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01" name="Freeform 60"/>
              <p:cNvSpPr>
                <a:spLocks/>
              </p:cNvSpPr>
              <p:nvPr/>
            </p:nvSpPr>
            <p:spPr bwMode="auto">
              <a:xfrm rot="10800000">
                <a:off x="3193092" y="2361772"/>
                <a:ext cx="594791" cy="110023"/>
              </a:xfrm>
              <a:custGeom>
                <a:avLst/>
                <a:gdLst>
                  <a:gd name="T0" fmla="*/ 645 w 645"/>
                  <a:gd name="T1" fmla="*/ 39 h 119"/>
                  <a:gd name="T2" fmla="*/ 0 w 645"/>
                  <a:gd name="T3" fmla="*/ 0 h 119"/>
                </a:gdLst>
                <a:ahLst/>
                <a:cxnLst>
                  <a:cxn ang="0">
                    <a:pos x="T0" y="T1"/>
                  </a:cxn>
                  <a:cxn ang="0">
                    <a:pos x="T2" y="T3"/>
                  </a:cxn>
                </a:cxnLst>
                <a:rect l="0" t="0" r="r" b="b"/>
                <a:pathLst>
                  <a:path w="645" h="119">
                    <a:moveTo>
                      <a:pt x="645" y="39"/>
                    </a:moveTo>
                    <a:cubicBezTo>
                      <a:pt x="525" y="105"/>
                      <a:pt x="0" y="119"/>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02" name="Freeform 61"/>
              <p:cNvSpPr>
                <a:spLocks/>
              </p:cNvSpPr>
              <p:nvPr/>
            </p:nvSpPr>
            <p:spPr bwMode="auto">
              <a:xfrm rot="10800000">
                <a:off x="3199547" y="2010046"/>
                <a:ext cx="580958" cy="12019"/>
              </a:xfrm>
              <a:custGeom>
                <a:avLst/>
                <a:gdLst>
                  <a:gd name="T0" fmla="*/ 630 w 630"/>
                  <a:gd name="T1" fmla="*/ 0 h 13"/>
                  <a:gd name="T2" fmla="*/ 0 w 630"/>
                  <a:gd name="T3" fmla="*/ 13 h 13"/>
                </a:gdLst>
                <a:ahLst/>
                <a:cxnLst>
                  <a:cxn ang="0">
                    <a:pos x="T0" y="T1"/>
                  </a:cxn>
                  <a:cxn ang="0">
                    <a:pos x="T2" y="T3"/>
                  </a:cxn>
                </a:cxnLst>
                <a:rect l="0" t="0" r="r" b="b"/>
                <a:pathLst>
                  <a:path w="630" h="13">
                    <a:moveTo>
                      <a:pt x="630" y="0"/>
                    </a:moveTo>
                    <a:cubicBezTo>
                      <a:pt x="510" y="13"/>
                      <a:pt x="270" y="13"/>
                      <a:pt x="0" y="1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03" name="Freeform 62"/>
              <p:cNvSpPr>
                <a:spLocks/>
              </p:cNvSpPr>
              <p:nvPr/>
            </p:nvSpPr>
            <p:spPr bwMode="auto">
              <a:xfrm rot="10800000">
                <a:off x="3193092" y="2438117"/>
                <a:ext cx="580958" cy="12019"/>
              </a:xfrm>
              <a:custGeom>
                <a:avLst/>
                <a:gdLst>
                  <a:gd name="T0" fmla="*/ 630 w 630"/>
                  <a:gd name="T1" fmla="*/ 13 h 13"/>
                  <a:gd name="T2" fmla="*/ 0 w 630"/>
                  <a:gd name="T3" fmla="*/ 0 h 13"/>
                </a:gdLst>
                <a:ahLst/>
                <a:cxnLst>
                  <a:cxn ang="0">
                    <a:pos x="T0" y="T1"/>
                  </a:cxn>
                  <a:cxn ang="0">
                    <a:pos x="T2" y="T3"/>
                  </a:cxn>
                </a:cxnLst>
                <a:rect l="0" t="0" r="r" b="b"/>
                <a:pathLst>
                  <a:path w="630" h="13">
                    <a:moveTo>
                      <a:pt x="630" y="13"/>
                    </a:moveTo>
                    <a:cubicBezTo>
                      <a:pt x="510" y="0"/>
                      <a:pt x="270" y="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04" name="Freeform 63"/>
              <p:cNvSpPr>
                <a:spLocks/>
              </p:cNvSpPr>
              <p:nvPr/>
            </p:nvSpPr>
            <p:spPr bwMode="auto">
              <a:xfrm rot="10800000">
                <a:off x="3227212" y="2022066"/>
                <a:ext cx="525629" cy="61021"/>
              </a:xfrm>
              <a:custGeom>
                <a:avLst/>
                <a:gdLst>
                  <a:gd name="T0" fmla="*/ 570 w 570"/>
                  <a:gd name="T1" fmla="*/ 66 h 66"/>
                  <a:gd name="T2" fmla="*/ 0 w 570"/>
                  <a:gd name="T3" fmla="*/ 66 h 66"/>
                </a:gdLst>
                <a:ahLst/>
                <a:cxnLst>
                  <a:cxn ang="0">
                    <a:pos x="T0" y="T1"/>
                  </a:cxn>
                  <a:cxn ang="0">
                    <a:pos x="T2" y="T3"/>
                  </a:cxn>
                </a:cxnLst>
                <a:rect l="0" t="0" r="r" b="b"/>
                <a:pathLst>
                  <a:path w="570" h="66">
                    <a:moveTo>
                      <a:pt x="570" y="66"/>
                    </a:moveTo>
                    <a:cubicBezTo>
                      <a:pt x="420" y="0"/>
                      <a:pt x="37" y="26"/>
                      <a:pt x="0" y="6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05" name="Freeform 64"/>
              <p:cNvSpPr>
                <a:spLocks/>
              </p:cNvSpPr>
              <p:nvPr/>
            </p:nvSpPr>
            <p:spPr bwMode="auto">
              <a:xfrm rot="10800000">
                <a:off x="3227212" y="2022066"/>
                <a:ext cx="525629" cy="0"/>
              </a:xfrm>
              <a:custGeom>
                <a:avLst/>
                <a:gdLst>
                  <a:gd name="T0" fmla="*/ 570 w 570"/>
                  <a:gd name="T1" fmla="*/ 0 w 570"/>
                </a:gdLst>
                <a:ahLst/>
                <a:cxnLst>
                  <a:cxn ang="0">
                    <a:pos x="T0" y="0"/>
                  </a:cxn>
                  <a:cxn ang="0">
                    <a:pos x="T1" y="0"/>
                  </a:cxn>
                </a:cxnLst>
                <a:rect l="0" t="0" r="r" b="b"/>
                <a:pathLst>
                  <a:path w="570">
                    <a:moveTo>
                      <a:pt x="570" y="0"/>
                    </a:moveTo>
                    <a:cubicBezTo>
                      <a:pt x="360" y="0"/>
                      <a:pt x="90" y="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06" name="Freeform 65"/>
              <p:cNvSpPr>
                <a:spLocks/>
              </p:cNvSpPr>
              <p:nvPr/>
            </p:nvSpPr>
            <p:spPr bwMode="auto">
              <a:xfrm rot="10800000">
                <a:off x="3517691" y="2010046"/>
                <a:ext cx="21210" cy="49002"/>
              </a:xfrm>
              <a:custGeom>
                <a:avLst/>
                <a:gdLst>
                  <a:gd name="T0" fmla="*/ 23 w 23"/>
                  <a:gd name="T1" fmla="*/ 0 h 53"/>
                  <a:gd name="T2" fmla="*/ 0 w 23"/>
                  <a:gd name="T3" fmla="*/ 53 h 53"/>
                </a:gdLst>
                <a:ahLst/>
                <a:cxnLst>
                  <a:cxn ang="0">
                    <a:pos x="T0" y="T1"/>
                  </a:cxn>
                  <a:cxn ang="0">
                    <a:pos x="T2" y="T3"/>
                  </a:cxn>
                </a:cxnLst>
                <a:rect l="0" t="0" r="r" b="b"/>
                <a:pathLst>
                  <a:path w="23" h="53">
                    <a:moveTo>
                      <a:pt x="23" y="0"/>
                    </a:moveTo>
                    <a:cubicBezTo>
                      <a:pt x="15" y="13"/>
                      <a:pt x="0" y="40"/>
                      <a:pt x="0" y="5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07" name="Freeform 66"/>
              <p:cNvSpPr>
                <a:spLocks/>
              </p:cNvSpPr>
              <p:nvPr/>
            </p:nvSpPr>
            <p:spPr bwMode="auto">
              <a:xfrm rot="10800000">
                <a:off x="3483571" y="2010046"/>
                <a:ext cx="13832" cy="49002"/>
              </a:xfrm>
              <a:custGeom>
                <a:avLst/>
                <a:gdLst>
                  <a:gd name="T0" fmla="*/ 15 w 15"/>
                  <a:gd name="T1" fmla="*/ 0 h 53"/>
                  <a:gd name="T2" fmla="*/ 0 w 15"/>
                  <a:gd name="T3" fmla="*/ 53 h 53"/>
                </a:gdLst>
                <a:ahLst/>
                <a:cxnLst>
                  <a:cxn ang="0">
                    <a:pos x="T0" y="T1"/>
                  </a:cxn>
                  <a:cxn ang="0">
                    <a:pos x="T2" y="T3"/>
                  </a:cxn>
                </a:cxnLst>
                <a:rect l="0" t="0" r="r" b="b"/>
                <a:pathLst>
                  <a:path w="15" h="53">
                    <a:moveTo>
                      <a:pt x="15" y="0"/>
                    </a:moveTo>
                    <a:cubicBezTo>
                      <a:pt x="15" y="13"/>
                      <a:pt x="8" y="40"/>
                      <a:pt x="0" y="53"/>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08" name="Freeform 67"/>
              <p:cNvSpPr>
                <a:spLocks/>
              </p:cNvSpPr>
              <p:nvPr/>
            </p:nvSpPr>
            <p:spPr bwMode="auto">
              <a:xfrm rot="10800000">
                <a:off x="3503858" y="1986008"/>
                <a:ext cx="27665" cy="73040"/>
              </a:xfrm>
              <a:custGeom>
                <a:avLst/>
                <a:gdLst>
                  <a:gd name="T0" fmla="*/ 30 w 30"/>
                  <a:gd name="T1" fmla="*/ 0 h 79"/>
                  <a:gd name="T2" fmla="*/ 0 w 30"/>
                  <a:gd name="T3" fmla="*/ 79 h 79"/>
                </a:gdLst>
                <a:ahLst/>
                <a:cxnLst>
                  <a:cxn ang="0">
                    <a:pos x="T0" y="T1"/>
                  </a:cxn>
                  <a:cxn ang="0">
                    <a:pos x="T2" y="T3"/>
                  </a:cxn>
                </a:cxnLst>
                <a:rect l="0" t="0" r="r" b="b"/>
                <a:pathLst>
                  <a:path w="30" h="79">
                    <a:moveTo>
                      <a:pt x="30" y="0"/>
                    </a:moveTo>
                    <a:cubicBezTo>
                      <a:pt x="22" y="26"/>
                      <a:pt x="7" y="66"/>
                      <a:pt x="0" y="7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09" name="Freeform 92"/>
              <p:cNvSpPr>
                <a:spLocks/>
              </p:cNvSpPr>
              <p:nvPr/>
            </p:nvSpPr>
            <p:spPr bwMode="auto">
              <a:xfrm rot="10800000">
                <a:off x="3234589" y="2374716"/>
                <a:ext cx="525629" cy="61021"/>
              </a:xfrm>
              <a:custGeom>
                <a:avLst/>
                <a:gdLst>
                  <a:gd name="T0" fmla="*/ 570 w 570"/>
                  <a:gd name="T1" fmla="*/ 0 h 66"/>
                  <a:gd name="T2" fmla="*/ 0 w 570"/>
                  <a:gd name="T3" fmla="*/ 0 h 66"/>
                </a:gdLst>
                <a:ahLst/>
                <a:cxnLst>
                  <a:cxn ang="0">
                    <a:pos x="T0" y="T1"/>
                  </a:cxn>
                  <a:cxn ang="0">
                    <a:pos x="T2" y="T3"/>
                  </a:cxn>
                </a:cxnLst>
                <a:rect l="0" t="0" r="r" b="b"/>
                <a:pathLst>
                  <a:path w="570" h="66">
                    <a:moveTo>
                      <a:pt x="570" y="0"/>
                    </a:moveTo>
                    <a:cubicBezTo>
                      <a:pt x="420" y="66"/>
                      <a:pt x="38" y="3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10" name="Freeform 93"/>
              <p:cNvSpPr>
                <a:spLocks/>
              </p:cNvSpPr>
              <p:nvPr/>
            </p:nvSpPr>
            <p:spPr bwMode="auto">
              <a:xfrm rot="10800000">
                <a:off x="3234589" y="2438117"/>
                <a:ext cx="525629" cy="0"/>
              </a:xfrm>
              <a:custGeom>
                <a:avLst/>
                <a:gdLst>
                  <a:gd name="T0" fmla="*/ 570 w 570"/>
                  <a:gd name="T1" fmla="*/ 0 w 570"/>
                </a:gdLst>
                <a:ahLst/>
                <a:cxnLst>
                  <a:cxn ang="0">
                    <a:pos x="T0" y="0"/>
                  </a:cxn>
                  <a:cxn ang="0">
                    <a:pos x="T1" y="0"/>
                  </a:cxn>
                </a:cxnLst>
                <a:rect l="0" t="0" r="r" b="b"/>
                <a:pathLst>
                  <a:path w="570">
                    <a:moveTo>
                      <a:pt x="570" y="0"/>
                    </a:moveTo>
                    <a:cubicBezTo>
                      <a:pt x="360" y="0"/>
                      <a:pt x="90" y="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11" name="Freeform 94"/>
              <p:cNvSpPr>
                <a:spLocks/>
              </p:cNvSpPr>
              <p:nvPr/>
            </p:nvSpPr>
            <p:spPr bwMode="auto">
              <a:xfrm rot="10800000">
                <a:off x="3525068" y="2401135"/>
                <a:ext cx="20287" cy="49002"/>
              </a:xfrm>
              <a:custGeom>
                <a:avLst/>
                <a:gdLst>
                  <a:gd name="T0" fmla="*/ 22 w 22"/>
                  <a:gd name="T1" fmla="*/ 53 h 53"/>
                  <a:gd name="T2" fmla="*/ 0 w 22"/>
                  <a:gd name="T3" fmla="*/ 0 h 53"/>
                </a:gdLst>
                <a:ahLst/>
                <a:cxnLst>
                  <a:cxn ang="0">
                    <a:pos x="T0" y="T1"/>
                  </a:cxn>
                  <a:cxn ang="0">
                    <a:pos x="T2" y="T3"/>
                  </a:cxn>
                </a:cxnLst>
                <a:rect l="0" t="0" r="r" b="b"/>
                <a:pathLst>
                  <a:path w="22" h="53">
                    <a:moveTo>
                      <a:pt x="22" y="53"/>
                    </a:moveTo>
                    <a:cubicBezTo>
                      <a:pt x="15" y="33"/>
                      <a:pt x="0" y="1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12" name="Freeform 95"/>
              <p:cNvSpPr>
                <a:spLocks/>
              </p:cNvSpPr>
              <p:nvPr/>
            </p:nvSpPr>
            <p:spPr bwMode="auto">
              <a:xfrm rot="10800000">
                <a:off x="3490026" y="2401135"/>
                <a:ext cx="13832" cy="49002"/>
              </a:xfrm>
              <a:custGeom>
                <a:avLst/>
                <a:gdLst>
                  <a:gd name="T0" fmla="*/ 15 w 15"/>
                  <a:gd name="T1" fmla="*/ 53 h 53"/>
                  <a:gd name="T2" fmla="*/ 0 w 15"/>
                  <a:gd name="T3" fmla="*/ 0 h 53"/>
                </a:gdLst>
                <a:ahLst/>
                <a:cxnLst>
                  <a:cxn ang="0">
                    <a:pos x="T0" y="T1"/>
                  </a:cxn>
                  <a:cxn ang="0">
                    <a:pos x="T2" y="T3"/>
                  </a:cxn>
                </a:cxnLst>
                <a:rect l="0" t="0" r="r" b="b"/>
                <a:pathLst>
                  <a:path w="15" h="53">
                    <a:moveTo>
                      <a:pt x="15" y="53"/>
                    </a:moveTo>
                    <a:cubicBezTo>
                      <a:pt x="15" y="33"/>
                      <a:pt x="7" y="1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13" name="Freeform 96"/>
              <p:cNvSpPr>
                <a:spLocks/>
              </p:cNvSpPr>
              <p:nvPr/>
            </p:nvSpPr>
            <p:spPr bwMode="auto">
              <a:xfrm rot="10800000">
                <a:off x="3508855" y="2401504"/>
                <a:ext cx="27665" cy="72000"/>
              </a:xfrm>
              <a:custGeom>
                <a:avLst/>
                <a:gdLst>
                  <a:gd name="T0" fmla="*/ 30 w 30"/>
                  <a:gd name="T1" fmla="*/ 86 h 86"/>
                  <a:gd name="T2" fmla="*/ 0 w 30"/>
                  <a:gd name="T3" fmla="*/ 0 h 86"/>
                </a:gdLst>
                <a:ahLst/>
                <a:cxnLst>
                  <a:cxn ang="0">
                    <a:pos x="T0" y="T1"/>
                  </a:cxn>
                  <a:cxn ang="0">
                    <a:pos x="T2" y="T3"/>
                  </a:cxn>
                </a:cxnLst>
                <a:rect l="0" t="0" r="r" b="b"/>
                <a:pathLst>
                  <a:path w="30" h="86">
                    <a:moveTo>
                      <a:pt x="30" y="86"/>
                    </a:moveTo>
                    <a:cubicBezTo>
                      <a:pt x="23" y="60"/>
                      <a:pt x="8" y="13"/>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14" name="Freeform 121"/>
              <p:cNvSpPr>
                <a:spLocks/>
              </p:cNvSpPr>
              <p:nvPr/>
            </p:nvSpPr>
            <p:spPr bwMode="auto">
              <a:xfrm rot="10800000">
                <a:off x="3586852" y="2035009"/>
                <a:ext cx="193653" cy="36058"/>
              </a:xfrm>
              <a:custGeom>
                <a:avLst/>
                <a:gdLst>
                  <a:gd name="T0" fmla="*/ 0 w 210"/>
                  <a:gd name="T1" fmla="*/ 39 h 39"/>
                  <a:gd name="T2" fmla="*/ 210 w 210"/>
                  <a:gd name="T3" fmla="*/ 0 h 39"/>
                </a:gdLst>
                <a:ahLst/>
                <a:cxnLst>
                  <a:cxn ang="0">
                    <a:pos x="T0" y="T1"/>
                  </a:cxn>
                  <a:cxn ang="0">
                    <a:pos x="T2" y="T3"/>
                  </a:cxn>
                </a:cxnLst>
                <a:rect l="0" t="0" r="r" b="b"/>
                <a:pathLst>
                  <a:path w="210" h="39">
                    <a:moveTo>
                      <a:pt x="0" y="39"/>
                    </a:moveTo>
                    <a:cubicBezTo>
                      <a:pt x="60" y="26"/>
                      <a:pt x="150" y="0"/>
                      <a:pt x="21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15" name="Freeform 122"/>
              <p:cNvSpPr>
                <a:spLocks/>
              </p:cNvSpPr>
              <p:nvPr/>
            </p:nvSpPr>
            <p:spPr bwMode="auto">
              <a:xfrm rot="10800000">
                <a:off x="3586852" y="2389116"/>
                <a:ext cx="193653" cy="36058"/>
              </a:xfrm>
              <a:custGeom>
                <a:avLst/>
                <a:gdLst>
                  <a:gd name="T0" fmla="*/ 0 w 210"/>
                  <a:gd name="T1" fmla="*/ 0 h 39"/>
                  <a:gd name="T2" fmla="*/ 210 w 210"/>
                  <a:gd name="T3" fmla="*/ 39 h 39"/>
                </a:gdLst>
                <a:ahLst/>
                <a:cxnLst>
                  <a:cxn ang="0">
                    <a:pos x="T0" y="T1"/>
                  </a:cxn>
                  <a:cxn ang="0">
                    <a:pos x="T2" y="T3"/>
                  </a:cxn>
                </a:cxnLst>
                <a:rect l="0" t="0" r="r" b="b"/>
                <a:pathLst>
                  <a:path w="210" h="39">
                    <a:moveTo>
                      <a:pt x="0" y="0"/>
                    </a:moveTo>
                    <a:cubicBezTo>
                      <a:pt x="60" y="13"/>
                      <a:pt x="150" y="39"/>
                      <a:pt x="210" y="3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16" name="Freeform 123"/>
              <p:cNvSpPr>
                <a:spLocks/>
              </p:cNvSpPr>
              <p:nvPr/>
            </p:nvSpPr>
            <p:spPr bwMode="auto">
              <a:xfrm rot="10800000">
                <a:off x="3711343" y="1949025"/>
                <a:ext cx="41497" cy="55474"/>
              </a:xfrm>
              <a:custGeom>
                <a:avLst/>
                <a:gdLst>
                  <a:gd name="T0" fmla="*/ 45 w 45"/>
                  <a:gd name="T1" fmla="*/ 53 h 60"/>
                  <a:gd name="T2" fmla="*/ 0 w 45"/>
                  <a:gd name="T3" fmla="*/ 0 h 60"/>
                </a:gdLst>
                <a:ahLst/>
                <a:cxnLst>
                  <a:cxn ang="0">
                    <a:pos x="T0" y="T1"/>
                  </a:cxn>
                  <a:cxn ang="0">
                    <a:pos x="T2" y="T3"/>
                  </a:cxn>
                </a:cxnLst>
                <a:rect l="0" t="0" r="r" b="b"/>
                <a:pathLst>
                  <a:path w="45" h="60">
                    <a:moveTo>
                      <a:pt x="45" y="53"/>
                    </a:moveTo>
                    <a:cubicBezTo>
                      <a:pt x="30" y="60"/>
                      <a:pt x="7" y="0"/>
                      <a:pt x="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17" name="Freeform 124"/>
              <p:cNvSpPr>
                <a:spLocks/>
              </p:cNvSpPr>
              <p:nvPr/>
            </p:nvSpPr>
            <p:spPr bwMode="auto">
              <a:xfrm rot="10800000">
                <a:off x="3711343" y="1955497"/>
                <a:ext cx="41497" cy="73040"/>
              </a:xfrm>
              <a:custGeom>
                <a:avLst/>
                <a:gdLst>
                  <a:gd name="T0" fmla="*/ 0 w 45"/>
                  <a:gd name="T1" fmla="*/ 26 h 79"/>
                  <a:gd name="T2" fmla="*/ 45 w 45"/>
                  <a:gd name="T3" fmla="*/ 79 h 79"/>
                </a:gdLst>
                <a:ahLst/>
                <a:cxnLst>
                  <a:cxn ang="0">
                    <a:pos x="T0" y="T1"/>
                  </a:cxn>
                  <a:cxn ang="0">
                    <a:pos x="T2" y="T3"/>
                  </a:cxn>
                </a:cxnLst>
                <a:rect l="0" t="0" r="r" b="b"/>
                <a:pathLst>
                  <a:path w="45" h="79">
                    <a:moveTo>
                      <a:pt x="0" y="26"/>
                    </a:moveTo>
                    <a:cubicBezTo>
                      <a:pt x="30" y="0"/>
                      <a:pt x="45" y="73"/>
                      <a:pt x="45" y="7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18" name="Freeform 125"/>
              <p:cNvSpPr>
                <a:spLocks/>
              </p:cNvSpPr>
              <p:nvPr/>
            </p:nvSpPr>
            <p:spPr bwMode="auto">
              <a:xfrm rot="10800000">
                <a:off x="3697511" y="1955497"/>
                <a:ext cx="41497" cy="73040"/>
              </a:xfrm>
              <a:custGeom>
                <a:avLst/>
                <a:gdLst>
                  <a:gd name="T0" fmla="*/ 0 w 45"/>
                  <a:gd name="T1" fmla="*/ 13 h 79"/>
                  <a:gd name="T2" fmla="*/ 30 w 45"/>
                  <a:gd name="T3" fmla="*/ 79 h 79"/>
                </a:gdLst>
                <a:ahLst/>
                <a:cxnLst>
                  <a:cxn ang="0">
                    <a:pos x="T0" y="T1"/>
                  </a:cxn>
                  <a:cxn ang="0">
                    <a:pos x="T2" y="T3"/>
                  </a:cxn>
                </a:cxnLst>
                <a:rect l="0" t="0" r="r" b="b"/>
                <a:pathLst>
                  <a:path w="45" h="79">
                    <a:moveTo>
                      <a:pt x="0" y="13"/>
                    </a:moveTo>
                    <a:cubicBezTo>
                      <a:pt x="15" y="0"/>
                      <a:pt x="45" y="79"/>
                      <a:pt x="30" y="79"/>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19" name="Freeform 126"/>
              <p:cNvSpPr>
                <a:spLocks/>
              </p:cNvSpPr>
              <p:nvPr/>
            </p:nvSpPr>
            <p:spPr bwMode="auto">
              <a:xfrm rot="10800000">
                <a:off x="3711343" y="2450137"/>
                <a:ext cx="41497" cy="61021"/>
              </a:xfrm>
              <a:custGeom>
                <a:avLst/>
                <a:gdLst>
                  <a:gd name="T0" fmla="*/ 45 w 45"/>
                  <a:gd name="T1" fmla="*/ 13 h 66"/>
                  <a:gd name="T2" fmla="*/ 0 w 45"/>
                  <a:gd name="T3" fmla="*/ 66 h 66"/>
                </a:gdLst>
                <a:ahLst/>
                <a:cxnLst>
                  <a:cxn ang="0">
                    <a:pos x="T0" y="T1"/>
                  </a:cxn>
                  <a:cxn ang="0">
                    <a:pos x="T2" y="T3"/>
                  </a:cxn>
                </a:cxnLst>
                <a:rect l="0" t="0" r="r" b="b"/>
                <a:pathLst>
                  <a:path w="45" h="66">
                    <a:moveTo>
                      <a:pt x="45" y="13"/>
                    </a:moveTo>
                    <a:cubicBezTo>
                      <a:pt x="30" y="0"/>
                      <a:pt x="7" y="66"/>
                      <a:pt x="0" y="66"/>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20" name="Freeform 127"/>
              <p:cNvSpPr>
                <a:spLocks/>
              </p:cNvSpPr>
              <p:nvPr/>
            </p:nvSpPr>
            <p:spPr bwMode="auto">
              <a:xfrm rot="10800000">
                <a:off x="3711343" y="2425174"/>
                <a:ext cx="41497" cy="73965"/>
              </a:xfrm>
              <a:custGeom>
                <a:avLst/>
                <a:gdLst>
                  <a:gd name="T0" fmla="*/ 0 w 45"/>
                  <a:gd name="T1" fmla="*/ 53 h 80"/>
                  <a:gd name="T2" fmla="*/ 45 w 45"/>
                  <a:gd name="T3" fmla="*/ 0 h 80"/>
                </a:gdLst>
                <a:ahLst/>
                <a:cxnLst>
                  <a:cxn ang="0">
                    <a:pos x="T0" y="T1"/>
                  </a:cxn>
                  <a:cxn ang="0">
                    <a:pos x="T2" y="T3"/>
                  </a:cxn>
                </a:cxnLst>
                <a:rect l="0" t="0" r="r" b="b"/>
                <a:pathLst>
                  <a:path w="45" h="80">
                    <a:moveTo>
                      <a:pt x="0" y="53"/>
                    </a:moveTo>
                    <a:cubicBezTo>
                      <a:pt x="30" y="80"/>
                      <a:pt x="45" y="0"/>
                      <a:pt x="45"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21" name="Freeform 128"/>
              <p:cNvSpPr>
                <a:spLocks/>
              </p:cNvSpPr>
              <p:nvPr/>
            </p:nvSpPr>
            <p:spPr bwMode="auto">
              <a:xfrm rot="10800000">
                <a:off x="3697511" y="2425174"/>
                <a:ext cx="41497" cy="73965"/>
              </a:xfrm>
              <a:custGeom>
                <a:avLst/>
                <a:gdLst>
                  <a:gd name="T0" fmla="*/ 0 w 45"/>
                  <a:gd name="T1" fmla="*/ 60 h 80"/>
                  <a:gd name="T2" fmla="*/ 30 w 45"/>
                  <a:gd name="T3" fmla="*/ 0 h 80"/>
                </a:gdLst>
                <a:ahLst/>
                <a:cxnLst>
                  <a:cxn ang="0">
                    <a:pos x="T0" y="T1"/>
                  </a:cxn>
                  <a:cxn ang="0">
                    <a:pos x="T2" y="T3"/>
                  </a:cxn>
                </a:cxnLst>
                <a:rect l="0" t="0" r="r" b="b"/>
                <a:pathLst>
                  <a:path w="45" h="80">
                    <a:moveTo>
                      <a:pt x="0" y="60"/>
                    </a:moveTo>
                    <a:cubicBezTo>
                      <a:pt x="15" y="80"/>
                      <a:pt x="45" y="0"/>
                      <a:pt x="30" y="0"/>
                    </a:cubicBezTo>
                  </a:path>
                </a:pathLst>
              </a:custGeom>
              <a:noFill/>
              <a:ln w="3175" cap="flat">
                <a:solidFill>
                  <a:srgbClr val="5757FF"/>
                </a:solidFill>
                <a:prstDash val="solid"/>
                <a:bevel/>
                <a:headEnd/>
                <a:tailEnd/>
              </a:ln>
              <a:extLst>
                <a:ext uri="{909E8E84-426E-40DD-AFC4-6F175D3DCCD1}">
                  <a14:hiddenFill xmlns:a14="http://schemas.microsoft.com/office/drawing/2010/main">
                    <a:solidFill>
                      <a:srgbClr val="FFFFFF"/>
                    </a:solidFill>
                  </a14:hiddenFill>
                </a:ext>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22" name="Rectangle 69"/>
              <p:cNvSpPr>
                <a:spLocks noChangeArrowheads="1"/>
              </p:cNvSpPr>
              <p:nvPr/>
            </p:nvSpPr>
            <p:spPr bwMode="auto">
              <a:xfrm rot="10800000">
                <a:off x="3535015" y="2458808"/>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23" name="Rectangle 69"/>
              <p:cNvSpPr>
                <a:spLocks noChangeArrowheads="1"/>
              </p:cNvSpPr>
              <p:nvPr/>
            </p:nvSpPr>
            <p:spPr bwMode="auto">
              <a:xfrm rot="10800000">
                <a:off x="3562940" y="2458808"/>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24" name="Rectangle 69"/>
              <p:cNvSpPr>
                <a:spLocks noChangeArrowheads="1"/>
              </p:cNvSpPr>
              <p:nvPr/>
            </p:nvSpPr>
            <p:spPr bwMode="auto">
              <a:xfrm rot="10800000">
                <a:off x="3535031" y="1987386"/>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25" name="Rectangle 69"/>
              <p:cNvSpPr>
                <a:spLocks noChangeArrowheads="1"/>
              </p:cNvSpPr>
              <p:nvPr/>
            </p:nvSpPr>
            <p:spPr bwMode="auto">
              <a:xfrm rot="10800000">
                <a:off x="3562956" y="1987386"/>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26" name="Rectangle 69"/>
              <p:cNvSpPr>
                <a:spLocks noChangeArrowheads="1"/>
              </p:cNvSpPr>
              <p:nvPr/>
            </p:nvSpPr>
            <p:spPr bwMode="auto">
              <a:xfrm rot="10800000">
                <a:off x="3282645" y="2454062"/>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27" name="Rectangle 69"/>
              <p:cNvSpPr>
                <a:spLocks noChangeArrowheads="1"/>
              </p:cNvSpPr>
              <p:nvPr/>
            </p:nvSpPr>
            <p:spPr bwMode="auto">
              <a:xfrm rot="10800000">
                <a:off x="3310570" y="2454062"/>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28" name="Rectangle 69"/>
              <p:cNvSpPr>
                <a:spLocks noChangeArrowheads="1"/>
              </p:cNvSpPr>
              <p:nvPr/>
            </p:nvSpPr>
            <p:spPr bwMode="auto">
              <a:xfrm rot="10800000">
                <a:off x="3282661" y="1992164"/>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sp>
            <p:nvSpPr>
              <p:cNvPr id="129" name="Rectangle 69"/>
              <p:cNvSpPr>
                <a:spLocks noChangeArrowheads="1"/>
              </p:cNvSpPr>
              <p:nvPr/>
            </p:nvSpPr>
            <p:spPr bwMode="auto">
              <a:xfrm rot="10800000">
                <a:off x="3310586" y="1992164"/>
                <a:ext cx="28800" cy="10800"/>
              </a:xfrm>
              <a:prstGeom prst="rect">
                <a:avLst/>
              </a:prstGeom>
              <a:solidFill>
                <a:srgbClr val="F9F9F9"/>
              </a:solidFill>
              <a:ln w="3175">
                <a:solidFill>
                  <a:srgbClr val="5757FF"/>
                </a:solidFill>
                <a:miter lim="800000"/>
                <a:headEnd/>
                <a:tailEnd/>
              </a:ln>
              <a:extLst/>
            </p:spPr>
            <p:txBody>
              <a:bodyPr vert="horz" wrap="square" lIns="94319" tIns="47159" rIns="94319" bIns="47159" numCol="1" anchor="t" anchorCtr="0" compatLnSpc="1">
                <a:prstTxWarp prst="textNoShape">
                  <a:avLst/>
                </a:prstTxWarp>
              </a:bodyPr>
              <a:lstStyle/>
              <a:p>
                <a:endParaRPr lang="zh-CN" altLang="en-US" sz="2400">
                  <a:latin typeface="Cambria" pitchFamily="18" charset="0"/>
                </a:endParaRPr>
              </a:p>
            </p:txBody>
          </p:sp>
        </p:grpSp>
        <p:sp>
          <p:nvSpPr>
            <p:cNvPr id="130" name="矩形 129"/>
            <p:cNvSpPr/>
            <p:nvPr/>
          </p:nvSpPr>
          <p:spPr>
            <a:xfrm>
              <a:off x="4739793" y="4036856"/>
              <a:ext cx="106592" cy="501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32" name="矩形 131"/>
            <p:cNvSpPr/>
            <p:nvPr/>
          </p:nvSpPr>
          <p:spPr>
            <a:xfrm>
              <a:off x="4739793" y="4777067"/>
              <a:ext cx="107786" cy="52614"/>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138" name="直接连接符 137"/>
            <p:cNvCxnSpPr/>
            <p:nvPr/>
          </p:nvCxnSpPr>
          <p:spPr>
            <a:xfrm flipH="1">
              <a:off x="4830221" y="4195128"/>
              <a:ext cx="4374" cy="420592"/>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145" name="组合 144"/>
            <p:cNvGrpSpPr/>
            <p:nvPr/>
          </p:nvGrpSpPr>
          <p:grpSpPr>
            <a:xfrm>
              <a:off x="4760781" y="3696105"/>
              <a:ext cx="431317" cy="558287"/>
              <a:chOff x="8019715" y="3105824"/>
              <a:chExt cx="569104" cy="865442"/>
            </a:xfrm>
          </p:grpSpPr>
          <p:cxnSp>
            <p:nvCxnSpPr>
              <p:cNvPr id="146" name="直接箭头连接符 145"/>
              <p:cNvCxnSpPr/>
              <p:nvPr/>
            </p:nvCxnSpPr>
            <p:spPr>
              <a:xfrm flipV="1">
                <a:off x="8062546" y="3330345"/>
                <a:ext cx="0" cy="34749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7" name="直接箭头连接符 146"/>
              <p:cNvCxnSpPr/>
              <p:nvPr/>
            </p:nvCxnSpPr>
            <p:spPr>
              <a:xfrm>
                <a:off x="8062546" y="3681047"/>
                <a:ext cx="348761" cy="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8" name="文本框 147"/>
              <p:cNvSpPr txBox="1"/>
              <p:nvPr/>
            </p:nvSpPr>
            <p:spPr>
              <a:xfrm>
                <a:off x="8354357" y="3541869"/>
                <a:ext cx="234462" cy="429397"/>
              </a:xfrm>
              <a:prstGeom prst="rect">
                <a:avLst/>
              </a:prstGeom>
              <a:noFill/>
            </p:spPr>
            <p:txBody>
              <a:bodyPr wrap="square" rtlCol="0">
                <a:spAutoFit/>
              </a:bodyPr>
              <a:lstStyle/>
              <a:p>
                <a:r>
                  <a:rPr lang="en-US" altLang="zh-CN" sz="1200" dirty="0" smtClean="0"/>
                  <a:t>x</a:t>
                </a:r>
                <a:endParaRPr lang="zh-CN" altLang="en-US" sz="1200" dirty="0"/>
              </a:p>
            </p:txBody>
          </p:sp>
          <p:sp>
            <p:nvSpPr>
              <p:cNvPr id="149" name="文本框 148"/>
              <p:cNvSpPr txBox="1"/>
              <p:nvPr/>
            </p:nvSpPr>
            <p:spPr>
              <a:xfrm>
                <a:off x="8019715" y="3105824"/>
                <a:ext cx="234462" cy="429397"/>
              </a:xfrm>
              <a:prstGeom prst="rect">
                <a:avLst/>
              </a:prstGeom>
              <a:noFill/>
            </p:spPr>
            <p:txBody>
              <a:bodyPr wrap="square" rtlCol="0">
                <a:spAutoFit/>
              </a:bodyPr>
              <a:lstStyle/>
              <a:p>
                <a:r>
                  <a:rPr lang="en-US" altLang="zh-CN" sz="1200" dirty="0" smtClean="0"/>
                  <a:t>y</a:t>
                </a:r>
                <a:endParaRPr lang="zh-CN" altLang="en-US" sz="1200" dirty="0"/>
              </a:p>
            </p:txBody>
          </p:sp>
        </p:grpSp>
        <p:cxnSp>
          <p:nvCxnSpPr>
            <p:cNvPr id="150" name="直接连接符 149"/>
            <p:cNvCxnSpPr/>
            <p:nvPr/>
          </p:nvCxnSpPr>
          <p:spPr>
            <a:xfrm>
              <a:off x="5861970" y="4215011"/>
              <a:ext cx="0" cy="425788"/>
            </a:xfrm>
            <a:prstGeom prst="line">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a:off x="5644630" y="4163627"/>
              <a:ext cx="0" cy="529817"/>
            </a:xfrm>
            <a:prstGeom prst="line">
              <a:avLst/>
            </a:prstGeom>
            <a:ln w="38100">
              <a:solidFill>
                <a:srgbClr val="4D4D4D"/>
              </a:solidFill>
              <a:prstDash val="solid"/>
            </a:ln>
          </p:spPr>
          <p:style>
            <a:lnRef idx="2">
              <a:schemeClr val="accent1"/>
            </a:lnRef>
            <a:fillRef idx="0">
              <a:schemeClr val="accent1"/>
            </a:fillRef>
            <a:effectRef idx="1">
              <a:schemeClr val="accent1"/>
            </a:effectRef>
            <a:fontRef idx="minor">
              <a:schemeClr val="tx1"/>
            </a:fontRef>
          </p:style>
        </p:cxnSp>
        <p:pic>
          <p:nvPicPr>
            <p:cNvPr id="135" name="currentImg" descr="https://timgsa.baidu.com/timg?image&amp;quality=80&amp;size=b9999_10000&amp;sec=1531200957594&amp;di=a486c93a2ec63cb6e9248afdb0c8a271&amp;imgtype=0&amp;src=http%3A%2F%2Fimg.jdzj.com%2FUserDocument%2F2015c%2Fanbomall%2FPicture%2F20164919148.jpg"/>
            <p:cNvPicPr/>
            <p:nvPr/>
          </p:nvPicPr>
          <p:blipFill rotWithShape="1">
            <a:blip r:embed="rId4" cstate="print">
              <a:extLst>
                <a:ext uri="{28A0092B-C50C-407E-A947-70E740481C1C}">
                  <a14:useLocalDpi xmlns:a14="http://schemas.microsoft.com/office/drawing/2010/main" val="0"/>
                </a:ext>
              </a:extLst>
            </a:blip>
            <a:srcRect l="30001" t="14614" r="34180" b="15389"/>
            <a:stretch/>
          </p:blipFill>
          <p:spPr>
            <a:xfrm>
              <a:off x="4171027" y="4431567"/>
              <a:ext cx="129826" cy="202632"/>
            </a:xfrm>
            <a:prstGeom prst="rect">
              <a:avLst/>
            </a:prstGeom>
            <a:noFill/>
          </p:spPr>
        </p:pic>
      </p:grpSp>
      <p:grpSp>
        <p:nvGrpSpPr>
          <p:cNvPr id="33" name="组合 32"/>
          <p:cNvGrpSpPr/>
          <p:nvPr/>
        </p:nvGrpSpPr>
        <p:grpSpPr>
          <a:xfrm>
            <a:off x="6671267" y="2811043"/>
            <a:ext cx="1390275" cy="2144177"/>
            <a:chOff x="6817015" y="2964767"/>
            <a:chExt cx="1390275" cy="2144177"/>
          </a:xfrm>
        </p:grpSpPr>
        <p:sp>
          <p:nvSpPr>
            <p:cNvPr id="139" name="文本框 13"/>
            <p:cNvSpPr txBox="1"/>
            <p:nvPr/>
          </p:nvSpPr>
          <p:spPr>
            <a:xfrm>
              <a:off x="7253183" y="2964767"/>
              <a:ext cx="954107" cy="2144177"/>
            </a:xfrm>
            <a:prstGeom prst="rect">
              <a:avLst/>
            </a:prstGeom>
            <a:noFill/>
          </p:spPr>
          <p:txBody>
            <a:bodyPr wrap="none" rtlCol="0">
              <a:spAutoFit/>
            </a:bodyPr>
            <a:lstStyle/>
            <a:p>
              <a:pPr>
                <a:lnSpc>
                  <a:spcPts val="2000"/>
                </a:lnSpc>
              </a:pPr>
              <a:r>
                <a:rPr lang="en-US" altLang="zh-CN" sz="1100" dirty="0" smtClean="0">
                  <a:latin typeface="+mn-lt"/>
                </a:rPr>
                <a:t>Obj1</a:t>
              </a:r>
            </a:p>
            <a:p>
              <a:pPr>
                <a:lnSpc>
                  <a:spcPts val="2000"/>
                </a:lnSpc>
              </a:pPr>
              <a:r>
                <a:rPr lang="en-US" altLang="zh-CN" sz="1100" dirty="0" smtClean="0">
                  <a:latin typeface="+mn-lt"/>
                </a:rPr>
                <a:t>Obj2</a:t>
              </a:r>
            </a:p>
            <a:p>
              <a:pPr>
                <a:lnSpc>
                  <a:spcPts val="2000"/>
                </a:lnSpc>
              </a:pPr>
              <a:r>
                <a:rPr lang="zh-CN" altLang="en-US" sz="1100" dirty="0" smtClean="0">
                  <a:latin typeface="+mn-lt"/>
                </a:rPr>
                <a:t>边界线</a:t>
              </a:r>
              <a:endParaRPr lang="en-US" altLang="zh-CN" sz="1100" dirty="0" smtClean="0">
                <a:latin typeface="+mn-lt"/>
              </a:endParaRPr>
            </a:p>
            <a:p>
              <a:pPr>
                <a:lnSpc>
                  <a:spcPts val="2000"/>
                </a:lnSpc>
              </a:pPr>
              <a:r>
                <a:rPr lang="zh-CN" altLang="en-US" sz="1100" dirty="0" smtClean="0">
                  <a:latin typeface="+mn-lt"/>
                </a:rPr>
                <a:t>车辆区域</a:t>
              </a:r>
              <a:endParaRPr lang="en-US" altLang="zh-CN" sz="1100" dirty="0" smtClean="0">
                <a:latin typeface="+mn-lt"/>
              </a:endParaRPr>
            </a:p>
            <a:p>
              <a:pPr>
                <a:lnSpc>
                  <a:spcPts val="2000"/>
                </a:lnSpc>
              </a:pPr>
              <a:r>
                <a:rPr lang="zh-CN" altLang="en-US" sz="1100" dirty="0">
                  <a:latin typeface="+mn-lt"/>
                </a:rPr>
                <a:t>融合</a:t>
              </a:r>
              <a:r>
                <a:rPr lang="en-US" altLang="zh-CN" sz="1100" dirty="0">
                  <a:latin typeface="+mn-lt"/>
                </a:rPr>
                <a:t>OD</a:t>
              </a:r>
              <a:r>
                <a:rPr lang="zh-CN" altLang="en-US" sz="1100" dirty="0" smtClean="0">
                  <a:latin typeface="+mn-lt"/>
                </a:rPr>
                <a:t>方柱</a:t>
              </a:r>
              <a:endParaRPr lang="en-US" altLang="zh-CN" sz="1100" dirty="0" smtClean="0">
                <a:latin typeface="+mn-lt"/>
              </a:endParaRPr>
            </a:p>
            <a:p>
              <a:pPr>
                <a:lnSpc>
                  <a:spcPts val="2000"/>
                </a:lnSpc>
              </a:pPr>
              <a:r>
                <a:rPr lang="zh-CN" altLang="en-US" sz="1100" dirty="0" smtClean="0">
                  <a:latin typeface="+mn-lt"/>
                </a:rPr>
                <a:t>融合</a:t>
              </a:r>
              <a:r>
                <a:rPr lang="en-US" altLang="zh-CN" sz="1100" dirty="0" smtClean="0">
                  <a:latin typeface="+mn-lt"/>
                </a:rPr>
                <a:t>OD</a:t>
              </a:r>
              <a:r>
                <a:rPr lang="zh-CN" altLang="en-US" sz="1100" dirty="0" smtClean="0">
                  <a:latin typeface="+mn-lt"/>
                </a:rPr>
                <a:t>锥桶</a:t>
              </a:r>
              <a:endParaRPr lang="en-US" altLang="zh-CN" sz="1100" dirty="0" smtClean="0">
                <a:latin typeface="+mn-lt"/>
              </a:endParaRPr>
            </a:p>
            <a:p>
              <a:pPr>
                <a:lnSpc>
                  <a:spcPts val="2000"/>
                </a:lnSpc>
              </a:pPr>
              <a:r>
                <a:rPr lang="zh-CN" altLang="en-US" sz="1100" dirty="0">
                  <a:latin typeface="+mn-lt"/>
                </a:rPr>
                <a:t>融合</a:t>
              </a:r>
              <a:r>
                <a:rPr lang="en-US" altLang="zh-CN" sz="1100" dirty="0">
                  <a:latin typeface="+mn-lt"/>
                </a:rPr>
                <a:t>OD</a:t>
              </a:r>
              <a:r>
                <a:rPr lang="zh-CN" altLang="en-US" sz="1100" dirty="0" smtClean="0">
                  <a:latin typeface="+mn-lt"/>
                </a:rPr>
                <a:t>轮挡</a:t>
              </a:r>
              <a:endParaRPr lang="en-US" altLang="zh-CN" sz="1100" dirty="0" smtClean="0">
                <a:latin typeface="+mn-lt"/>
              </a:endParaRPr>
            </a:p>
            <a:p>
              <a:pPr>
                <a:lnSpc>
                  <a:spcPts val="2000"/>
                </a:lnSpc>
              </a:pPr>
              <a:r>
                <a:rPr lang="zh-CN" altLang="en-US" sz="1100" dirty="0" smtClean="0">
                  <a:latin typeface="+mn-lt"/>
                </a:rPr>
                <a:t>坐标系</a:t>
              </a:r>
              <a:endParaRPr lang="en-US" altLang="zh-CN" sz="1100" dirty="0" smtClean="0">
                <a:latin typeface="+mn-lt"/>
              </a:endParaRPr>
            </a:p>
          </p:txBody>
        </p:sp>
        <p:cxnSp>
          <p:nvCxnSpPr>
            <p:cNvPr id="140" name="直接连接符 139"/>
            <p:cNvCxnSpPr/>
            <p:nvPr/>
          </p:nvCxnSpPr>
          <p:spPr>
            <a:xfrm flipH="1" flipV="1">
              <a:off x="6842547" y="3672760"/>
              <a:ext cx="269272" cy="4640"/>
            </a:xfrm>
            <a:prstGeom prst="line">
              <a:avLst/>
            </a:prstGeom>
            <a:ln w="15875">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41" name="矩形 140"/>
            <p:cNvSpPr/>
            <p:nvPr/>
          </p:nvSpPr>
          <p:spPr>
            <a:xfrm>
              <a:off x="6925317" y="3116203"/>
              <a:ext cx="103732" cy="56272"/>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矩形 141"/>
            <p:cNvSpPr/>
            <p:nvPr/>
          </p:nvSpPr>
          <p:spPr>
            <a:xfrm>
              <a:off x="6928621" y="3367104"/>
              <a:ext cx="103732" cy="5627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3" name="直接箭头连接符 142"/>
            <p:cNvCxnSpPr/>
            <p:nvPr/>
          </p:nvCxnSpPr>
          <p:spPr>
            <a:xfrm flipV="1">
              <a:off x="6852685" y="3929257"/>
              <a:ext cx="265083" cy="3855"/>
            </a:xfrm>
            <a:prstGeom prst="straightConnector1">
              <a:avLst/>
            </a:prstGeom>
            <a:ln w="15875">
              <a:solidFill>
                <a:srgbClr val="92D05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29" name="组合 28"/>
            <p:cNvGrpSpPr/>
            <p:nvPr/>
          </p:nvGrpSpPr>
          <p:grpSpPr>
            <a:xfrm>
              <a:off x="6878651" y="4747201"/>
              <a:ext cx="324495" cy="340325"/>
              <a:chOff x="6923674" y="4396774"/>
              <a:chExt cx="324495" cy="340325"/>
            </a:xfrm>
          </p:grpSpPr>
          <p:cxnSp>
            <p:nvCxnSpPr>
              <p:cNvPr id="144" name="直接箭头连接符 143"/>
              <p:cNvCxnSpPr/>
              <p:nvPr/>
            </p:nvCxnSpPr>
            <p:spPr>
              <a:xfrm flipV="1">
                <a:off x="6923674" y="4396774"/>
                <a:ext cx="7979" cy="34032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1" name="直接箭头连接符 150"/>
              <p:cNvCxnSpPr/>
              <p:nvPr/>
            </p:nvCxnSpPr>
            <p:spPr>
              <a:xfrm flipV="1">
                <a:off x="6923674" y="4734278"/>
                <a:ext cx="324495" cy="282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52" name="矩形 151"/>
            <p:cNvSpPr/>
            <p:nvPr/>
          </p:nvSpPr>
          <p:spPr>
            <a:xfrm>
              <a:off x="6915369" y="4067176"/>
              <a:ext cx="125529" cy="131950"/>
            </a:xfrm>
            <a:prstGeom prst="rect">
              <a:avLst/>
            </a:prstGeom>
            <a:solidFill>
              <a:srgbClr val="4D4D4D"/>
            </a:solidFill>
            <a:ln>
              <a:solidFill>
                <a:srgbClr val="7F7F7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solidFill>
                  <a:schemeClr val="tx1"/>
                </a:solidFill>
              </a:endParaRPr>
            </a:p>
          </p:txBody>
        </p:sp>
        <p:pic>
          <p:nvPicPr>
            <p:cNvPr id="154" name="currentImg" descr="https://timgsa.baidu.com/timg?image&amp;quality=80&amp;size=b9999_10000&amp;sec=1531200957594&amp;di=a486c93a2ec63cb6e9248afdb0c8a271&amp;imgtype=0&amp;src=http%3A%2F%2Fimg.jdzj.com%2FUserDocument%2F2015c%2Fanbomall%2FPicture%2F20164919148.jpg"/>
            <p:cNvPicPr/>
            <p:nvPr/>
          </p:nvPicPr>
          <p:blipFill rotWithShape="1">
            <a:blip r:embed="rId4" cstate="print">
              <a:extLst>
                <a:ext uri="{28A0092B-C50C-407E-A947-70E740481C1C}">
                  <a14:useLocalDpi xmlns:a14="http://schemas.microsoft.com/office/drawing/2010/main" val="0"/>
                </a:ext>
              </a:extLst>
            </a:blip>
            <a:srcRect l="30001" t="14614" r="34180" b="15389"/>
            <a:stretch/>
          </p:blipFill>
          <p:spPr>
            <a:xfrm>
              <a:off x="6902978" y="4296212"/>
              <a:ext cx="129826" cy="202632"/>
            </a:xfrm>
            <a:prstGeom prst="rect">
              <a:avLst/>
            </a:prstGeom>
            <a:noFill/>
          </p:spPr>
        </p:pic>
        <p:cxnSp>
          <p:nvCxnSpPr>
            <p:cNvPr id="155" name="直接连接符 154"/>
            <p:cNvCxnSpPr/>
            <p:nvPr/>
          </p:nvCxnSpPr>
          <p:spPr>
            <a:xfrm flipH="1">
              <a:off x="6817015" y="4646119"/>
              <a:ext cx="301752" cy="0"/>
            </a:xfrm>
            <a:prstGeom prst="line">
              <a:avLst/>
            </a:prstGeom>
            <a:ln w="38100">
              <a:solidFill>
                <a:srgbClr val="4D4D4D"/>
              </a:solidFill>
              <a:prstDash val="solid"/>
            </a:ln>
          </p:spPr>
          <p:style>
            <a:lnRef idx="2">
              <a:schemeClr val="accent1"/>
            </a:lnRef>
            <a:fillRef idx="0">
              <a:schemeClr val="accent1"/>
            </a:fillRef>
            <a:effectRef idx="1">
              <a:schemeClr val="accent1"/>
            </a:effectRef>
            <a:fontRef idx="minor">
              <a:schemeClr val="tx1"/>
            </a:fontRef>
          </p:style>
        </p:cxnSp>
      </p:grpSp>
    </p:spTree>
    <p:custDataLst>
      <p:tags r:id="rId1"/>
    </p:custDataLst>
    <p:extLst>
      <p:ext uri="{BB962C8B-B14F-4D97-AF65-F5344CB8AC3E}">
        <p14:creationId xmlns:p14="http://schemas.microsoft.com/office/powerpoint/2010/main" val="40273479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727969" y="1624614"/>
            <a:ext cx="7723573" cy="2467992"/>
          </a:xfrm>
          <a:prstGeom prst="roundRect">
            <a:avLst/>
          </a:prstGeom>
          <a:solidFill>
            <a:schemeClr val="accent5">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solidFill>
                <a:schemeClr val="tx1"/>
              </a:solidFill>
            </a:endParaRPr>
          </a:p>
        </p:txBody>
      </p:sp>
      <p:sp>
        <p:nvSpPr>
          <p:cNvPr id="12" name="矩形 11"/>
          <p:cNvSpPr/>
          <p:nvPr/>
        </p:nvSpPr>
        <p:spPr>
          <a:xfrm>
            <a:off x="379202" y="233084"/>
            <a:ext cx="677732" cy="4034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1323" tIns="35662" rIns="71323" bIns="35662" rtlCol="0" anchor="ctr"/>
          <a:lstStyle/>
          <a:p>
            <a:pPr algn="ctr"/>
            <a:r>
              <a:rPr lang="en-US" altLang="zh-CN" sz="2200" b="1" dirty="0" smtClean="0">
                <a:solidFill>
                  <a:schemeClr val="tx1"/>
                </a:solidFill>
                <a:latin typeface="微软雅黑" panose="020B0503020204020204" pitchFamily="34" charset="-122"/>
                <a:ea typeface="微软雅黑" panose="020B0503020204020204" pitchFamily="34" charset="-122"/>
              </a:rPr>
              <a:t>04</a:t>
            </a:r>
            <a:endParaRPr lang="zh-CN" altLang="en-US" sz="2200" b="1" dirty="0">
              <a:solidFill>
                <a:schemeClr val="tx1"/>
              </a:solidFill>
              <a:latin typeface="微软雅黑" panose="020B0503020204020204" pitchFamily="34" charset="-122"/>
              <a:ea typeface="微软雅黑" panose="020B0503020204020204" pitchFamily="34" charset="-122"/>
            </a:endParaRPr>
          </a:p>
        </p:txBody>
      </p:sp>
      <p:sp>
        <p:nvSpPr>
          <p:cNvPr id="31" name="标题 1"/>
          <p:cNvSpPr txBox="1"/>
          <p:nvPr/>
        </p:nvSpPr>
        <p:spPr bwMode="auto">
          <a:xfrm>
            <a:off x="1056937" y="210144"/>
            <a:ext cx="3416007" cy="476250"/>
          </a:xfrm>
          <a:prstGeom prst="rect">
            <a:avLst/>
          </a:prstGeom>
          <a:noFill/>
          <a:ln w="9525">
            <a:noFill/>
            <a:miter lim="800000"/>
          </a:ln>
        </p:spPr>
        <p:txBody>
          <a:bodyPr lIns="91429" tIns="45714" rIns="91429" bIns="45714" anchor="ctr"/>
          <a:lstStyle/>
          <a:p>
            <a:r>
              <a:rPr lang="zh-CN" altLang="en-US" sz="2400" b="1" dirty="0" smtClean="0">
                <a:solidFill>
                  <a:srgbClr val="7F7F7F"/>
                </a:solidFill>
                <a:latin typeface="+mn-ea"/>
                <a:ea typeface="+mn-ea"/>
                <a:cs typeface="Arial Unicode MS" panose="020B0604020202020204" pitchFamily="34" charset="-122"/>
              </a:rPr>
              <a:t>总结</a:t>
            </a:r>
            <a:endParaRPr lang="zh-CN" altLang="en-US" sz="2400" b="1" dirty="0">
              <a:solidFill>
                <a:srgbClr val="7F7F7F"/>
              </a:solidFill>
              <a:latin typeface="+mn-ea"/>
              <a:ea typeface="+mn-ea"/>
              <a:cs typeface="Arial Unicode MS" panose="020B0604020202020204" pitchFamily="34" charset="-122"/>
            </a:endParaRPr>
          </a:p>
        </p:txBody>
      </p:sp>
      <p:sp>
        <p:nvSpPr>
          <p:cNvPr id="13" name="TextBox 12"/>
          <p:cNvSpPr txBox="1"/>
          <p:nvPr/>
        </p:nvSpPr>
        <p:spPr>
          <a:xfrm>
            <a:off x="8618220" y="5345966"/>
            <a:ext cx="454732" cy="338554"/>
          </a:xfrm>
          <a:prstGeom prst="rect">
            <a:avLst/>
          </a:prstGeom>
          <a:solidFill>
            <a:schemeClr val="bg1"/>
          </a:solidFill>
          <a:ln>
            <a:solidFill>
              <a:schemeClr val="bg1"/>
            </a:solidFill>
          </a:ln>
        </p:spPr>
        <p:txBody>
          <a:bodyPr wrap="square" rtlCol="0">
            <a:spAutoFit/>
          </a:bodyPr>
          <a:lstStyle/>
          <a:p>
            <a:r>
              <a:rPr lang="en-US" altLang="zh-CN" sz="1600" dirty="0" smtClean="0">
                <a:latin typeface="+mn-ea"/>
                <a:ea typeface="+mn-ea"/>
              </a:rPr>
              <a:t>  </a:t>
            </a:r>
            <a:endParaRPr lang="zh-CN" altLang="en-US" sz="1600" dirty="0">
              <a:latin typeface="+mn-ea"/>
              <a:ea typeface="+mn-ea"/>
            </a:endParaRPr>
          </a:p>
        </p:txBody>
      </p:sp>
      <p:sp>
        <p:nvSpPr>
          <p:cNvPr id="5"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1" name="文本框 13"/>
          <p:cNvSpPr txBox="1"/>
          <p:nvPr/>
        </p:nvSpPr>
        <p:spPr>
          <a:xfrm>
            <a:off x="577542" y="1754526"/>
            <a:ext cx="7627463" cy="2169825"/>
          </a:xfrm>
          <a:prstGeom prst="rect">
            <a:avLst/>
          </a:prstGeom>
          <a:noFill/>
        </p:spPr>
        <p:txBody>
          <a:bodyPr wrap="square" rtlCol="0">
            <a:spAutoFit/>
          </a:bodyPr>
          <a:lstStyle>
            <a:defPPr>
              <a:defRPr lang="zh-TW"/>
            </a:defPPr>
            <a:lvl3pPr marL="457200" lvl="2" indent="0">
              <a:lnSpc>
                <a:spcPct val="150000"/>
              </a:lnSpc>
              <a:defRPr sz="1800">
                <a:latin typeface="+mn-ea"/>
              </a:defRPr>
            </a:lvl3pPr>
          </a:lstStyle>
          <a:p>
            <a:pPr lvl="2"/>
            <a:r>
              <a:rPr lang="en-US" altLang="zh-CN" b="1" dirty="0" smtClean="0">
                <a:latin typeface="+mn-lt"/>
              </a:rPr>
              <a:t>	</a:t>
            </a:r>
            <a:r>
              <a:rPr lang="zh-CN" altLang="en-US" b="1" dirty="0" smtClean="0">
                <a:latin typeface="+mn-lt"/>
              </a:rPr>
              <a:t>完全泊出规划地图构建算法主要通过对决策请求轨迹计算的泊出类型，</a:t>
            </a:r>
            <a:r>
              <a:rPr lang="zh-CN" altLang="zh-CN" b="1" dirty="0">
                <a:latin typeface="+mn-lt"/>
              </a:rPr>
              <a:t>车位数据，</a:t>
            </a:r>
            <a:r>
              <a:rPr lang="en-US" altLang="zh-CN" b="1" dirty="0">
                <a:latin typeface="+mn-lt"/>
              </a:rPr>
              <a:t>Sensor</a:t>
            </a:r>
            <a:r>
              <a:rPr lang="zh-CN" altLang="zh-CN" b="1" dirty="0">
                <a:latin typeface="+mn-lt"/>
              </a:rPr>
              <a:t>，</a:t>
            </a:r>
            <a:r>
              <a:rPr lang="en-US" altLang="zh-CN" b="1" dirty="0">
                <a:latin typeface="+mn-lt"/>
              </a:rPr>
              <a:t>FSD</a:t>
            </a:r>
            <a:r>
              <a:rPr lang="zh-CN" altLang="zh-CN" b="1" dirty="0">
                <a:latin typeface="+mn-lt"/>
              </a:rPr>
              <a:t>，</a:t>
            </a:r>
            <a:r>
              <a:rPr lang="en-US" altLang="zh-CN" b="1" dirty="0">
                <a:latin typeface="+mn-lt"/>
              </a:rPr>
              <a:t>OD</a:t>
            </a:r>
            <a:r>
              <a:rPr lang="zh-CN" altLang="zh-CN" b="1" dirty="0">
                <a:latin typeface="+mn-lt"/>
              </a:rPr>
              <a:t>，</a:t>
            </a:r>
            <a:r>
              <a:rPr lang="en-US" altLang="zh-CN" b="1" dirty="0">
                <a:latin typeface="+mn-lt"/>
              </a:rPr>
              <a:t>PDC</a:t>
            </a:r>
            <a:r>
              <a:rPr lang="zh-CN" altLang="zh-CN" b="1" dirty="0" smtClean="0">
                <a:latin typeface="+mn-lt"/>
              </a:rPr>
              <a:t>等</a:t>
            </a:r>
            <a:r>
              <a:rPr lang="zh-CN" altLang="en-US" b="1" dirty="0" smtClean="0">
                <a:latin typeface="+mn-lt"/>
              </a:rPr>
              <a:t>感知</a:t>
            </a:r>
            <a:r>
              <a:rPr lang="zh-CN" altLang="zh-CN" b="1" dirty="0" smtClean="0">
                <a:latin typeface="+mn-lt"/>
              </a:rPr>
              <a:t>信息</a:t>
            </a:r>
            <a:r>
              <a:rPr lang="zh-CN" altLang="zh-CN" b="1" dirty="0">
                <a:latin typeface="+mn-lt"/>
              </a:rPr>
              <a:t>做处理</a:t>
            </a:r>
            <a:r>
              <a:rPr lang="zh-CN" altLang="zh-CN" b="1" dirty="0" smtClean="0">
                <a:latin typeface="+mn-lt"/>
              </a:rPr>
              <a:t>，确定</a:t>
            </a:r>
            <a:r>
              <a:rPr lang="en-US" altLang="zh-CN" b="1" dirty="0">
                <a:latin typeface="+mn-lt"/>
              </a:rPr>
              <a:t>obj2</a:t>
            </a:r>
            <a:r>
              <a:rPr lang="zh-CN" altLang="zh-CN" b="1" dirty="0">
                <a:latin typeface="+mn-lt"/>
              </a:rPr>
              <a:t>、</a:t>
            </a:r>
            <a:r>
              <a:rPr lang="en-US" altLang="zh-CN" b="1" dirty="0" smtClean="0">
                <a:latin typeface="+mn-lt"/>
              </a:rPr>
              <a:t>obj1</a:t>
            </a:r>
            <a:r>
              <a:rPr lang="zh-CN" altLang="en-US" b="1" dirty="0" smtClean="0">
                <a:latin typeface="+mn-lt"/>
              </a:rPr>
              <a:t>、当前车位框</a:t>
            </a:r>
            <a:r>
              <a:rPr lang="zh-CN" altLang="zh-CN" b="1" dirty="0" smtClean="0">
                <a:latin typeface="+mn-lt"/>
              </a:rPr>
              <a:t>的</a:t>
            </a:r>
            <a:r>
              <a:rPr lang="zh-CN" altLang="en-US" b="1" dirty="0" smtClean="0">
                <a:latin typeface="+mn-lt"/>
              </a:rPr>
              <a:t>坐标</a:t>
            </a:r>
            <a:r>
              <a:rPr lang="zh-CN" altLang="zh-CN" b="1" dirty="0" smtClean="0">
                <a:latin typeface="+mn-lt"/>
              </a:rPr>
              <a:t>，</a:t>
            </a:r>
            <a:r>
              <a:rPr lang="zh-CN" altLang="zh-CN" b="1" dirty="0">
                <a:latin typeface="+mn-lt"/>
              </a:rPr>
              <a:t>再</a:t>
            </a:r>
            <a:r>
              <a:rPr lang="zh-CN" altLang="zh-CN" b="1" dirty="0" smtClean="0">
                <a:latin typeface="+mn-lt"/>
              </a:rPr>
              <a:t>计算</a:t>
            </a:r>
            <a:r>
              <a:rPr lang="en-US" altLang="zh-CN" b="1" dirty="0" err="1" smtClean="0">
                <a:latin typeface="+mn-lt"/>
              </a:rPr>
              <a:t>EndCarPos</a:t>
            </a:r>
            <a:r>
              <a:rPr lang="zh-CN" altLang="zh-CN" b="1" dirty="0" smtClean="0">
                <a:latin typeface="+mn-lt"/>
              </a:rPr>
              <a:t>的</a:t>
            </a:r>
            <a:r>
              <a:rPr lang="zh-CN" altLang="en-US" b="1" dirty="0" smtClean="0">
                <a:latin typeface="+mn-lt"/>
              </a:rPr>
              <a:t>坐标和角度</a:t>
            </a:r>
            <a:r>
              <a:rPr lang="zh-CN" altLang="zh-CN" b="1" dirty="0" smtClean="0">
                <a:latin typeface="+mn-lt"/>
              </a:rPr>
              <a:t>，</a:t>
            </a:r>
            <a:r>
              <a:rPr lang="zh-CN" altLang="en-US" b="1" dirty="0" smtClean="0">
                <a:latin typeface="+mn-lt"/>
              </a:rPr>
              <a:t>融合构建</a:t>
            </a:r>
            <a:r>
              <a:rPr lang="zh-CN" altLang="zh-CN" b="1" dirty="0" smtClean="0">
                <a:latin typeface="+mn-lt"/>
              </a:rPr>
              <a:t>边界</a:t>
            </a:r>
            <a:r>
              <a:rPr lang="zh-CN" altLang="zh-CN" b="1" dirty="0">
                <a:latin typeface="+mn-lt"/>
              </a:rPr>
              <a:t>信息</a:t>
            </a:r>
            <a:r>
              <a:rPr lang="zh-CN" altLang="zh-CN" b="1" dirty="0" smtClean="0">
                <a:latin typeface="+mn-lt"/>
              </a:rPr>
              <a:t>，</a:t>
            </a:r>
            <a:r>
              <a:rPr lang="zh-CN" altLang="en-US" b="1" dirty="0" smtClean="0">
                <a:latin typeface="+mn-lt"/>
              </a:rPr>
              <a:t>处理离散</a:t>
            </a:r>
            <a:r>
              <a:rPr lang="zh-CN" altLang="zh-CN" b="1" dirty="0" smtClean="0">
                <a:latin typeface="+mn-lt"/>
              </a:rPr>
              <a:t>障碍物</a:t>
            </a:r>
            <a:r>
              <a:rPr lang="zh-CN" altLang="zh-CN" b="1" dirty="0">
                <a:latin typeface="+mn-lt"/>
              </a:rPr>
              <a:t>等信息</a:t>
            </a:r>
            <a:r>
              <a:rPr lang="zh-CN" altLang="zh-CN" b="1" dirty="0" smtClean="0">
                <a:latin typeface="+mn-lt"/>
              </a:rPr>
              <a:t>，</a:t>
            </a:r>
            <a:r>
              <a:rPr lang="zh-CN" altLang="en-US" b="1" dirty="0" smtClean="0">
                <a:latin typeface="+mn-lt"/>
              </a:rPr>
              <a:t>并把以上地图数据</a:t>
            </a:r>
            <a:r>
              <a:rPr lang="zh-CN" altLang="zh-CN" b="1" dirty="0" smtClean="0">
                <a:latin typeface="+mn-lt"/>
              </a:rPr>
              <a:t>给</a:t>
            </a:r>
            <a:r>
              <a:rPr lang="zh-CN" altLang="zh-CN" b="1" dirty="0">
                <a:latin typeface="+mn-lt"/>
              </a:rPr>
              <a:t>到路径规划模块进行规划处理。</a:t>
            </a:r>
            <a:endParaRPr lang="en-US" altLang="zh-CN" b="1" dirty="0">
              <a:latin typeface="+mn-lt"/>
            </a:endParaRPr>
          </a:p>
        </p:txBody>
      </p:sp>
    </p:spTree>
    <p:custDataLst>
      <p:tags r:id="rId1"/>
    </p:custDataLst>
    <p:extLst>
      <p:ext uri="{BB962C8B-B14F-4D97-AF65-F5344CB8AC3E}">
        <p14:creationId xmlns:p14="http://schemas.microsoft.com/office/powerpoint/2010/main" val="17372115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H" val="20160830110244"/>
  <p:tag name="MH_LIBRARY" val="CONTENTS"/>
  <p:tag name="MH_TYPE" val="ENTRY"/>
  <p:tag name="ID" val="547143"/>
  <p:tag name="MH_ORDER" val="2"/>
</p:tagLst>
</file>

<file path=ppt/tags/tag2.xml><?xml version="1.0" encoding="utf-8"?>
<p:tagLst xmlns:a="http://schemas.openxmlformats.org/drawingml/2006/main" xmlns:r="http://schemas.openxmlformats.org/officeDocument/2006/relationships" xmlns:p="http://schemas.openxmlformats.org/presentationml/2006/main">
  <p:tag name="MH" val="20160830110244"/>
  <p:tag name="MH_LIBRARY" val="CONTENTS"/>
  <p:tag name="MH_TYPE" val="ENTRY"/>
  <p:tag name="ID" val="547143"/>
  <p:tag name="MH_ORDER" val="2"/>
</p:tagLst>
</file>

<file path=ppt/tags/tag3.xml><?xml version="1.0" encoding="utf-8"?>
<p:tagLst xmlns:a="http://schemas.openxmlformats.org/drawingml/2006/main" xmlns:r="http://schemas.openxmlformats.org/officeDocument/2006/relationships" xmlns:p="http://schemas.openxmlformats.org/presentationml/2006/main">
  <p:tag name="MH" val="20160830110244"/>
  <p:tag name="MH_LIBRARY" val="CONTENTS"/>
  <p:tag name="MH_TYPE" val="ENTRY"/>
  <p:tag name="ID" val="547143"/>
  <p:tag name="MH_ORDER" val="2"/>
</p:tagLst>
</file>

<file path=ppt/tags/tag4.xml><?xml version="1.0" encoding="utf-8"?>
<p:tagLst xmlns:a="http://schemas.openxmlformats.org/drawingml/2006/main" xmlns:r="http://schemas.openxmlformats.org/officeDocument/2006/relationships" xmlns:p="http://schemas.openxmlformats.org/presentationml/2006/main">
  <p:tag name="MH" val="20160830110244"/>
  <p:tag name="MH_LIBRARY" val="CONTENTS"/>
  <p:tag name="MH_TYPE" val="ENTRY"/>
  <p:tag name="ID" val="547143"/>
  <p:tag name="MH_ORDER" val="2"/>
</p:tagLst>
</file>

<file path=ppt/tags/tag5.xml><?xml version="1.0" encoding="utf-8"?>
<p:tagLst xmlns:a="http://schemas.openxmlformats.org/drawingml/2006/main" xmlns:r="http://schemas.openxmlformats.org/officeDocument/2006/relationships" xmlns:p="http://schemas.openxmlformats.org/presentationml/2006/main">
  <p:tag name="MH" val="20160830110244"/>
  <p:tag name="MH_LIBRARY" val="CONTENTS"/>
  <p:tag name="MH_TYPE" val="ENTRY"/>
  <p:tag name="ID" val="547143"/>
  <p:tag name="MH_ORDER" val="2"/>
</p:tagLst>
</file>

<file path=ppt/tags/tag6.xml><?xml version="1.0" encoding="utf-8"?>
<p:tagLst xmlns:a="http://schemas.openxmlformats.org/drawingml/2006/main" xmlns:r="http://schemas.openxmlformats.org/officeDocument/2006/relationships" xmlns:p="http://schemas.openxmlformats.org/presentationml/2006/main">
  <p:tag name="MH" val="20160830110244"/>
  <p:tag name="MH_LIBRARY" val="CONTENTS"/>
  <p:tag name="MH_TYPE" val="ENTRY"/>
  <p:tag name="ID" val="547143"/>
  <p:tag name="MH_ORDER" val="2"/>
</p:tagLst>
</file>

<file path=ppt/tags/tag7.xml><?xml version="1.0" encoding="utf-8"?>
<p:tagLst xmlns:a="http://schemas.openxmlformats.org/drawingml/2006/main" xmlns:r="http://schemas.openxmlformats.org/officeDocument/2006/relationships" xmlns:p="http://schemas.openxmlformats.org/presentationml/2006/main">
  <p:tag name="MH" val="20160830110244"/>
  <p:tag name="MH_LIBRARY" val="CONTENTS"/>
  <p:tag name="MH_TYPE" val="OTHERS"/>
  <p:tag name="ID" val="547143"/>
</p:tagLst>
</file>

<file path=ppt/tags/tag8.xml><?xml version="1.0" encoding="utf-8"?>
<p:tagLst xmlns:a="http://schemas.openxmlformats.org/drawingml/2006/main" xmlns:r="http://schemas.openxmlformats.org/officeDocument/2006/relationships" xmlns:p="http://schemas.openxmlformats.org/presentationml/2006/main">
  <p:tag name="MH" val="20160830110244"/>
  <p:tag name="MH_LIBRARY" val="CONTENTS"/>
  <p:tag name="MH_TYPE" val="OTHERS"/>
  <p:tag name="ID" val="547143"/>
</p:tagLst>
</file>

<file path=ppt/tags/tag9.xml><?xml version="1.0" encoding="utf-8"?>
<p:tagLst xmlns:a="http://schemas.openxmlformats.org/drawingml/2006/main" xmlns:r="http://schemas.openxmlformats.org/officeDocument/2006/relationships" xmlns:p="http://schemas.openxmlformats.org/presentationml/2006/main">
  <p:tag name="MH_TYPE" val="#NeiR#"/>
  <p:tag name="MH_NUMBER" val="3"/>
  <p:tag name="MH_CATEGORY" val="#TuWHP#"/>
  <p:tag name="MH_LAYOUT" val="Text"/>
  <p:tag name="MH" val="20160315165528"/>
  <p:tag name="MH_LIBRARY" val="GRAPHIC"/>
</p:tagLst>
</file>

<file path=ppt/tags/tag10.xml><?xml version="1.0" encoding="utf-8"?>
<p:tagLst xmlns:a="http://schemas.openxmlformats.org/drawingml/2006/main" xmlns:r="http://schemas.openxmlformats.org/officeDocument/2006/relationships" xmlns:p="http://schemas.openxmlformats.org/presentationml/2006/main">
  <p:tag name="MH_TYPE" val="#NeiR#"/>
  <p:tag name="MH_NUMBER" val="3"/>
  <p:tag name="MH_CATEGORY" val="#TuWHP#"/>
  <p:tag name="MH_LAYOUT" val="Text"/>
  <p:tag name="MH" val="20160315165528"/>
  <p:tag name="MH_LIBRARY" val="GRAPHIC"/>
</p:tagLst>
</file>

<file path=ppt/tags/tag11.xml><?xml version="1.0" encoding="utf-8"?>
<p:tagLst xmlns:a="http://schemas.openxmlformats.org/drawingml/2006/main" xmlns:r="http://schemas.openxmlformats.org/officeDocument/2006/relationships" xmlns:p="http://schemas.openxmlformats.org/presentationml/2006/main">
  <p:tag name="MH_TYPE" val="#NeiR#"/>
  <p:tag name="MH_NUMBER" val="3"/>
  <p:tag name="MH_CATEGORY" val="#TuWHP#"/>
  <p:tag name="MH_LAYOUT" val="Text"/>
  <p:tag name="MH" val="20160315165528"/>
  <p:tag name="MH_LIBRARY" val="GRAPHIC"/>
</p:tagLst>
</file>

<file path=ppt/tags/tag12.xml><?xml version="1.0" encoding="utf-8"?>
<p:tagLst xmlns:a="http://schemas.openxmlformats.org/drawingml/2006/main" xmlns:r="http://schemas.openxmlformats.org/officeDocument/2006/relationships" xmlns:p="http://schemas.openxmlformats.org/presentationml/2006/main">
  <p:tag name="MH_TYPE" val="#NeiR#"/>
  <p:tag name="MH_NUMBER" val="3"/>
  <p:tag name="MH_CATEGORY" val="#TuWHP#"/>
  <p:tag name="MH_LAYOUT" val="Text"/>
  <p:tag name="MH" val="20160315165528"/>
  <p:tag name="MH_LIBRARY" val="GRAPHIC"/>
</p:tagLst>
</file>

<file path=ppt/tags/tag13.xml><?xml version="1.0" encoding="utf-8"?>
<p:tagLst xmlns:a="http://schemas.openxmlformats.org/drawingml/2006/main" xmlns:r="http://schemas.openxmlformats.org/officeDocument/2006/relationships" xmlns:p="http://schemas.openxmlformats.org/presentationml/2006/main">
  <p:tag name="MH_TYPE" val="#NeiR#"/>
  <p:tag name="MH_NUMBER" val="3"/>
  <p:tag name="MH_CATEGORY" val="#TuWHP#"/>
  <p:tag name="MH_LAYOUT" val="Text"/>
  <p:tag name="MH" val="20160315165528"/>
  <p:tag name="MH_LIBRARY" val="GRAPHIC"/>
</p:tagLst>
</file>

<file path=ppt/tags/tag14.xml><?xml version="1.0" encoding="utf-8"?>
<p:tagLst xmlns:a="http://schemas.openxmlformats.org/drawingml/2006/main" xmlns:r="http://schemas.openxmlformats.org/officeDocument/2006/relationships" xmlns:p="http://schemas.openxmlformats.org/presentationml/2006/main">
  <p:tag name="MH_TYPE" val="#NeiR#"/>
  <p:tag name="MH_NUMBER" val="3"/>
  <p:tag name="MH_CATEGORY" val="#TuWHP#"/>
  <p:tag name="MH_LAYOUT" val="Text"/>
  <p:tag name="MH" val="20160315165528"/>
  <p:tag name="MH_LIBRARY" val="GRAPHIC"/>
</p:tagLst>
</file>

<file path=ppt/tags/tag15.xml><?xml version="1.0" encoding="utf-8"?>
<p:tagLst xmlns:a="http://schemas.openxmlformats.org/drawingml/2006/main" xmlns:r="http://schemas.openxmlformats.org/officeDocument/2006/relationships" xmlns:p="http://schemas.openxmlformats.org/presentationml/2006/main">
  <p:tag name="MH_TYPE" val="#NeiR#"/>
  <p:tag name="MH_NUMBER" val="3"/>
  <p:tag name="MH_CATEGORY" val="#TuWHP#"/>
  <p:tag name="MH_LAYOUT" val="Text"/>
  <p:tag name="MH" val="20160315165528"/>
  <p:tag name="MH_LIBRARY" val="GRAPHIC"/>
</p:tagLst>
</file>

<file path=ppt/tags/tag16.xml><?xml version="1.0" encoding="utf-8"?>
<p:tagLst xmlns:a="http://schemas.openxmlformats.org/drawingml/2006/main" xmlns:r="http://schemas.openxmlformats.org/officeDocument/2006/relationships" xmlns:p="http://schemas.openxmlformats.org/presentationml/2006/main">
  <p:tag name="MH_TYPE" val="#NeiR#"/>
  <p:tag name="MH_NUMBER" val="3"/>
  <p:tag name="MH_CATEGORY" val="#TuWHP#"/>
  <p:tag name="MH_LAYOUT" val="Text"/>
  <p:tag name="MH" val="20160315165528"/>
  <p:tag name="MH_LIBRARY" val="GRAPHIC"/>
</p:tagLst>
</file>

<file path=ppt/tags/tag17.xml><?xml version="1.0" encoding="utf-8"?>
<p:tagLst xmlns:a="http://schemas.openxmlformats.org/drawingml/2006/main" xmlns:r="http://schemas.openxmlformats.org/officeDocument/2006/relationships" xmlns:p="http://schemas.openxmlformats.org/presentationml/2006/main">
  <p:tag name="MH_TYPE" val="#NeiR#"/>
  <p:tag name="MH_NUMBER" val="3"/>
  <p:tag name="MH_CATEGORY" val="#TuWHP#"/>
  <p:tag name="MH_LAYOUT" val="Text"/>
  <p:tag name="MH" val="20160315165528"/>
  <p:tag name="MH_LIBRARY" val="GRAPHIC"/>
</p:tagLst>
</file>

<file path=ppt/tags/tag18.xml><?xml version="1.0" encoding="utf-8"?>
<p:tagLst xmlns:a="http://schemas.openxmlformats.org/drawingml/2006/main" xmlns:r="http://schemas.openxmlformats.org/officeDocument/2006/relationships" xmlns:p="http://schemas.openxmlformats.org/presentationml/2006/main">
  <p:tag name="MH_TYPE" val="#NeiR#"/>
  <p:tag name="MH_NUMBER" val="3"/>
  <p:tag name="MH_CATEGORY" val="#TuWHP#"/>
  <p:tag name="MH_LAYOUT" val="Text"/>
  <p:tag name="MH" val="20160315165528"/>
  <p:tag name="MH_LIBRARY" val="GRAPHIC"/>
</p:tagLst>
</file>

<file path=ppt/tags/tag19.xml><?xml version="1.0" encoding="utf-8"?>
<p:tagLst xmlns:a="http://schemas.openxmlformats.org/drawingml/2006/main" xmlns:r="http://schemas.openxmlformats.org/officeDocument/2006/relationships" xmlns:p="http://schemas.openxmlformats.org/presentationml/2006/main">
  <p:tag name="MH_TYPE" val="#NeiR#"/>
  <p:tag name="MH_NUMBER" val="3"/>
  <p:tag name="MH_CATEGORY" val="#TuWHP#"/>
  <p:tag name="MH_LAYOUT" val="Text"/>
  <p:tag name="MH" val="20160315165528"/>
  <p:tag name="MH_LIBRARY" val="GRAPHIC"/>
</p:tagLst>
</file>

<file path=ppt/tags/tag20.xml><?xml version="1.0" encoding="utf-8"?>
<p:tagLst xmlns:a="http://schemas.openxmlformats.org/drawingml/2006/main" xmlns:r="http://schemas.openxmlformats.org/officeDocument/2006/relationships" xmlns:p="http://schemas.openxmlformats.org/presentationml/2006/main">
  <p:tag name="MH_TYPE" val="#NeiR#"/>
  <p:tag name="MH_NUMBER" val="3"/>
  <p:tag name="MH_CATEGORY" val="#TuWHP#"/>
  <p:tag name="MH_LAYOUT" val="Text"/>
  <p:tag name="MH" val="20160315165528"/>
  <p:tag name="MH_LIBRARY" val="GRAPHIC"/>
</p:tagLst>
</file>

<file path=ppt/tags/tag21.xml><?xml version="1.0" encoding="utf-8"?>
<p:tagLst xmlns:a="http://schemas.openxmlformats.org/drawingml/2006/main" xmlns:r="http://schemas.openxmlformats.org/officeDocument/2006/relationships" xmlns:p="http://schemas.openxmlformats.org/presentationml/2006/main">
  <p:tag name="MH_TYPE" val="#NeiR#"/>
  <p:tag name="MH_NUMBER" val="3"/>
  <p:tag name="MH_CATEGORY" val="#TuWHP#"/>
  <p:tag name="MH_LAYOUT" val="Text"/>
  <p:tag name="MH" val="20160315165528"/>
  <p:tag name="MH_LIBRARY" val="GRAPHIC"/>
</p:tagLst>
</file>

<file path=ppt/tags/tag22.xml><?xml version="1.0" encoding="utf-8"?>
<p:tagLst xmlns:a="http://schemas.openxmlformats.org/drawingml/2006/main" xmlns:r="http://schemas.openxmlformats.org/officeDocument/2006/relationships" xmlns:p="http://schemas.openxmlformats.org/presentationml/2006/main">
  <p:tag name="MH_TYPE" val="#NeiR#"/>
  <p:tag name="MH_NUMBER" val="3"/>
  <p:tag name="MH_CATEGORY" val="#TuWHP#"/>
  <p:tag name="MH_LAYOUT" val="Text"/>
  <p:tag name="MH" val="20160315165528"/>
  <p:tag name="MH_LIBRARY" val="GRAPHIC"/>
</p:tagLst>
</file>

<file path=ppt/tags/tag23.xml><?xml version="1.0" encoding="utf-8"?>
<p:tagLst xmlns:a="http://schemas.openxmlformats.org/drawingml/2006/main" xmlns:r="http://schemas.openxmlformats.org/officeDocument/2006/relationships" xmlns:p="http://schemas.openxmlformats.org/presentationml/2006/main">
  <p:tag name="MH_TYPE" val="#NeiR#"/>
  <p:tag name="MH_NUMBER" val="3"/>
  <p:tag name="MH_CATEGORY" val="#TuWHP#"/>
  <p:tag name="MH_LAYOUT" val="Text"/>
  <p:tag name="MH" val="20160315165528"/>
  <p:tag name="MH_LIBRARY" val="GRAPHIC"/>
</p:tagLst>
</file>

<file path=ppt/tags/tag24.xml><?xml version="1.0" encoding="utf-8"?>
<p:tagLst xmlns:a="http://schemas.openxmlformats.org/drawingml/2006/main" xmlns:r="http://schemas.openxmlformats.org/officeDocument/2006/relationships" xmlns:p="http://schemas.openxmlformats.org/presentationml/2006/main">
  <p:tag name="MH_TYPE" val="#NeiR#"/>
  <p:tag name="MH_NUMBER" val="3"/>
  <p:tag name="MH_CATEGORY" val="#TuWHP#"/>
  <p:tag name="MH_LAYOUT" val="Text"/>
  <p:tag name="MH" val="20160315165528"/>
  <p:tag name="MH_LIBRARY" val="GRAPHIC"/>
</p:tagLst>
</file>

<file path=ppt/tags/tag25.xml><?xml version="1.0" encoding="utf-8"?>
<p:tagLst xmlns:a="http://schemas.openxmlformats.org/drawingml/2006/main" xmlns:r="http://schemas.openxmlformats.org/officeDocument/2006/relationships" xmlns:p="http://schemas.openxmlformats.org/presentationml/2006/main">
  <p:tag name="MH_TYPE" val="#NeiR#"/>
  <p:tag name="MH_NUMBER" val="3"/>
  <p:tag name="MH_CATEGORY" val="#TuWHP#"/>
  <p:tag name="MH_LAYOUT" val="Text"/>
  <p:tag name="MH" val="20160315165528"/>
  <p:tag name="MH_LIBRARY" val="GRAPHIC"/>
</p:tagLst>
</file>

<file path=ppt/tags/tag26.xml><?xml version="1.0" encoding="utf-8"?>
<p:tagLst xmlns:a="http://schemas.openxmlformats.org/drawingml/2006/main" xmlns:r="http://schemas.openxmlformats.org/officeDocument/2006/relationships" xmlns:p="http://schemas.openxmlformats.org/presentationml/2006/main">
  <p:tag name="MH_TYPE" val="#NeiR#"/>
  <p:tag name="MH_NUMBER" val="3"/>
  <p:tag name="MH_CATEGORY" val="#TuWHP#"/>
  <p:tag name="MH_LAYOUT" val="Text"/>
  <p:tag name="MH" val="20160315165528"/>
  <p:tag name="MH_LIBRARY" val="GRAPHIC"/>
</p:tagLst>
</file>

<file path=ppt/tags/tag27.xml><?xml version="1.0" encoding="utf-8"?>
<p:tagLst xmlns:a="http://schemas.openxmlformats.org/drawingml/2006/main" xmlns:r="http://schemas.openxmlformats.org/officeDocument/2006/relationships" xmlns:p="http://schemas.openxmlformats.org/presentationml/2006/main">
  <p:tag name="MH_TYPE" val="#NeiR#"/>
  <p:tag name="MH_NUMBER" val="3"/>
  <p:tag name="MH_CATEGORY" val="#TuWHP#"/>
  <p:tag name="MH_LAYOUT" val="Text"/>
  <p:tag name="MH" val="20160315165528"/>
  <p:tag name="MH_LIBRARY" val="GRAPHIC"/>
</p:tagLst>
</file>

<file path=ppt/tags/tag28.xml><?xml version="1.0" encoding="utf-8"?>
<p:tagLst xmlns:a="http://schemas.openxmlformats.org/drawingml/2006/main" xmlns:r="http://schemas.openxmlformats.org/officeDocument/2006/relationships" xmlns:p="http://schemas.openxmlformats.org/presentationml/2006/main">
  <p:tag name="MH_TYPE" val="#NeiR#"/>
  <p:tag name="MH_NUMBER" val="3"/>
  <p:tag name="MH_CATEGORY" val="#TuWHP#"/>
  <p:tag name="MH_LAYOUT" val="Text"/>
  <p:tag name="MH" val="20160315165528"/>
  <p:tag name="MH_LIBRARY" val="GRAPHIC"/>
</p:tagLst>
</file>

<file path=ppt/tags/tag29.xml><?xml version="1.0" encoding="utf-8"?>
<p:tagLst xmlns:a="http://schemas.openxmlformats.org/drawingml/2006/main" xmlns:r="http://schemas.openxmlformats.org/officeDocument/2006/relationships" xmlns:p="http://schemas.openxmlformats.org/presentationml/2006/main">
  <p:tag name="MH_TYPE" val="#NeiR#"/>
  <p:tag name="MH_NUMBER" val="3"/>
  <p:tag name="MH_CATEGORY" val="#TuWHP#"/>
  <p:tag name="MH_LAYOUT" val="Text"/>
  <p:tag name="MH" val="20160315165528"/>
  <p:tag name="MH_LIBRARY" val="GRAPHIC"/>
</p:tagLst>
</file>

<file path=ppt/tags/tag30.xml><?xml version="1.0" encoding="utf-8"?>
<p:tagLst xmlns:a="http://schemas.openxmlformats.org/drawingml/2006/main" xmlns:r="http://schemas.openxmlformats.org/officeDocument/2006/relationships" xmlns:p="http://schemas.openxmlformats.org/presentationml/2006/main">
  <p:tag name="MH_TYPE" val="#NeiR#"/>
  <p:tag name="MH_NUMBER" val="3"/>
  <p:tag name="MH_CATEGORY" val="#TuWHP#"/>
  <p:tag name="MH_LAYOUT" val="Text"/>
  <p:tag name="MH" val="20160315165528"/>
  <p:tag name="MH_LIBRARY" val="GRAPHIC"/>
</p:tagLst>
</file>

<file path=ppt/tags/tag31.xml><?xml version="1.0" encoding="utf-8"?>
<p:tagLst xmlns:a="http://schemas.openxmlformats.org/drawingml/2006/main" xmlns:r="http://schemas.openxmlformats.org/officeDocument/2006/relationships" xmlns:p="http://schemas.openxmlformats.org/presentationml/2006/main">
  <p:tag name="MH_TYPE" val="#NeiR#"/>
  <p:tag name="MH_NUMBER" val="3"/>
  <p:tag name="MH_CATEGORY" val="#TuWHP#"/>
  <p:tag name="MH_LAYOUT" val="Text"/>
  <p:tag name="MH" val="20160315165528"/>
  <p:tag name="MH_LIBRARY" val="GRAPHIC"/>
</p:tagLst>
</file>

<file path=ppt/tags/tag32.xml><?xml version="1.0" encoding="utf-8"?>
<p:tagLst xmlns:a="http://schemas.openxmlformats.org/drawingml/2006/main" xmlns:r="http://schemas.openxmlformats.org/officeDocument/2006/relationships" xmlns:p="http://schemas.openxmlformats.org/presentationml/2006/main">
  <p:tag name="MH_TYPE" val="#NeiR#"/>
  <p:tag name="MH_NUMBER" val="3"/>
  <p:tag name="MH_CATEGORY" val="#TuWHP#"/>
  <p:tag name="MH_LAYOUT" val="Text"/>
  <p:tag name="MH" val="20160315165528"/>
  <p:tag name="MH_LIBRARY" val="GRAPHIC"/>
</p:tagLst>
</file>

<file path=ppt/tags/tag33.xml><?xml version="1.0" encoding="utf-8"?>
<p:tagLst xmlns:a="http://schemas.openxmlformats.org/drawingml/2006/main" xmlns:r="http://schemas.openxmlformats.org/officeDocument/2006/relationships" xmlns:p="http://schemas.openxmlformats.org/presentationml/2006/main">
  <p:tag name="MH_TYPE" val="#NeiR#"/>
  <p:tag name="MH_NUMBER" val="3"/>
  <p:tag name="MH_CATEGORY" val="#TuWHP#"/>
  <p:tag name="MH_LAYOUT" val="Text"/>
  <p:tag name="MH" val="20160315165528"/>
  <p:tag name="MH_LIBRARY" val="GRAPHIC"/>
</p:tagLst>
</file>

<file path=ppt/tags/tag34.xml><?xml version="1.0" encoding="utf-8"?>
<p:tagLst xmlns:a="http://schemas.openxmlformats.org/drawingml/2006/main" xmlns:r="http://schemas.openxmlformats.org/officeDocument/2006/relationships" xmlns:p="http://schemas.openxmlformats.org/presentationml/2006/main">
  <p:tag name="MH_TYPE" val="#NeiR#"/>
  <p:tag name="MH_NUMBER" val="3"/>
  <p:tag name="MH_CATEGORY" val="#TuWHP#"/>
  <p:tag name="MH_LAYOUT" val="Text"/>
  <p:tag name="MH" val="20160315165528"/>
  <p:tag name="MH_LIBRARY" val="GRAPHIC"/>
</p:tagLst>
</file>

<file path=ppt/tags/tag35.xml><?xml version="1.0" encoding="utf-8"?>
<p:tagLst xmlns:a="http://schemas.openxmlformats.org/drawingml/2006/main" xmlns:r="http://schemas.openxmlformats.org/officeDocument/2006/relationships" xmlns:p="http://schemas.openxmlformats.org/presentationml/2006/main">
  <p:tag name="MH_TYPE" val="#NeiR#"/>
  <p:tag name="MH_NUMBER" val="3"/>
  <p:tag name="MH_CATEGORY" val="#TuWHP#"/>
  <p:tag name="MH_LAYOUT" val="Text"/>
  <p:tag name="MH" val="20160315165528"/>
  <p:tag name="MH_LIBRARY" val="GRAPHIC"/>
</p:tagLst>
</file>

<file path=ppt/tags/tag36.xml><?xml version="1.0" encoding="utf-8"?>
<p:tagLst xmlns:a="http://schemas.openxmlformats.org/drawingml/2006/main" xmlns:r="http://schemas.openxmlformats.org/officeDocument/2006/relationships" xmlns:p="http://schemas.openxmlformats.org/presentationml/2006/main">
  <p:tag name="MH_TYPE" val="#NeiR#"/>
  <p:tag name="MH_NUMBER" val="3"/>
  <p:tag name="MH_CATEGORY" val="#TuWHP#"/>
  <p:tag name="MH_LAYOUT" val="Text"/>
  <p:tag name="MH" val="20160315165528"/>
  <p:tag name="MH_LIBRARY" val="GRAPHIC"/>
</p:tagLst>
</file>

<file path=ppt/tags/tag37.xml><?xml version="1.0" encoding="utf-8"?>
<p:tagLst xmlns:a="http://schemas.openxmlformats.org/drawingml/2006/main" xmlns:r="http://schemas.openxmlformats.org/officeDocument/2006/relationships" xmlns:p="http://schemas.openxmlformats.org/presentationml/2006/main">
  <p:tag name="MH_TYPE" val="#NeiR#"/>
  <p:tag name="MH_NUMBER" val="3"/>
  <p:tag name="MH_CATEGORY" val="#TuWHP#"/>
  <p:tag name="MH_LAYOUT" val="Text"/>
  <p:tag name="MH" val="20160315165528"/>
  <p:tag name="MH_LIBRARY" val="GRAPHIC"/>
</p:tagLst>
</file>

<file path=ppt/tags/tag38.xml><?xml version="1.0" encoding="utf-8"?>
<p:tagLst xmlns:a="http://schemas.openxmlformats.org/drawingml/2006/main" xmlns:r="http://schemas.openxmlformats.org/officeDocument/2006/relationships" xmlns:p="http://schemas.openxmlformats.org/presentationml/2006/main">
  <p:tag name="MH_TYPE" val="#NeiR#"/>
  <p:tag name="MH_NUMBER" val="3"/>
  <p:tag name="MH_CATEGORY" val="#TuWHP#"/>
  <p:tag name="MH_LAYOUT" val="Text"/>
  <p:tag name="MH" val="20160315165528"/>
  <p:tag name="MH_LIBRARY" val="GRAPHIC"/>
</p:tagLst>
</file>

<file path=ppt/tags/tag39.xml><?xml version="1.0" encoding="utf-8"?>
<p:tagLst xmlns:a="http://schemas.openxmlformats.org/drawingml/2006/main" xmlns:r="http://schemas.openxmlformats.org/officeDocument/2006/relationships" xmlns:p="http://schemas.openxmlformats.org/presentationml/2006/main">
  <p:tag name="MH_TYPE" val="#NeiR#"/>
  <p:tag name="MH_NUMBER" val="3"/>
  <p:tag name="MH_CATEGORY" val="#TuWHP#"/>
  <p:tag name="MH_LAYOUT" val="Text"/>
  <p:tag name="MH" val="20160315165528"/>
  <p:tag name="MH_LIBRARY" val="GRAPHIC"/>
</p:tagLst>
</file>

<file path=ppt/theme/theme1.xml><?xml version="1.0" encoding="utf-8"?>
<a:theme xmlns:a="http://schemas.openxmlformats.org/drawingml/2006/main" name="Office 主题">
  <a:themeElements>
    <a:clrScheme name="自定义 1">
      <a:dk1>
        <a:srgbClr val="000000"/>
      </a:dk1>
      <a:lt1>
        <a:sysClr val="window" lastClr="FFFFFF"/>
      </a:lt1>
      <a:dk2>
        <a:srgbClr val="0070C0"/>
      </a:dk2>
      <a:lt2>
        <a:srgbClr val="EEECE1"/>
      </a:lt2>
      <a:accent1>
        <a:srgbClr val="0070C0"/>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Arial Unicode MS"/>
        <a:ea typeface="微软雅黑"/>
        <a:cs typeface=""/>
      </a:majorFont>
      <a:minorFont>
        <a:latin typeface="Times New Roman"/>
        <a:ea typeface="微软雅黑"/>
        <a:cs typeface=""/>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marL="342900" indent="-342900">
          <a:buAutoNum type="arabicPeriod"/>
          <a:defRPr lang="zh-CN" altLang="en-US" sz="1400" dirty="0" smtClean="0">
            <a:latin typeface="+mn-ea"/>
            <a:ea typeface="+mn-ea"/>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15681</TotalTime>
  <Words>3763</Words>
  <Application>Microsoft Office PowerPoint</Application>
  <PresentationFormat>全屏显示(16:10)</PresentationFormat>
  <Paragraphs>670</Paragraphs>
  <Slides>34</Slides>
  <Notes>33</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34</vt:i4>
      </vt:variant>
    </vt:vector>
  </HeadingPairs>
  <TitlesOfParts>
    <vt:vector size="44" baseType="lpstr">
      <vt:lpstr>Arial Unicode MS</vt:lpstr>
      <vt:lpstr>等线 Light</vt:lpstr>
      <vt:lpstr>宋体</vt:lpstr>
      <vt:lpstr>微软雅黑</vt:lpstr>
      <vt:lpstr>Arial</vt:lpstr>
      <vt:lpstr>Calibri</vt:lpstr>
      <vt:lpstr>Cambria</vt:lpstr>
      <vt:lpstr>Times New Roman</vt:lpstr>
      <vt:lpstr>Wingdings</vt:lpstr>
      <vt:lpstr>Office 主题</vt:lpstr>
      <vt:lpstr>完全泊出规划地图构建算法介绍</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cp:lastModifiedBy>QuanFei Zheng 郑权斐 | TTE</cp:lastModifiedBy>
  <cp:revision>3963</cp:revision>
  <cp:lastPrinted>2023-11-29T07:16:01Z</cp:lastPrinted>
  <dcterms:created xsi:type="dcterms:W3CDTF">2023-11-29T07:16:01Z</dcterms:created>
  <dcterms:modified xsi:type="dcterms:W3CDTF">2026-01-21T08:26:27Z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1033-11.1.0.10161</vt:lpwstr>
  </property>
</Properties>
</file>